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37"/>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654" r:id="rId66"/>
    <p:sldId id="308" r:id="rId67"/>
    <p:sldId id="309" r:id="rId68"/>
    <p:sldId id="657" r:id="rId69"/>
    <p:sldId id="658" r:id="rId70"/>
    <p:sldId id="316" r:id="rId71"/>
    <p:sldId id="659" r:id="rId72"/>
    <p:sldId id="317" r:id="rId73"/>
    <p:sldId id="318" r:id="rId74"/>
    <p:sldId id="319" r:id="rId75"/>
    <p:sldId id="662" r:id="rId76"/>
    <p:sldId id="663" r:id="rId77"/>
    <p:sldId id="322" r:id="rId78"/>
    <p:sldId id="323" r:id="rId79"/>
    <p:sldId id="665" r:id="rId80"/>
    <p:sldId id="666" r:id="rId81"/>
    <p:sldId id="667" r:id="rId82"/>
    <p:sldId id="669" r:id="rId83"/>
    <p:sldId id="668" r:id="rId84"/>
    <p:sldId id="326" r:id="rId85"/>
    <p:sldId id="840" r:id="rId86"/>
    <p:sldId id="841" r:id="rId87"/>
    <p:sldId id="842" r:id="rId88"/>
    <p:sldId id="670" r:id="rId89"/>
    <p:sldId id="671" r:id="rId90"/>
    <p:sldId id="672" r:id="rId91"/>
    <p:sldId id="673" r:id="rId92"/>
    <p:sldId id="333" r:id="rId93"/>
    <p:sldId id="334" r:id="rId94"/>
    <p:sldId id="335" r:id="rId95"/>
    <p:sldId id="336" r:id="rId96"/>
    <p:sldId id="337" r:id="rId97"/>
    <p:sldId id="338" r:id="rId98"/>
    <p:sldId id="339" r:id="rId99"/>
    <p:sldId id="341" r:id="rId100"/>
    <p:sldId id="342" r:id="rId101"/>
    <p:sldId id="343" r:id="rId102"/>
    <p:sldId id="344" r:id="rId103"/>
    <p:sldId id="345" r:id="rId104"/>
    <p:sldId id="674" r:id="rId105"/>
    <p:sldId id="346" r:id="rId106"/>
    <p:sldId id="347" r:id="rId107"/>
    <p:sldId id="348" r:id="rId108"/>
    <p:sldId id="349" r:id="rId109"/>
    <p:sldId id="675" r:id="rId110"/>
    <p:sldId id="350" r:id="rId111"/>
    <p:sldId id="351" r:id="rId112"/>
    <p:sldId id="844" r:id="rId113"/>
    <p:sldId id="845" r:id="rId114"/>
    <p:sldId id="846" r:id="rId115"/>
    <p:sldId id="847" r:id="rId116"/>
    <p:sldId id="848" r:id="rId117"/>
    <p:sldId id="849" r:id="rId118"/>
    <p:sldId id="850" r:id="rId119"/>
    <p:sldId id="851" r:id="rId120"/>
    <p:sldId id="852" r:id="rId121"/>
    <p:sldId id="853" r:id="rId122"/>
    <p:sldId id="854" r:id="rId123"/>
    <p:sldId id="861" r:id="rId124"/>
    <p:sldId id="352" r:id="rId125"/>
    <p:sldId id="355" r:id="rId126"/>
    <p:sldId id="357" r:id="rId127"/>
    <p:sldId id="691" r:id="rId128"/>
    <p:sldId id="694" r:id="rId129"/>
    <p:sldId id="695" r:id="rId130"/>
    <p:sldId id="697" r:id="rId131"/>
    <p:sldId id="698" r:id="rId132"/>
    <p:sldId id="699" r:id="rId133"/>
    <p:sldId id="700" r:id="rId134"/>
    <p:sldId id="701" r:id="rId135"/>
    <p:sldId id="703" r:id="rId136"/>
    <p:sldId id="704" r:id="rId137"/>
    <p:sldId id="705" r:id="rId138"/>
    <p:sldId id="706" r:id="rId139"/>
    <p:sldId id="707" r:id="rId140"/>
    <p:sldId id="708" r:id="rId141"/>
    <p:sldId id="709" r:id="rId142"/>
    <p:sldId id="862" r:id="rId143"/>
    <p:sldId id="711" r:id="rId144"/>
    <p:sldId id="712" r:id="rId145"/>
    <p:sldId id="714" r:id="rId146"/>
    <p:sldId id="715" r:id="rId147"/>
    <p:sldId id="716" r:id="rId148"/>
    <p:sldId id="717" r:id="rId149"/>
    <p:sldId id="718" r:id="rId150"/>
    <p:sldId id="719" r:id="rId151"/>
    <p:sldId id="720" r:id="rId152"/>
    <p:sldId id="721" r:id="rId153"/>
    <p:sldId id="722" r:id="rId154"/>
    <p:sldId id="723" r:id="rId155"/>
    <p:sldId id="724" r:id="rId156"/>
    <p:sldId id="725" r:id="rId157"/>
    <p:sldId id="727" r:id="rId158"/>
    <p:sldId id="728" r:id="rId159"/>
    <p:sldId id="729" r:id="rId160"/>
    <p:sldId id="730" r:id="rId161"/>
    <p:sldId id="731" r:id="rId162"/>
    <p:sldId id="732" r:id="rId163"/>
    <p:sldId id="735" r:id="rId164"/>
    <p:sldId id="736" r:id="rId165"/>
    <p:sldId id="737" r:id="rId166"/>
    <p:sldId id="738" r:id="rId167"/>
    <p:sldId id="740" r:id="rId168"/>
    <p:sldId id="741" r:id="rId169"/>
    <p:sldId id="743" r:id="rId170"/>
    <p:sldId id="863" r:id="rId171"/>
    <p:sldId id="416" r:id="rId172"/>
    <p:sldId id="745" r:id="rId173"/>
    <p:sldId id="746" r:id="rId174"/>
    <p:sldId id="747" r:id="rId175"/>
    <p:sldId id="419" r:id="rId176"/>
    <p:sldId id="421" r:id="rId177"/>
    <p:sldId id="422" r:id="rId178"/>
    <p:sldId id="423" r:id="rId179"/>
    <p:sldId id="426" r:id="rId180"/>
    <p:sldId id="748" r:id="rId181"/>
    <p:sldId id="427" r:id="rId182"/>
    <p:sldId id="749" r:id="rId183"/>
    <p:sldId id="429" r:id="rId184"/>
    <p:sldId id="430" r:id="rId185"/>
    <p:sldId id="750" r:id="rId186"/>
    <p:sldId id="431" r:id="rId187"/>
    <p:sldId id="432" r:id="rId188"/>
    <p:sldId id="434" r:id="rId189"/>
    <p:sldId id="435" r:id="rId190"/>
    <p:sldId id="436" r:id="rId191"/>
    <p:sldId id="437" r:id="rId192"/>
    <p:sldId id="751" r:id="rId193"/>
    <p:sldId id="442" r:id="rId194"/>
    <p:sldId id="441" r:id="rId195"/>
    <p:sldId id="443" r:id="rId196"/>
    <p:sldId id="444" r:id="rId197"/>
    <p:sldId id="445" r:id="rId198"/>
    <p:sldId id="446" r:id="rId199"/>
    <p:sldId id="447" r:id="rId200"/>
    <p:sldId id="753" r:id="rId201"/>
    <p:sldId id="449" r:id="rId202"/>
    <p:sldId id="450" r:id="rId203"/>
    <p:sldId id="452" r:id="rId204"/>
    <p:sldId id="453" r:id="rId205"/>
    <p:sldId id="457" r:id="rId206"/>
    <p:sldId id="459" r:id="rId207"/>
    <p:sldId id="458" r:id="rId208"/>
    <p:sldId id="460" r:id="rId209"/>
    <p:sldId id="756" r:id="rId210"/>
    <p:sldId id="461" r:id="rId211"/>
    <p:sldId id="463" r:id="rId212"/>
    <p:sldId id="464" r:id="rId213"/>
    <p:sldId id="759" r:id="rId214"/>
    <p:sldId id="760" r:id="rId215"/>
    <p:sldId id="761" r:id="rId216"/>
    <p:sldId id="762" r:id="rId217"/>
    <p:sldId id="764" r:id="rId218"/>
    <p:sldId id="763" r:id="rId219"/>
    <p:sldId id="766" r:id="rId220"/>
    <p:sldId id="765" r:id="rId221"/>
    <p:sldId id="769" r:id="rId222"/>
    <p:sldId id="770" r:id="rId223"/>
    <p:sldId id="771" r:id="rId224"/>
    <p:sldId id="467" r:id="rId225"/>
    <p:sldId id="469" r:id="rId226"/>
    <p:sldId id="773" r:id="rId227"/>
    <p:sldId id="774" r:id="rId228"/>
    <p:sldId id="859" r:id="rId229"/>
    <p:sldId id="776" r:id="rId230"/>
    <p:sldId id="777" r:id="rId231"/>
    <p:sldId id="858" r:id="rId232"/>
    <p:sldId id="778" r:id="rId233"/>
    <p:sldId id="860" r:id="rId234"/>
    <p:sldId id="474" r:id="rId235"/>
    <p:sldId id="475" r:id="rId236"/>
    <p:sldId id="476" r:id="rId237"/>
    <p:sldId id="781" r:id="rId238"/>
    <p:sldId id="782" r:id="rId239"/>
    <p:sldId id="483" r:id="rId240"/>
    <p:sldId id="485" r:id="rId241"/>
    <p:sldId id="487" r:id="rId242"/>
    <p:sldId id="488" r:id="rId243"/>
    <p:sldId id="784" r:id="rId244"/>
    <p:sldId id="785" r:id="rId245"/>
    <p:sldId id="864" r:id="rId246"/>
    <p:sldId id="527" r:id="rId247"/>
    <p:sldId id="528" r:id="rId248"/>
    <p:sldId id="529" r:id="rId249"/>
    <p:sldId id="530" r:id="rId250"/>
    <p:sldId id="531" r:id="rId251"/>
    <p:sldId id="532" r:id="rId252"/>
    <p:sldId id="533" r:id="rId253"/>
    <p:sldId id="534" r:id="rId254"/>
    <p:sldId id="786" r:id="rId255"/>
    <p:sldId id="537" r:id="rId256"/>
    <p:sldId id="539" r:id="rId257"/>
    <p:sldId id="540" r:id="rId258"/>
    <p:sldId id="541" r:id="rId259"/>
    <p:sldId id="542" r:id="rId260"/>
    <p:sldId id="789" r:id="rId261"/>
    <p:sldId id="790" r:id="rId262"/>
    <p:sldId id="791" r:id="rId263"/>
    <p:sldId id="792" r:id="rId264"/>
    <p:sldId id="545" r:id="rId265"/>
    <p:sldId id="794" r:id="rId266"/>
    <p:sldId id="548" r:id="rId267"/>
    <p:sldId id="549" r:id="rId268"/>
    <p:sldId id="550" r:id="rId269"/>
    <p:sldId id="797" r:id="rId270"/>
    <p:sldId id="796" r:id="rId271"/>
    <p:sldId id="552" r:id="rId272"/>
    <p:sldId id="553" r:id="rId273"/>
    <p:sldId id="554" r:id="rId274"/>
    <p:sldId id="800" r:id="rId275"/>
    <p:sldId id="555" r:id="rId276"/>
    <p:sldId id="865" r:id="rId277"/>
    <p:sldId id="557" r:id="rId278"/>
    <p:sldId id="558" r:id="rId279"/>
    <p:sldId id="560" r:id="rId280"/>
    <p:sldId id="561" r:id="rId281"/>
    <p:sldId id="562" r:id="rId282"/>
    <p:sldId id="563" r:id="rId283"/>
    <p:sldId id="564" r:id="rId284"/>
    <p:sldId id="565" r:id="rId285"/>
    <p:sldId id="566" r:id="rId286"/>
    <p:sldId id="568" r:id="rId287"/>
    <p:sldId id="569" r:id="rId288"/>
    <p:sldId id="570" r:id="rId289"/>
    <p:sldId id="572" r:id="rId290"/>
    <p:sldId id="573" r:id="rId291"/>
    <p:sldId id="574" r:id="rId292"/>
    <p:sldId id="575" r:id="rId293"/>
    <p:sldId id="866" r:id="rId294"/>
    <p:sldId id="578" r:id="rId295"/>
    <p:sldId id="579" r:id="rId296"/>
    <p:sldId id="581" r:id="rId297"/>
    <p:sldId id="582" r:id="rId298"/>
    <p:sldId id="584" r:id="rId299"/>
    <p:sldId id="583" r:id="rId300"/>
    <p:sldId id="585" r:id="rId301"/>
    <p:sldId id="805" r:id="rId302"/>
    <p:sldId id="806" r:id="rId303"/>
    <p:sldId id="588" r:id="rId304"/>
    <p:sldId id="808" r:id="rId305"/>
    <p:sldId id="809" r:id="rId306"/>
    <p:sldId id="590" r:id="rId307"/>
    <p:sldId id="592" r:id="rId308"/>
    <p:sldId id="593" r:id="rId309"/>
    <p:sldId id="810" r:id="rId310"/>
    <p:sldId id="811" r:id="rId311"/>
    <p:sldId id="812" r:id="rId312"/>
    <p:sldId id="813" r:id="rId313"/>
    <p:sldId id="814" r:id="rId314"/>
    <p:sldId id="815" r:id="rId315"/>
    <p:sldId id="816" r:id="rId316"/>
    <p:sldId id="867" r:id="rId317"/>
    <p:sldId id="817" r:id="rId318"/>
    <p:sldId id="821" r:id="rId319"/>
    <p:sldId id="820" r:id="rId320"/>
    <p:sldId id="822" r:id="rId321"/>
    <p:sldId id="823" r:id="rId322"/>
    <p:sldId id="824" r:id="rId323"/>
    <p:sldId id="826" r:id="rId324"/>
    <p:sldId id="827" r:id="rId325"/>
    <p:sldId id="828" r:id="rId326"/>
    <p:sldId id="825" r:id="rId327"/>
    <p:sldId id="829" r:id="rId328"/>
    <p:sldId id="830" r:id="rId329"/>
    <p:sldId id="831" r:id="rId330"/>
    <p:sldId id="835" r:id="rId331"/>
    <p:sldId id="833" r:id="rId332"/>
    <p:sldId id="836" r:id="rId333"/>
    <p:sldId id="834" r:id="rId334"/>
    <p:sldId id="838" r:id="rId335"/>
    <p:sldId id="839" r:id="rId336"/>
  </p:sldIdLst>
  <p:sldSz cx="9144000" cy="5143500" type="screen16x9"/>
  <p:notesSz cx="6858000" cy="9144000"/>
  <p:embeddedFontLst>
    <p:embeddedFont>
      <p:font typeface="Montserrat" panose="00000500000000000000" pitchFamily="2" charset="0"/>
      <p:regular r:id="rId338"/>
    </p:embeddedFont>
    <p:embeddedFont>
      <p:font typeface="Tahoma" panose="020B0604030504040204" pitchFamily="34" charset="0"/>
      <p:regular r:id="rId339"/>
      <p:bold r:id="rId340"/>
    </p:embeddedFont>
    <p:embeddedFont>
      <p:font typeface="黑体" panose="02010609060101010101" pitchFamily="49" charset="-122"/>
      <p:regular r:id="rId341"/>
    </p:embeddedFont>
    <p:embeddedFont>
      <p:font typeface="微软雅黑" panose="020B0503020204020204" pitchFamily="34" charset="-122"/>
      <p:regular r:id="rId342"/>
      <p:bold r:id="rId343"/>
    </p:embeddedFont>
    <p:embeddedFont>
      <p:font typeface="微软雅黑 Light" panose="020B0502040204020203" pitchFamily="34" charset="-122"/>
      <p:regular r:id="rId344"/>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CC0099"/>
    <a:srgbClr val="0000FF"/>
    <a:srgbClr val="0000CC"/>
    <a:srgbClr val="FFFF99"/>
    <a:srgbClr val="1FA3E5"/>
    <a:srgbClr val="FFFF00"/>
    <a:srgbClr val="FF99FF"/>
    <a:srgbClr val="C3E3F9"/>
    <a:srgbClr val="CC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00" d="100"/>
          <a:sy n="100" d="100"/>
        </p:scale>
        <p:origin x="1086" y="91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viewProps" Target="view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notesMaster" Target="notesMasters/notesMaster1.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tableStyles" Target="tableStyles.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slide" Target="slides/slide316.xml"/><Relationship Id="rId338" Type="http://schemas.openxmlformats.org/officeDocument/2006/relationships/font" Target="fonts/font1.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2.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3.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font" Target="fonts/font4.fntdata"/><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5.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6.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presProps" Target="presProps.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theme" Target="theme/theme1.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s>
</file>

<file path=ppt/diagrams/_rels/data12.xml.rels><?xml version="1.0" encoding="UTF-8" standalone="yes"?>
<Relationships xmlns="http://schemas.openxmlformats.org/package/2006/relationships"><Relationship Id="rId1" Type="http://schemas.openxmlformats.org/officeDocument/2006/relationships/image" Target="../media/image41.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41.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数据层面</a:t>
          </a:r>
          <a:endParaRPr lang="zh-CN" altLang="en-US" sz="1600" b="1" dirty="0">
            <a:latin typeface="微软雅黑" panose="020B0503020204020204" pitchFamily="34" charset="-122"/>
            <a:ea typeface="微软雅黑" panose="020B0503020204020204" pitchFamily="34" charset="-122"/>
          </a:endParaRPr>
        </a:p>
      </dgm:t>
    </dgm:pt>
    <dgm:pt modelId="{823E78B8-C518-42AA-B742-F63C09C24725}" type="parTrans" cxnId="{CE6B0C5F-6082-4B18-B949-9E4AAF3E1530}">
      <dgm:prSet/>
      <dgm:spPr/>
      <dgm:t>
        <a:bodyPr/>
        <a:lstStyle/>
        <a:p>
          <a:endParaRPr lang="zh-CN" altLang="en-US"/>
        </a:p>
      </dgm:t>
    </dgm:pt>
    <dgm:pt modelId="{BE6E7425-9E56-4DFD-A344-6EEBA290BBA4}" type="sibTrans" cxnId="{CE6B0C5F-6082-4B18-B949-9E4AAF3E1530}">
      <dgm:prSet/>
      <dgm:spPr/>
      <dgm:t>
        <a:bodyPr/>
        <a:lstStyle/>
        <a:p>
          <a:endParaRPr lang="zh-CN" altLang="en-US"/>
        </a:p>
      </dgm:t>
    </dgm:pt>
    <dgm:pt modelId="{3935A8CA-284C-4650-9388-2F2B918FB8CE}">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路由器根据本路由器生成的</a:t>
          </a:r>
          <a:r>
            <a:rPr lang="zh-CN" altLang="zh-CN" sz="1600" b="1" dirty="0">
              <a:solidFill>
                <a:srgbClr val="C00000"/>
              </a:solidFill>
              <a:latin typeface="微软雅黑" panose="020B0503020204020204" pitchFamily="34" charset="-122"/>
              <a:ea typeface="微软雅黑" panose="020B0503020204020204" pitchFamily="34" charset="-122"/>
            </a:rPr>
            <a:t>转发表，</a:t>
          </a:r>
          <a:r>
            <a:rPr lang="zh-CN" altLang="zh-CN" sz="1600" b="1" dirty="0">
              <a:latin typeface="微软雅黑" panose="020B0503020204020204" pitchFamily="34" charset="-122"/>
              <a:ea typeface="微软雅黑" panose="020B0503020204020204" pitchFamily="34" charset="-122"/>
            </a:rPr>
            <a:t>把收到的分组从查找到的对应接口</a:t>
          </a:r>
          <a:r>
            <a:rPr lang="zh-CN" altLang="zh-CN" sz="1600" b="1" dirty="0">
              <a:solidFill>
                <a:srgbClr val="C00000"/>
              </a:solidFill>
              <a:latin typeface="微软雅黑" panose="020B0503020204020204" pitchFamily="34" charset="-122"/>
              <a:ea typeface="微软雅黑" panose="020B0503020204020204" pitchFamily="34" charset="-122"/>
            </a:rPr>
            <a:t>转发</a:t>
          </a:r>
          <a:r>
            <a:rPr lang="zh-CN" altLang="zh-CN" sz="1600" b="1" dirty="0">
              <a:latin typeface="微软雅黑" panose="020B0503020204020204" pitchFamily="34" charset="-122"/>
              <a:ea typeface="微软雅黑" panose="020B0503020204020204" pitchFamily="34" charset="-122"/>
            </a:rPr>
            <a:t>出去。</a:t>
          </a:r>
          <a:endParaRPr lang="zh-CN" altLang="en-US" sz="1600" b="1" dirty="0">
            <a:latin typeface="微软雅黑" panose="020B0503020204020204" pitchFamily="34" charset="-122"/>
            <a:ea typeface="微软雅黑" panose="020B0503020204020204" pitchFamily="34" charset="-122"/>
          </a:endParaRPr>
        </a:p>
      </dgm:t>
    </dgm:pt>
    <dgm:pt modelId="{1AB30E51-878D-48CF-B841-5F815E24A9C0}" type="parTrans" cxnId="{340AA356-AC5F-4D1E-8A28-B82F236B5590}">
      <dgm:prSet/>
      <dgm:spPr/>
      <dgm:t>
        <a:bodyPr/>
        <a:lstStyle/>
        <a:p>
          <a:endParaRPr lang="zh-CN" altLang="en-US"/>
        </a:p>
      </dgm:t>
    </dgm:pt>
    <dgm:pt modelId="{1A923FD5-5350-4497-8558-17F724679014}" type="sibTrans" cxnId="{340AA356-AC5F-4D1E-8A28-B82F236B5590}">
      <dgm:prSet/>
      <dgm:spPr/>
      <dgm:t>
        <a:bodyPr/>
        <a:lstStyle/>
        <a:p>
          <a:endParaRPr lang="zh-CN" altLang="en-US"/>
        </a:p>
      </dgm:t>
    </dgm:pt>
    <dgm:pt modelId="{E3094E70-DBBD-4776-8255-CA53223AA920}">
      <dgm:prSet custT="1"/>
      <dgm:spPr/>
      <dgm:t>
        <a:bodyPr/>
        <a:lstStyle/>
        <a:p>
          <a:r>
            <a:rPr lang="zh-CN" altLang="en-US" sz="1600" b="1" dirty="0">
              <a:solidFill>
                <a:srgbClr val="C00000"/>
              </a:solidFill>
              <a:latin typeface="微软雅黑" panose="020B0503020204020204" pitchFamily="34" charset="-122"/>
              <a:ea typeface="微软雅黑" panose="020B0503020204020204" pitchFamily="34" charset="-122"/>
            </a:rPr>
            <a:t>独立</a:t>
          </a:r>
          <a:r>
            <a:rPr lang="zh-CN" altLang="en-US" sz="1600" b="1" dirty="0">
              <a:latin typeface="微软雅黑" panose="020B0503020204020204" pitchFamily="34" charset="-122"/>
              <a:ea typeface="微软雅黑" panose="020B0503020204020204" pitchFamily="34" charset="-122"/>
            </a:rPr>
            <a:t>工作。</a:t>
          </a:r>
        </a:p>
      </dgm:t>
    </dgm:pt>
    <dgm:pt modelId="{519E4824-498E-46FA-B960-A44A0D038680}" type="parTrans" cxnId="{E3296F2A-0B4D-464F-ADA8-C69645579478}">
      <dgm:prSet/>
      <dgm:spPr/>
      <dgm:t>
        <a:bodyPr/>
        <a:lstStyle/>
        <a:p>
          <a:endParaRPr lang="zh-CN" altLang="en-US"/>
        </a:p>
      </dgm:t>
    </dgm:pt>
    <dgm:pt modelId="{3FD2573C-C2DF-4E9E-9FD2-0B5C268A3B0B}" type="sibTrans" cxnId="{E3296F2A-0B4D-464F-ADA8-C69645579478}">
      <dgm:prSet/>
      <dgm:spPr/>
      <dgm:t>
        <a:bodyPr/>
        <a:lstStyle/>
        <a:p>
          <a:endParaRPr lang="zh-CN" altLang="en-US"/>
        </a:p>
      </dgm:t>
    </dgm:pt>
    <dgm:pt modelId="{DD6D6094-BAB0-4C98-83EB-DBC53F380A53}">
      <dgm:prSet custT="1"/>
      <dgm:spPr/>
      <dgm:t>
        <a:bodyPr/>
        <a:lstStyle/>
        <a:p>
          <a:r>
            <a:rPr lang="zh-CN" altLang="en-US" sz="1600" b="1" dirty="0">
              <a:latin typeface="微软雅黑" panose="020B0503020204020204" pitchFamily="34" charset="-122"/>
              <a:ea typeface="微软雅黑" panose="020B0503020204020204" pitchFamily="34" charset="-122"/>
            </a:rPr>
            <a:t>采用</a:t>
          </a:r>
          <a:r>
            <a:rPr lang="zh-CN" altLang="en-US" sz="1600" b="1" dirty="0">
              <a:solidFill>
                <a:srgbClr val="C00000"/>
              </a:solidFill>
              <a:latin typeface="微软雅黑" panose="020B0503020204020204" pitchFamily="34" charset="-122"/>
              <a:ea typeface="微软雅黑" panose="020B0503020204020204" pitchFamily="34" charset="-122"/>
            </a:rPr>
            <a:t>硬件</a:t>
          </a:r>
          <a:r>
            <a:rPr lang="zh-CN" altLang="en-US" sz="1600" b="1" dirty="0">
              <a:latin typeface="微软雅黑" panose="020B0503020204020204" pitchFamily="34" charset="-122"/>
              <a:ea typeface="微软雅黑" panose="020B0503020204020204" pitchFamily="34" charset="-122"/>
            </a:rPr>
            <a:t>进行转发，快。</a:t>
          </a:r>
        </a:p>
      </dgm:t>
    </dgm:pt>
    <dgm:pt modelId="{BA84FEF6-F368-4443-A62A-421A69C3F6D5}" type="parTrans" cxnId="{8732565D-506C-432B-ACAC-ABE3104AEA0E}">
      <dgm:prSet/>
      <dgm:spPr/>
      <dgm:t>
        <a:bodyPr/>
        <a:lstStyle/>
        <a:p>
          <a:endParaRPr lang="zh-CN" altLang="en-US"/>
        </a:p>
      </dgm:t>
    </dgm:pt>
    <dgm:pt modelId="{914780BD-0098-4867-BFF3-65E2D0EAC974}" type="sibTrans" cxnId="{8732565D-506C-432B-ACAC-ABE3104AEA0E}">
      <dgm:prSet/>
      <dgm:spPr/>
      <dgm:t>
        <a:bodyPr/>
        <a:lstStyle/>
        <a:p>
          <a:endParaRPr lang="zh-CN" altLang="en-US"/>
        </a:p>
      </dgm:t>
    </dgm:pt>
    <dgm:pt modelId="{1A85F913-0EA5-4E0C-AC2C-65AE114C5338}">
      <dgm:prSet phldrT="[文本]" custT="1"/>
      <dgm:spPr>
        <a:solidFill>
          <a:srgbClr val="00B050"/>
        </a:solidFill>
        <a:ln>
          <a:solidFill>
            <a:srgbClr val="00B050"/>
          </a:solidFill>
        </a:ln>
      </dgm:spPr>
      <dgm:t>
        <a:bodyPr/>
        <a:lstStyle/>
        <a:p>
          <a:r>
            <a:rPr lang="zh-CN" altLang="en-US" sz="1600" b="1" dirty="0">
              <a:latin typeface="微软雅黑" panose="020B0503020204020204" pitchFamily="34" charset="-122"/>
              <a:ea typeface="微软雅黑" panose="020B0503020204020204" pitchFamily="34" charset="-122"/>
            </a:rPr>
            <a:t>控制层面</a:t>
          </a:r>
        </a:p>
      </dgm:t>
    </dgm:pt>
    <dgm:pt modelId="{044010CB-C44F-465A-8995-A6613AF5FDF8}" type="parTrans" cxnId="{6EB5599E-5ED8-420E-9A24-7B10512E8346}">
      <dgm:prSet/>
      <dgm:spPr/>
      <dgm:t>
        <a:bodyPr/>
        <a:lstStyle/>
        <a:p>
          <a:endParaRPr lang="zh-CN" altLang="en-US"/>
        </a:p>
      </dgm:t>
    </dgm:pt>
    <dgm:pt modelId="{BDA74EC5-1F01-4178-B3C1-EC48A63056F9}" type="sibTrans" cxnId="{6EB5599E-5ED8-420E-9A24-7B10512E8346}">
      <dgm:prSet/>
      <dgm:spPr/>
      <dgm:t>
        <a:bodyPr/>
        <a:lstStyle/>
        <a:p>
          <a:endParaRPr lang="zh-CN" altLang="en-US"/>
        </a:p>
      </dgm:t>
    </dgm:pt>
    <dgm:pt modelId="{AC39144C-C5C3-4F40-9875-92D77BDC146E}">
      <dgm:prSet phldrT="[文本]"/>
      <dgm:spPr/>
      <dgm:t>
        <a:bodyPr/>
        <a:lstStyle/>
        <a:p>
          <a:r>
            <a:rPr lang="zh-CN" altLang="zh-CN" b="1" dirty="0">
              <a:latin typeface="微软雅黑" panose="020B0503020204020204" pitchFamily="34" charset="-122"/>
              <a:ea typeface="微软雅黑" panose="020B0503020204020204" pitchFamily="34" charset="-122"/>
            </a:rPr>
            <a:t>根据路由选择协议所用的路由算法</a:t>
          </a:r>
          <a:r>
            <a:rPr lang="zh-CN" altLang="zh-CN" b="1" dirty="0">
              <a:solidFill>
                <a:srgbClr val="C00000"/>
              </a:solidFill>
              <a:latin typeface="微软雅黑" panose="020B0503020204020204" pitchFamily="34" charset="-122"/>
              <a:ea typeface="微软雅黑" panose="020B0503020204020204" pitchFamily="34" charset="-122"/>
            </a:rPr>
            <a:t>计算路由</a:t>
          </a:r>
          <a:r>
            <a:rPr lang="zh-CN" altLang="en-US" b="1" dirty="0">
              <a:solidFill>
                <a:srgbClr val="C00000"/>
              </a:solidFill>
              <a:latin typeface="微软雅黑" panose="020B0503020204020204" pitchFamily="34" charset="-122"/>
              <a:ea typeface="微软雅黑" panose="020B0503020204020204" pitchFamily="34" charset="-122"/>
            </a:rPr>
            <a:t>，</a:t>
          </a:r>
          <a:r>
            <a:rPr lang="zh-CN" altLang="zh-CN" b="1" dirty="0">
              <a:latin typeface="微软雅黑" panose="020B0503020204020204" pitchFamily="34" charset="-122"/>
              <a:ea typeface="微软雅黑" panose="020B0503020204020204" pitchFamily="34" charset="-122"/>
            </a:rPr>
            <a:t>创建出本路由器的</a:t>
          </a:r>
          <a:r>
            <a:rPr lang="zh-CN" altLang="zh-CN" b="1" dirty="0">
              <a:solidFill>
                <a:srgbClr val="C00000"/>
              </a:solidFill>
              <a:latin typeface="微软雅黑" panose="020B0503020204020204" pitchFamily="34" charset="-122"/>
              <a:ea typeface="微软雅黑" panose="020B0503020204020204" pitchFamily="34" charset="-122"/>
            </a:rPr>
            <a:t>路由表。</a:t>
          </a:r>
          <a:endParaRPr lang="zh-CN" altLang="en-US" b="1" dirty="0">
            <a:solidFill>
              <a:srgbClr val="C00000"/>
            </a:solidFill>
            <a:latin typeface="微软雅黑" panose="020B0503020204020204" pitchFamily="34" charset="-122"/>
            <a:ea typeface="微软雅黑" panose="020B0503020204020204" pitchFamily="34" charset="-122"/>
          </a:endParaRPr>
        </a:p>
      </dgm:t>
    </dgm:pt>
    <dgm:pt modelId="{24887F04-A30C-4082-B81F-D5BF30CB8D4C}" type="parTrans" cxnId="{59C54F2B-F071-456B-AD40-08EE23AFC6C1}">
      <dgm:prSet/>
      <dgm:spPr/>
      <dgm:t>
        <a:bodyPr/>
        <a:lstStyle/>
        <a:p>
          <a:endParaRPr lang="zh-CN" altLang="en-US"/>
        </a:p>
      </dgm:t>
    </dgm:pt>
    <dgm:pt modelId="{0DDD565A-D754-4AF0-89A1-0FC5777271DE}" type="sibTrans" cxnId="{59C54F2B-F071-456B-AD40-08EE23AFC6C1}">
      <dgm:prSet/>
      <dgm:spPr/>
      <dgm:t>
        <a:bodyPr/>
        <a:lstStyle/>
        <a:p>
          <a:endParaRPr lang="zh-CN" altLang="en-US"/>
        </a:p>
      </dgm:t>
    </dgm:pt>
    <dgm:pt modelId="{324FFE58-99DC-49F4-BD07-88A42CC55D35}">
      <dgm:prSet phldrT="[文本]"/>
      <dgm:spPr/>
      <dgm:t>
        <a:bodyPr/>
        <a:lstStyle/>
        <a:p>
          <a:r>
            <a:rPr lang="zh-CN" altLang="en-US" b="1" dirty="0">
              <a:latin typeface="微软雅黑" panose="020B0503020204020204" pitchFamily="34" charset="-122"/>
              <a:ea typeface="微软雅黑" panose="020B0503020204020204" pitchFamily="34" charset="-122"/>
            </a:rPr>
            <a:t>许多路由器</a:t>
          </a:r>
          <a:r>
            <a:rPr lang="zh-CN" altLang="en-US" b="1" dirty="0">
              <a:solidFill>
                <a:srgbClr val="C00000"/>
              </a:solidFill>
              <a:latin typeface="微软雅黑" panose="020B0503020204020204" pitchFamily="34" charset="-122"/>
              <a:ea typeface="微软雅黑" panose="020B0503020204020204" pitchFamily="34" charset="-122"/>
            </a:rPr>
            <a:t>协同</a:t>
          </a:r>
          <a:r>
            <a:rPr lang="zh-CN" altLang="en-US" b="1" dirty="0">
              <a:latin typeface="微软雅黑" panose="020B0503020204020204" pitchFamily="34" charset="-122"/>
              <a:ea typeface="微软雅黑" panose="020B0503020204020204" pitchFamily="34" charset="-122"/>
            </a:rPr>
            <a:t>动作。</a:t>
          </a:r>
        </a:p>
      </dgm:t>
    </dgm:pt>
    <dgm:pt modelId="{EC5618CD-EDB7-44AB-9D3C-01FBC3B8045B}" type="parTrans" cxnId="{7F44E923-64EB-40DB-8E31-448874947188}">
      <dgm:prSet/>
      <dgm:spPr/>
      <dgm:t>
        <a:bodyPr/>
        <a:lstStyle/>
        <a:p>
          <a:endParaRPr lang="zh-CN" altLang="en-US"/>
        </a:p>
      </dgm:t>
    </dgm:pt>
    <dgm:pt modelId="{6B4C0358-26D5-43CD-8563-ABEAE90D2FE6}" type="sibTrans" cxnId="{7F44E923-64EB-40DB-8E31-448874947188}">
      <dgm:prSet/>
      <dgm:spPr/>
      <dgm:t>
        <a:bodyPr/>
        <a:lstStyle/>
        <a:p>
          <a:endParaRPr lang="zh-CN" altLang="en-US"/>
        </a:p>
      </dgm:t>
    </dgm:pt>
    <dgm:pt modelId="{E2B15F2D-10F5-4986-91D4-C249C1200BE1}">
      <dgm:prSet phldrT="[文本]"/>
      <dgm:spPr/>
      <dgm:t>
        <a:bodyPr/>
        <a:lstStyle/>
        <a:p>
          <a:r>
            <a:rPr lang="zh-CN" altLang="en-US" b="1" dirty="0">
              <a:latin typeface="微软雅黑" panose="020B0503020204020204" pitchFamily="34" charset="-122"/>
              <a:ea typeface="微软雅黑" panose="020B0503020204020204" pitchFamily="34" charset="-122"/>
            </a:rPr>
            <a:t>采用</a:t>
          </a:r>
          <a:r>
            <a:rPr lang="zh-CN" altLang="en-US" b="1" dirty="0">
              <a:solidFill>
                <a:srgbClr val="C00000"/>
              </a:solidFill>
              <a:latin typeface="微软雅黑" panose="020B0503020204020204" pitchFamily="34" charset="-122"/>
              <a:ea typeface="微软雅黑" panose="020B0503020204020204" pitchFamily="34" charset="-122"/>
            </a:rPr>
            <a:t>软件</a:t>
          </a:r>
          <a:r>
            <a:rPr lang="zh-CN" altLang="en-US" b="1" dirty="0">
              <a:latin typeface="微软雅黑" panose="020B0503020204020204" pitchFamily="34" charset="-122"/>
              <a:ea typeface="微软雅黑" panose="020B0503020204020204" pitchFamily="34" charset="-122"/>
            </a:rPr>
            <a:t>计算，慢。</a:t>
          </a:r>
        </a:p>
      </dgm:t>
    </dgm:pt>
    <dgm:pt modelId="{AB667672-D58D-44C0-8FE5-830A6B9B985B}" type="parTrans" cxnId="{784290CC-CD04-4279-9A28-8FD964E53255}">
      <dgm:prSet/>
      <dgm:spPr/>
      <dgm:t>
        <a:bodyPr/>
        <a:lstStyle/>
        <a:p>
          <a:endParaRPr lang="zh-CN" altLang="en-US"/>
        </a:p>
      </dgm:t>
    </dgm:pt>
    <dgm:pt modelId="{CB3B0CF4-6C17-4712-8651-5214F31C3FF1}" type="sibTrans" cxnId="{784290CC-CD04-4279-9A28-8FD964E53255}">
      <dgm:prSet/>
      <dgm:spPr/>
      <dgm:t>
        <a:bodyPr/>
        <a:lstStyle/>
        <a:p>
          <a:endParaRPr lang="zh-CN" altLang="en-US"/>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600" b="1" dirty="0">
              <a:latin typeface="微软雅黑" panose="020B0503020204020204" pitchFamily="34" charset="-122"/>
              <a:ea typeface="微软雅黑" panose="020B0503020204020204" pitchFamily="34" charset="-122"/>
            </a:rPr>
            <a:t>寻址方案</a:t>
          </a:r>
        </a:p>
      </dgm:t>
    </dgm:pt>
    <dgm:pt modelId="{C2D8A5DA-E5F7-449B-BAF1-6ACE8D37675E}" type="par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571704-FBB1-4619-9716-EEC3A6EB88BE}" type="sib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38ED65A-AD96-4E5D-8658-FBC8032CA849}">
      <dgm:prSet phldrT="[文本]" custT="1"/>
      <dgm:spPr/>
      <dgm:t>
        <a:bodyPr/>
        <a:lstStyle/>
        <a:p>
          <a:r>
            <a:rPr lang="zh-CN" altLang="en-US" sz="1600" b="1" dirty="0">
              <a:latin typeface="微软雅黑" panose="020B0503020204020204" pitchFamily="34" charset="-122"/>
              <a:ea typeface="微软雅黑" panose="020B0503020204020204" pitchFamily="34" charset="-122"/>
            </a:rPr>
            <a:t>最大分组长度</a:t>
          </a:r>
        </a:p>
      </dgm:t>
    </dgm:pt>
    <dgm:pt modelId="{AA519882-9FF2-44E4-BDFE-61E8CCE8F6CD}" type="par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568D5BD-9789-4855-AD1F-74E644C2853C}" type="sib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343367E-6E0B-4D87-B42B-7BE9D32DBFB4}">
      <dgm:prSet phldrT="[文本]" custT="1"/>
      <dgm:spPr/>
      <dgm:t>
        <a:bodyPr/>
        <a:lstStyle/>
        <a:p>
          <a:r>
            <a:rPr lang="zh-CN" altLang="en-US" sz="1600" b="1" dirty="0">
              <a:latin typeface="微软雅黑" panose="020B0503020204020204" pitchFamily="34" charset="-122"/>
              <a:ea typeface="微软雅黑" panose="020B0503020204020204" pitchFamily="34" charset="-122"/>
            </a:rPr>
            <a:t>网络接入机制</a:t>
          </a:r>
        </a:p>
      </dgm:t>
    </dgm:pt>
    <dgm:pt modelId="{4707B6D6-66D1-43F8-9303-973EBBD6E514}" type="par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314ED14-9B56-4888-B408-DE6DFF861303}" type="sib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7315578-E9A5-4134-B4A7-7D5BB6B07A6B}">
      <dgm:prSet phldrT="[文本]" custT="1"/>
      <dgm:spPr/>
      <dgm:t>
        <a:bodyPr/>
        <a:lstStyle/>
        <a:p>
          <a:r>
            <a:rPr lang="zh-CN" altLang="en-US" sz="1600" b="1" dirty="0">
              <a:latin typeface="微软雅黑" panose="020B0503020204020204" pitchFamily="34" charset="-122"/>
              <a:ea typeface="微软雅黑" panose="020B0503020204020204" pitchFamily="34" charset="-122"/>
            </a:rPr>
            <a:t>超时控制</a:t>
          </a:r>
        </a:p>
      </dgm:t>
    </dgm:pt>
    <dgm:pt modelId="{DE491F9E-7A51-45A3-837D-65396046329A}" type="par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3A5501-4DCA-43DB-8116-18230E569107}" type="sib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E28F121-BA13-471C-A5FD-6C3525B4C1F7}">
      <dgm:prSet phldrT="[文本]" custT="1"/>
      <dgm:spPr/>
      <dgm:t>
        <a:bodyPr/>
        <a:lstStyle/>
        <a:p>
          <a:r>
            <a:rPr lang="zh-CN" altLang="en-US" sz="1600" b="1" dirty="0">
              <a:latin typeface="微软雅黑" panose="020B0503020204020204" pitchFamily="34" charset="-122"/>
              <a:ea typeface="微软雅黑" panose="020B0503020204020204" pitchFamily="34" charset="-122"/>
            </a:rPr>
            <a:t>差错恢复方法</a:t>
          </a:r>
        </a:p>
      </dgm:t>
    </dgm:pt>
    <dgm:pt modelId="{17042EB1-E666-4CFF-9C87-76C132D1B670}" type="par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5D7A90-A1A0-453A-AF08-FC8444C88A25}" type="sib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544A325-35B2-4DD5-9E7C-FA6BF05D8D51}">
      <dgm:prSet phldrT="[文本]" custT="1"/>
      <dgm:spPr/>
      <dgm:t>
        <a:bodyPr/>
        <a:lstStyle/>
        <a:p>
          <a:r>
            <a:rPr lang="zh-CN" altLang="en-US" sz="1600" b="1" dirty="0">
              <a:latin typeface="微软雅黑" panose="020B0503020204020204" pitchFamily="34" charset="-122"/>
              <a:ea typeface="微软雅黑" panose="020B0503020204020204" pitchFamily="34" charset="-122"/>
            </a:rPr>
            <a:t>状态报告方法</a:t>
          </a:r>
        </a:p>
      </dgm:t>
    </dgm:pt>
    <dgm:pt modelId="{BAA594F8-64A3-421B-B23E-46A3F9539157}" type="par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6EEDF51-E5C4-4A5A-B013-06480DEF4436}" type="sib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D94133B-61DA-4A34-A60F-0215265606B9}">
      <dgm:prSet phldrT="[文本]" custT="1"/>
      <dgm:spPr/>
      <dgm:t>
        <a:bodyPr/>
        <a:lstStyle/>
        <a:p>
          <a:r>
            <a:rPr lang="zh-CN" altLang="en-US" sz="1600" b="1" dirty="0">
              <a:latin typeface="微软雅黑" panose="020B0503020204020204" pitchFamily="34" charset="-122"/>
              <a:ea typeface="微软雅黑" panose="020B0503020204020204" pitchFamily="34" charset="-122"/>
            </a:rPr>
            <a:t>用户接入控制</a:t>
          </a:r>
        </a:p>
      </dgm:t>
    </dgm:pt>
    <dgm:pt modelId="{29BACC2F-1438-406C-B1DC-2467396250CC}" type="par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A1DE52F-E845-4F08-AE5B-2B61D7C98B10}" type="sib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C62CC07-8E06-4331-9E1A-9E7E663FD606}">
      <dgm:prSet phldrT="[文本]" custT="1"/>
      <dgm:spPr/>
      <dgm:t>
        <a:bodyPr/>
        <a:lstStyle/>
        <a:p>
          <a:r>
            <a:rPr lang="zh-CN" altLang="en-US" sz="1600" b="1" dirty="0">
              <a:latin typeface="微软雅黑" panose="020B0503020204020204" pitchFamily="34" charset="-122"/>
              <a:ea typeface="微软雅黑" panose="020B0503020204020204" pitchFamily="34" charset="-122"/>
            </a:rPr>
            <a:t>服务</a:t>
          </a:r>
        </a:p>
      </dgm:t>
    </dgm:pt>
    <dgm:pt modelId="{4D910CA0-0059-4CDF-8C89-C2BB2D2FE887}" type="par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85D55FC-2327-4CD6-95B6-439CA0F69403}" type="sib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1BAA9D-8539-4543-AF49-271CCD9C81AD}">
      <dgm:prSet phldrT="[文本]" custT="1"/>
      <dgm:spPr/>
      <dgm:t>
        <a:bodyPr/>
        <a:lstStyle/>
        <a:p>
          <a:pPr>
            <a:lnSpc>
              <a:spcPct val="50000"/>
            </a:lnSpc>
          </a:pPr>
          <a:r>
            <a:rPr lang="zh-CN" altLang="en-US" sz="1600" b="1" dirty="0">
              <a:latin typeface="微软雅黑" panose="020B0503020204020204" pitchFamily="34" charset="-122"/>
              <a:ea typeface="微软雅黑" panose="020B0503020204020204" pitchFamily="34" charset="-122"/>
            </a:rPr>
            <a:t>管理与</a:t>
          </a:r>
          <a:endParaRPr lang="en-US" altLang="zh-CN" sz="1600" b="1" dirty="0">
            <a:latin typeface="微软雅黑" panose="020B0503020204020204" pitchFamily="34" charset="-122"/>
            <a:ea typeface="微软雅黑" panose="020B0503020204020204" pitchFamily="34" charset="-122"/>
          </a:endParaRPr>
        </a:p>
        <a:p>
          <a:pPr>
            <a:lnSpc>
              <a:spcPct val="50000"/>
            </a:lnSpc>
          </a:pPr>
          <a:r>
            <a:rPr lang="zh-CN" altLang="en-US" sz="1600" b="1" dirty="0">
              <a:latin typeface="微软雅黑" panose="020B0503020204020204" pitchFamily="34" charset="-122"/>
              <a:ea typeface="微软雅黑" panose="020B0503020204020204" pitchFamily="34" charset="-122"/>
            </a:rPr>
            <a:t>控制方式</a:t>
          </a:r>
        </a:p>
      </dgm:t>
    </dgm:pt>
    <dgm:pt modelId="{6C939C71-D724-46F7-8A4F-A608FC064EB2}" type="par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D0329EB-9064-4776-BEA3-A9FC5CEB0AC7}" type="sib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8D508C0-6951-4B36-B9EC-720624817380}">
      <dgm:prSet custT="1"/>
      <dgm:spPr/>
      <dgm:t>
        <a:bodyPr/>
        <a:lstStyle/>
        <a:p>
          <a:r>
            <a:rPr lang="zh-CN" altLang="en-US" sz="1600" b="1" dirty="0">
              <a:latin typeface="微软雅黑" panose="020B0503020204020204" pitchFamily="34" charset="-122"/>
              <a:ea typeface="微软雅黑" panose="020B0503020204020204" pitchFamily="34" charset="-122"/>
            </a:rPr>
            <a:t>路由选择技术</a:t>
          </a:r>
        </a:p>
      </dgm:t>
    </dgm:pt>
    <dgm:pt modelId="{16B9E4BC-6FBE-49FE-9E54-55818D5A7EE9}" type="parTrans" cxnId="{6C08C3F8-3A1B-4934-9B40-7F04A9AE587E}">
      <dgm:prSet/>
      <dgm:spPr/>
      <dgm:t>
        <a:bodyPr/>
        <a:lstStyle/>
        <a:p>
          <a:endParaRPr lang="zh-CN" altLang="en-US" sz="1600"/>
        </a:p>
      </dgm:t>
    </dgm:pt>
    <dgm:pt modelId="{92259BB0-9CE6-40B9-B8B6-7AC53350A293}" type="sibTrans" cxnId="{6C08C3F8-3A1B-4934-9B40-7F04A9AE587E}">
      <dgm:prSet/>
      <dgm:spPr/>
      <dgm:t>
        <a:bodyPr/>
        <a:lstStyle/>
        <a:p>
          <a:endParaRPr lang="zh-CN" altLang="en-US" sz="1600"/>
        </a:p>
      </dgm:t>
    </dgm:pt>
    <dgm:pt modelId="{2B759697-8CF0-4E48-9BAE-6E469FC93B90}">
      <dgm:prSet phldrT="[文本]" custT="1"/>
      <dgm:spPr/>
      <dgm:t>
        <a:bodyPr/>
        <a:lstStyle/>
        <a:p>
          <a:pPr>
            <a:lnSpc>
              <a:spcPct val="50000"/>
            </a:lnSpc>
          </a:pPr>
          <a:r>
            <a:rPr lang="en-US" altLang="zh-CN" sz="1600" b="1" dirty="0">
              <a:latin typeface="微软雅黑" panose="020B0503020204020204" pitchFamily="34" charset="-122"/>
              <a:ea typeface="微软雅黑" panose="020B0503020204020204" pitchFamily="34" charset="-122"/>
            </a:rPr>
            <a:t>……</a:t>
          </a:r>
          <a:endParaRPr lang="zh-CN" altLang="en-US" sz="1600" b="1" dirty="0">
            <a:latin typeface="微软雅黑" panose="020B0503020204020204" pitchFamily="34" charset="-122"/>
            <a:ea typeface="微软雅黑" panose="020B0503020204020204" pitchFamily="34" charset="-122"/>
          </a:endParaRPr>
        </a:p>
      </dgm:t>
    </dgm:pt>
    <dgm:pt modelId="{39C62AFE-22B8-443E-84C9-E27900DEF995}" type="parTrans" cxnId="{6EFBE5DA-FEA5-485E-8659-0DEF4B626CDB}">
      <dgm:prSet/>
      <dgm:spPr/>
      <dgm:t>
        <a:bodyPr/>
        <a:lstStyle/>
        <a:p>
          <a:endParaRPr lang="zh-CN" altLang="en-US"/>
        </a:p>
      </dgm:t>
    </dgm:pt>
    <dgm:pt modelId="{DE9F9152-4665-44BF-88DA-2F8D11A40C6C}" type="sibTrans" cxnId="{6EFBE5DA-FEA5-485E-8659-0DEF4B626CDB}">
      <dgm:prSet/>
      <dgm:spPr/>
      <dgm:t>
        <a:bodyPr/>
        <a:lstStyle/>
        <a:p>
          <a:endParaRPr lang="zh-CN" altLang="en-US"/>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4" y="65932"/>
          <a:ext cx="3275855" cy="518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100000"/>
            </a:lnSpc>
            <a:spcBef>
              <a:spcPct val="0"/>
            </a:spcBef>
            <a:spcAft>
              <a:spcPct val="20000"/>
            </a:spcAft>
            <a:buNone/>
          </a:pPr>
          <a:r>
            <a:rPr lang="zh-CN" altLang="en-US" sz="1600" b="1" kern="1200" dirty="0">
              <a:latin typeface="微软雅黑" panose="020B0503020204020204" pitchFamily="34" charset="-122"/>
              <a:ea typeface="微软雅黑" panose="020B0503020204020204" pitchFamily="34" charset="-122"/>
            </a:rPr>
            <a:t>数据层面</a:t>
          </a:r>
        </a:p>
      </dsp:txBody>
      <dsp:txXfrm>
        <a:off x="34" y="65932"/>
        <a:ext cx="3275855" cy="518400"/>
      </dsp:txXfrm>
    </dsp:sp>
    <dsp:sp modelId="{69218C7D-A5C6-4BB9-B753-14FB4AB3733E}">
      <dsp:nvSpPr>
        <dsp:cNvPr id="0" name=""/>
        <dsp:cNvSpPr/>
      </dsp:nvSpPr>
      <dsp:spPr>
        <a:xfrm>
          <a:off x="34" y="584332"/>
          <a:ext cx="3275855" cy="2152423"/>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10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路由器根据本路由器生成的</a:t>
          </a:r>
          <a:r>
            <a:rPr lang="zh-CN" altLang="en-US" sz="1600" b="1" kern="1200" dirty="0">
              <a:solidFill>
                <a:srgbClr val="C00000"/>
              </a:solidFill>
              <a:latin typeface="微软雅黑" panose="020B0503020204020204" pitchFamily="34" charset="-122"/>
              <a:ea typeface="微软雅黑" panose="020B0503020204020204" pitchFamily="34" charset="-122"/>
            </a:rPr>
            <a:t>转发表，</a:t>
          </a:r>
          <a:r>
            <a:rPr lang="zh-CN" altLang="en-US" sz="1600" b="1" kern="1200" dirty="0">
              <a:latin typeface="微软雅黑" panose="020B0503020204020204" pitchFamily="34" charset="-122"/>
              <a:ea typeface="微软雅黑" panose="020B0503020204020204" pitchFamily="34" charset="-122"/>
            </a:rPr>
            <a:t>把收到的分组从查找到的对应接口</a:t>
          </a:r>
          <a:r>
            <a:rPr lang="zh-CN" altLang="en-US" sz="1600" b="1" kern="1200" dirty="0">
              <a:solidFill>
                <a:srgbClr val="C00000"/>
              </a:solidFill>
              <a:latin typeface="微软雅黑" panose="020B0503020204020204" pitchFamily="34" charset="-122"/>
              <a:ea typeface="微软雅黑" panose="020B0503020204020204" pitchFamily="34" charset="-122"/>
            </a:rPr>
            <a:t>转发</a:t>
          </a:r>
          <a:r>
            <a:rPr lang="zh-CN" altLang="en-US" sz="1600" b="1" kern="1200" dirty="0">
              <a:latin typeface="微软雅黑" panose="020B0503020204020204" pitchFamily="34" charset="-122"/>
              <a:ea typeface="微软雅黑" panose="020B0503020204020204" pitchFamily="34" charset="-122"/>
            </a:rPr>
            <a:t>出去。</a:t>
          </a:r>
        </a:p>
        <a:p>
          <a:pPr marL="171450" lvl="1" indent="-171450" algn="l" defTabSz="711200">
            <a:lnSpc>
              <a:spcPct val="90000"/>
            </a:lnSpc>
            <a:spcBef>
              <a:spcPct val="0"/>
            </a:spcBef>
            <a:spcAft>
              <a:spcPct val="15000"/>
            </a:spcAft>
            <a:buChar char="•"/>
          </a:pPr>
          <a:r>
            <a:rPr lang="zh-CN" altLang="en-US" sz="1600" b="1" kern="1200" dirty="0">
              <a:solidFill>
                <a:srgbClr val="C00000"/>
              </a:solidFill>
              <a:latin typeface="微软雅黑" panose="020B0503020204020204" pitchFamily="34" charset="-122"/>
              <a:ea typeface="微软雅黑" panose="020B0503020204020204" pitchFamily="34" charset="-122"/>
            </a:rPr>
            <a:t>独立</a:t>
          </a:r>
          <a:r>
            <a:rPr lang="zh-CN" altLang="en-US" sz="1600" b="1" kern="1200" dirty="0">
              <a:latin typeface="微软雅黑" panose="020B0503020204020204" pitchFamily="34" charset="-122"/>
              <a:ea typeface="微软雅黑" panose="020B0503020204020204" pitchFamily="34" charset="-122"/>
            </a:rPr>
            <a:t>工作。</a:t>
          </a:r>
        </a:p>
        <a:p>
          <a:pPr marL="171450" lvl="1" indent="-171450" algn="l" defTabSz="711200">
            <a:lnSpc>
              <a:spcPct val="90000"/>
            </a:lnSpc>
            <a:spcBef>
              <a:spcPct val="0"/>
            </a:spcBef>
            <a:spcAft>
              <a:spcPct val="15000"/>
            </a:spcAft>
            <a:buChar char="•"/>
          </a:pPr>
          <a:r>
            <a:rPr lang="zh-CN" altLang="en-US" sz="1600" b="1" kern="1200" dirty="0">
              <a:latin typeface="微软雅黑" panose="020B0503020204020204" pitchFamily="34" charset="-122"/>
              <a:ea typeface="微软雅黑" panose="020B0503020204020204" pitchFamily="34" charset="-122"/>
            </a:rPr>
            <a:t>采用</a:t>
          </a:r>
          <a:r>
            <a:rPr lang="zh-CN" altLang="en-US" sz="1600" b="1" kern="1200" dirty="0">
              <a:solidFill>
                <a:srgbClr val="C00000"/>
              </a:solidFill>
              <a:latin typeface="微软雅黑" panose="020B0503020204020204" pitchFamily="34" charset="-122"/>
              <a:ea typeface="微软雅黑" panose="020B0503020204020204" pitchFamily="34" charset="-122"/>
            </a:rPr>
            <a:t>硬件</a:t>
          </a:r>
          <a:r>
            <a:rPr lang="zh-CN" altLang="en-US" sz="1600" b="1" kern="1200" dirty="0">
              <a:latin typeface="微软雅黑" panose="020B0503020204020204" pitchFamily="34" charset="-122"/>
              <a:ea typeface="微软雅黑" panose="020B0503020204020204" pitchFamily="34" charset="-122"/>
            </a:rPr>
            <a:t>进行转发，快。</a:t>
          </a:r>
        </a:p>
      </dsp:txBody>
      <dsp:txXfrm>
        <a:off x="34" y="584332"/>
        <a:ext cx="3275855" cy="2152423"/>
      </dsp:txXfrm>
    </dsp:sp>
    <dsp:sp modelId="{A287357E-4392-4759-BB71-D2529A5E730A}">
      <dsp:nvSpPr>
        <dsp:cNvPr id="0" name=""/>
        <dsp:cNvSpPr/>
      </dsp:nvSpPr>
      <dsp:spPr>
        <a:xfrm>
          <a:off x="3734509" y="65932"/>
          <a:ext cx="3275855" cy="518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控制层面</a:t>
          </a:r>
        </a:p>
      </dsp:txBody>
      <dsp:txXfrm>
        <a:off x="3734509" y="65932"/>
        <a:ext cx="3275855" cy="518400"/>
      </dsp:txXfrm>
    </dsp:sp>
    <dsp:sp modelId="{7E31D2C3-38FE-46A6-9137-AC78999E4E2D}">
      <dsp:nvSpPr>
        <dsp:cNvPr id="0" name=""/>
        <dsp:cNvSpPr/>
      </dsp:nvSpPr>
      <dsp:spPr>
        <a:xfrm>
          <a:off x="3734509" y="584332"/>
          <a:ext cx="3275855" cy="2152423"/>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根据路由选择协议所用的路由算法</a:t>
          </a:r>
          <a:r>
            <a:rPr lang="zh-CN" altLang="en-US" sz="1800" b="1" kern="1200" dirty="0">
              <a:solidFill>
                <a:srgbClr val="C00000"/>
              </a:solidFill>
              <a:latin typeface="微软雅黑" panose="020B0503020204020204" pitchFamily="34" charset="-122"/>
              <a:ea typeface="微软雅黑" panose="020B0503020204020204" pitchFamily="34" charset="-122"/>
            </a:rPr>
            <a:t>计算路由，</a:t>
          </a:r>
          <a:r>
            <a:rPr lang="zh-CN" altLang="en-US" sz="1800" b="1" kern="1200" dirty="0">
              <a:latin typeface="微软雅黑" panose="020B0503020204020204" pitchFamily="34" charset="-122"/>
              <a:ea typeface="微软雅黑" panose="020B0503020204020204" pitchFamily="34" charset="-122"/>
            </a:rPr>
            <a:t>创建出本路由器的</a:t>
          </a:r>
          <a:r>
            <a:rPr lang="zh-CN" altLang="en-US" sz="1800" b="1" kern="1200" dirty="0">
              <a:solidFill>
                <a:srgbClr val="C00000"/>
              </a:solidFill>
              <a:latin typeface="微软雅黑" panose="020B0503020204020204" pitchFamily="34" charset="-122"/>
              <a:ea typeface="微软雅黑" panose="020B0503020204020204" pitchFamily="34" charset="-122"/>
            </a:rPr>
            <a:t>路由表。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许多路由器</a:t>
          </a:r>
          <a:r>
            <a:rPr lang="zh-CN" altLang="en-US" sz="1800" b="1" kern="1200" dirty="0">
              <a:solidFill>
                <a:srgbClr val="C00000"/>
              </a:solidFill>
              <a:latin typeface="微软雅黑" panose="020B0503020204020204" pitchFamily="34" charset="-122"/>
              <a:ea typeface="微软雅黑" panose="020B0503020204020204" pitchFamily="34" charset="-122"/>
            </a:rPr>
            <a:t>协同</a:t>
          </a:r>
          <a:r>
            <a:rPr lang="zh-CN" altLang="en-US" sz="1800" b="1" kern="1200" dirty="0">
              <a:latin typeface="微软雅黑" panose="020B0503020204020204" pitchFamily="34" charset="-122"/>
              <a:ea typeface="微软雅黑" panose="020B0503020204020204" pitchFamily="34" charset="-122"/>
            </a:rPr>
            <a:t>动作。</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采用</a:t>
          </a:r>
          <a:r>
            <a:rPr lang="zh-CN" altLang="en-US" sz="1800" b="1" kern="1200" dirty="0">
              <a:solidFill>
                <a:srgbClr val="C00000"/>
              </a:solidFill>
              <a:latin typeface="微软雅黑" panose="020B0503020204020204" pitchFamily="34" charset="-122"/>
              <a:ea typeface="微软雅黑" panose="020B0503020204020204" pitchFamily="34" charset="-122"/>
            </a:rPr>
            <a:t>软件</a:t>
          </a:r>
          <a:r>
            <a:rPr lang="zh-CN" altLang="en-US" sz="1800" b="1" kern="1200" dirty="0">
              <a:latin typeface="微软雅黑" panose="020B0503020204020204" pitchFamily="34" charset="-122"/>
              <a:ea typeface="微软雅黑" panose="020B0503020204020204" pitchFamily="34" charset="-122"/>
            </a:rPr>
            <a:t>计算，慢。</a:t>
          </a:r>
        </a:p>
      </dsp:txBody>
      <dsp:txXfrm>
        <a:off x="3734509" y="584332"/>
        <a:ext cx="3275855" cy="21524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管理与</a:t>
          </a:r>
          <a:endParaRPr lang="en-US" altLang="zh-CN" sz="1600" b="1" kern="1200" dirty="0">
            <a:latin typeface="微软雅黑" panose="020B0503020204020204" pitchFamily="34" charset="-122"/>
            <a:ea typeface="微软雅黑" panose="020B0503020204020204" pitchFamily="34" charset="-122"/>
          </a:endParaRPr>
        </a:p>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en-US" altLang="zh-CN" sz="1600" b="1" kern="1200" dirty="0">
              <a:latin typeface="微软雅黑" panose="020B0503020204020204" pitchFamily="34" charset="-122"/>
              <a:ea typeface="微软雅黑" panose="020B0503020204020204" pitchFamily="34" charset="-122"/>
            </a:rPr>
            <a:t>……</a:t>
          </a:r>
          <a:endParaRPr lang="zh-CN" altLang="en-US" sz="1600" b="1" kern="1200" dirty="0">
            <a:latin typeface="微软雅黑" panose="020B0503020204020204" pitchFamily="34" charset="-122"/>
            <a:ea typeface="微软雅黑" panose="020B0503020204020204"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2025/11/3</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65</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73</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156</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163</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180</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182</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186</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202</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214</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268</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285</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288</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296</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315</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330</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332</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333</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335</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wmf"/><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10.wmf"/></Relationships>
</file>

<file path=ppt/slides/_rels/slide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5.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10.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2.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wmf"/><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6.wmf"/><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8.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9.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20.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2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wmf"/><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image" Target="../media/image24.emf"/></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72.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8.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9.wmf"/><Relationship Id="rId1" Type="http://schemas.openxmlformats.org/officeDocument/2006/relationships/slideLayout" Target="../slideLayouts/slideLayout3.xml"/><Relationship Id="rId4" Type="http://schemas.openxmlformats.org/officeDocument/2006/relationships/image" Target="../media/image8.wmf"/></Relationships>
</file>

<file path=ppt/slides/_rels/slide18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8.wmf"/><Relationship Id="rId4" Type="http://schemas.openxmlformats.org/officeDocument/2006/relationships/image" Target="../media/image28.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19.wmf"/><Relationship Id="rId4" Type="http://schemas.openxmlformats.org/officeDocument/2006/relationships/image" Target="../media/image7.png"/></Relationships>
</file>

<file path=ppt/slides/_rels/slide24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19.wmf"/><Relationship Id="rId4" Type="http://schemas.openxmlformats.org/officeDocument/2006/relationships/image" Target="../media/image7.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8.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5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2.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3.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2" Type="http://schemas.openxmlformats.org/officeDocument/2006/relationships/image" Target="../media/image33.wmf"/><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3" Type="http://schemas.openxmlformats.org/officeDocument/2006/relationships/image" Target="../media/image34.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6.wmf"/></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6.wmf"/><Relationship Id="rId4" Type="http://schemas.openxmlformats.org/officeDocument/2006/relationships/image" Target="../media/image34.wmf"/></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36.png"/><Relationship Id="rId1" Type="http://schemas.openxmlformats.org/officeDocument/2006/relationships/slideLayout" Target="../slideLayouts/slideLayout5.xml"/><Relationship Id="rId5" Type="http://schemas.openxmlformats.org/officeDocument/2006/relationships/image" Target="../media/image6.wmf"/><Relationship Id="rId4" Type="http://schemas.openxmlformats.org/officeDocument/2006/relationships/image" Target="../media/image34.wmf"/></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2.wmf"/><Relationship Id="rId5" Type="http://schemas.openxmlformats.org/officeDocument/2006/relationships/image" Target="../media/image8.wmf"/><Relationship Id="rId4" Type="http://schemas.openxmlformats.org/officeDocument/2006/relationships/image" Target="../media/image34.wmf"/></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1.xml"/></Relationships>
</file>

<file path=ppt/slides/_rels/slide294.xml.rels><?xml version="1.0" encoding="UTF-8" standalone="yes"?>
<Relationships xmlns="http://schemas.openxmlformats.org/package/2006/relationships"><Relationship Id="rId2" Type="http://schemas.openxmlformats.org/officeDocument/2006/relationships/image" Target="../media/image38.wmf"/><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6.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8.wmf"/></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wmf"/><Relationship Id="rId1" Type="http://schemas.openxmlformats.org/officeDocument/2006/relationships/slideLayout" Target="../slideLayouts/slideLayout2.xml"/><Relationship Id="rId4" Type="http://schemas.openxmlformats.org/officeDocument/2006/relationships/image" Target="../media/image38.wmf"/></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1.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2.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4187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8628"/>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20532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9420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4374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4374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5176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944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1012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网际层 </a:t>
              </a:r>
              <a:r>
                <a:rPr kumimoji="1" lang="en-US" altLang="zh-CN" sz="1100" b="1" dirty="0">
                  <a:solidFill>
                    <a:srgbClr val="C00000"/>
                  </a:solidFill>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1208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4082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4195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a:spLocks noChangeArrowheads="1"/>
          </p:cNvSpPr>
          <p:nvPr/>
        </p:nvSpPr>
        <p:spPr bwMode="auto">
          <a:xfrm>
            <a:off x="1673794" y="428822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0"/>
          <p:cNvSpPr>
            <a:spLocks noChangeArrowheads="1"/>
          </p:cNvSpPr>
          <p:nvPr/>
        </p:nvSpPr>
        <p:spPr bwMode="auto">
          <a:xfrm>
            <a:off x="1673794" y="265557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1"/>
          <p:cNvSpPr>
            <a:spLocks noChangeArrowheads="1"/>
          </p:cNvSpPr>
          <p:nvPr/>
        </p:nvSpPr>
        <p:spPr bwMode="auto">
          <a:xfrm>
            <a:off x="1673794" y="306327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Rectangle 12"/>
          <p:cNvSpPr>
            <a:spLocks noChangeArrowheads="1"/>
          </p:cNvSpPr>
          <p:nvPr/>
        </p:nvSpPr>
        <p:spPr bwMode="auto">
          <a:xfrm>
            <a:off x="1673794" y="346033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9" name="Rectangle 13"/>
          <p:cNvSpPr>
            <a:spLocks noChangeArrowheads="1"/>
          </p:cNvSpPr>
          <p:nvPr/>
        </p:nvSpPr>
        <p:spPr bwMode="auto">
          <a:xfrm>
            <a:off x="1673794" y="387713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19" name="Rectangle 9"/>
          <p:cNvSpPr>
            <a:spLocks noChangeArrowheads="1"/>
          </p:cNvSpPr>
          <p:nvPr/>
        </p:nvSpPr>
        <p:spPr bwMode="auto">
          <a:xfrm>
            <a:off x="1673794" y="627249"/>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0"/>
          <p:cNvSpPr>
            <a:spLocks noChangeArrowheads="1"/>
          </p:cNvSpPr>
          <p:nvPr/>
        </p:nvSpPr>
        <p:spPr bwMode="auto">
          <a:xfrm>
            <a:off x="1673794" y="104336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1"/>
          <p:cNvSpPr>
            <a:spLocks noChangeArrowheads="1"/>
          </p:cNvSpPr>
          <p:nvPr/>
        </p:nvSpPr>
        <p:spPr bwMode="auto">
          <a:xfrm>
            <a:off x="1673794" y="144191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2"/>
          <p:cNvSpPr>
            <a:spLocks noChangeArrowheads="1"/>
          </p:cNvSpPr>
          <p:nvPr/>
        </p:nvSpPr>
        <p:spPr bwMode="auto">
          <a:xfrm>
            <a:off x="1673794" y="185725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13"/>
          <p:cNvSpPr>
            <a:spLocks noChangeArrowheads="1"/>
          </p:cNvSpPr>
          <p:nvPr/>
        </p:nvSpPr>
        <p:spPr bwMode="auto">
          <a:xfrm>
            <a:off x="1673794" y="225577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30" name="Rectangle 17"/>
          <p:cNvSpPr>
            <a:spLocks noChangeArrowheads="1"/>
          </p:cNvSpPr>
          <p:nvPr/>
        </p:nvSpPr>
        <p:spPr bwMode="auto">
          <a:xfrm>
            <a:off x="1705542" y="530458"/>
            <a:ext cx="5678669" cy="41960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b="1" dirty="0">
                <a:solidFill>
                  <a:schemeClr val="bg1"/>
                </a:solidFill>
                <a:latin typeface="微软雅黑" pitchFamily="34" charset="-122"/>
                <a:ea typeface="微软雅黑" pitchFamily="34" charset="-122"/>
              </a:rPr>
              <a:t>4.1                                 </a:t>
            </a:r>
            <a:r>
              <a:rPr lang="zh-CN" altLang="en-US" sz="2000" b="1" dirty="0">
                <a:solidFill>
                  <a:schemeClr val="bg1"/>
                </a:solidFill>
                <a:latin typeface="微软雅黑" pitchFamily="34" charset="-122"/>
                <a:ea typeface="微软雅黑" pitchFamily="34" charset="-122"/>
              </a:rPr>
              <a:t>网络层的几个重要概念</a:t>
            </a:r>
          </a:p>
          <a:p>
            <a:pPr eaLnBrk="0" hangingPunct="0">
              <a:lnSpc>
                <a:spcPts val="3200"/>
              </a:lnSpc>
            </a:pPr>
            <a:r>
              <a:rPr lang="en-US" altLang="zh-CN" sz="2000" b="1" dirty="0">
                <a:solidFill>
                  <a:schemeClr val="bg1"/>
                </a:solidFill>
                <a:latin typeface="微软雅黑" pitchFamily="34" charset="-122"/>
                <a:ea typeface="微软雅黑" pitchFamily="34" charset="-122"/>
              </a:rPr>
              <a:t>4.2                                                 </a:t>
            </a:r>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p>
          <a:p>
            <a:pPr eaLnBrk="0" hangingPunct="0">
              <a:lnSpc>
                <a:spcPts val="3200"/>
              </a:lnSpc>
            </a:pPr>
            <a:r>
              <a:rPr lang="en-US" altLang="zh-CN" sz="2000" b="1" dirty="0">
                <a:solidFill>
                  <a:schemeClr val="bg1"/>
                </a:solidFill>
                <a:latin typeface="微软雅黑" pitchFamily="34" charset="-122"/>
                <a:ea typeface="微软雅黑" pitchFamily="34" charset="-122"/>
              </a:rPr>
              <a:t>4.3                                    IP </a:t>
            </a:r>
            <a:r>
              <a:rPr lang="zh-CN" altLang="en-US" sz="2000" b="1" dirty="0">
                <a:solidFill>
                  <a:schemeClr val="bg1"/>
                </a:solidFill>
                <a:latin typeface="微软雅黑" pitchFamily="34" charset="-122"/>
                <a:ea typeface="微软雅黑" pitchFamily="34" charset="-122"/>
              </a:rPr>
              <a:t>层转发分组的过程</a:t>
            </a:r>
          </a:p>
          <a:p>
            <a:pPr eaLnBrk="0" hangingPunct="0">
              <a:lnSpc>
                <a:spcPts val="3200"/>
              </a:lnSpc>
            </a:pPr>
            <a:r>
              <a:rPr lang="en-US" altLang="zh-CN" sz="2000" b="1" dirty="0">
                <a:solidFill>
                  <a:schemeClr val="bg1"/>
                </a:solidFill>
                <a:latin typeface="微软雅黑" pitchFamily="34" charset="-122"/>
                <a:ea typeface="微软雅黑" pitchFamily="34" charset="-122"/>
              </a:rPr>
              <a:t>4.4                              </a:t>
            </a:r>
            <a:r>
              <a:rPr lang="zh-CN" altLang="en-US" sz="2000" b="1" dirty="0">
                <a:solidFill>
                  <a:schemeClr val="bg1"/>
                </a:solidFill>
                <a:latin typeface="微软雅黑" pitchFamily="34" charset="-122"/>
                <a:ea typeface="微软雅黑" pitchFamily="34" charset="-122"/>
              </a:rPr>
              <a:t>网际控制报文协议 </a:t>
            </a:r>
            <a:r>
              <a:rPr lang="en-US" altLang="zh-CN" sz="2000" b="1" dirty="0">
                <a:solidFill>
                  <a:schemeClr val="bg1"/>
                </a:solidFill>
                <a:latin typeface="微软雅黑" pitchFamily="34" charset="-122"/>
                <a:ea typeface="微软雅黑" pitchFamily="34" charset="-122"/>
              </a:rPr>
              <a:t>ICMP</a:t>
            </a:r>
          </a:p>
          <a:p>
            <a:pPr eaLnBrk="0" hangingPunct="0">
              <a:lnSpc>
                <a:spcPts val="3200"/>
              </a:lnSpc>
            </a:pPr>
            <a:r>
              <a:rPr lang="en-US" altLang="zh-CN" sz="2000" b="1" dirty="0">
                <a:solidFill>
                  <a:schemeClr val="bg1"/>
                </a:solidFill>
                <a:latin typeface="微软雅黑" pitchFamily="34" charset="-122"/>
                <a:ea typeface="微软雅黑" pitchFamily="34" charset="-122"/>
              </a:rPr>
              <a:t>4.5                                                           IPv6</a:t>
            </a:r>
            <a:endParaRPr lang="zh-CN" altLang="en-US"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4.6                                 </a:t>
            </a:r>
            <a:r>
              <a:rPr lang="zh-CN" altLang="en-US" sz="2000" b="1" dirty="0">
                <a:solidFill>
                  <a:schemeClr val="bg1"/>
                </a:solidFill>
                <a:latin typeface="微软雅黑" pitchFamily="34" charset="-122"/>
                <a:ea typeface="微软雅黑" pitchFamily="34" charset="-122"/>
              </a:rPr>
              <a:t>互联网的路由选择协议</a:t>
            </a:r>
            <a:endParaRPr lang="en-US" altLang="zh-CN"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4.7                                                        IP </a:t>
            </a:r>
            <a:r>
              <a:rPr lang="zh-CN" altLang="en-US" sz="2000" b="1" dirty="0">
                <a:solidFill>
                  <a:schemeClr val="bg1"/>
                </a:solidFill>
                <a:latin typeface="微软雅黑" pitchFamily="34" charset="-122"/>
                <a:ea typeface="微软雅黑" pitchFamily="34" charset="-122"/>
              </a:rPr>
              <a:t>多播</a:t>
            </a:r>
          </a:p>
          <a:p>
            <a:pPr eaLnBrk="0" hangingPunct="0">
              <a:lnSpc>
                <a:spcPts val="3200"/>
              </a:lnSpc>
            </a:pPr>
            <a:r>
              <a:rPr lang="en-US" altLang="zh-CN" sz="2000" b="1" dirty="0">
                <a:solidFill>
                  <a:schemeClr val="bg1"/>
                </a:solidFill>
                <a:latin typeface="微软雅黑" pitchFamily="34" charset="-122"/>
                <a:ea typeface="微软雅黑" pitchFamily="34" charset="-122"/>
              </a:rPr>
              <a:t>4.8         </a:t>
            </a:r>
            <a:r>
              <a:rPr lang="zh-CN" altLang="en-US" sz="2000" b="1" dirty="0">
                <a:solidFill>
                  <a:schemeClr val="bg1"/>
                </a:solidFill>
                <a:latin typeface="微软雅黑" pitchFamily="34" charset="-122"/>
                <a:ea typeface="微软雅黑" pitchFamily="34" charset="-122"/>
              </a:rPr>
              <a:t>虚拟专用网 </a:t>
            </a:r>
            <a:r>
              <a:rPr lang="en-US" altLang="zh-CN" sz="2000" b="1" dirty="0">
                <a:solidFill>
                  <a:schemeClr val="bg1"/>
                </a:solidFill>
                <a:latin typeface="微软雅黑" pitchFamily="34" charset="-122"/>
                <a:ea typeface="微软雅黑" pitchFamily="34" charset="-122"/>
              </a:rPr>
              <a:t>VPN </a:t>
            </a:r>
            <a:r>
              <a:rPr lang="zh-CN" altLang="en-US" sz="2000" b="1" dirty="0">
                <a:solidFill>
                  <a:schemeClr val="bg1"/>
                </a:solidFill>
                <a:latin typeface="微软雅黑" pitchFamily="34" charset="-122"/>
                <a:ea typeface="微软雅黑" pitchFamily="34" charset="-122"/>
              </a:rPr>
              <a:t>和网络地址转换 </a:t>
            </a:r>
            <a:r>
              <a:rPr lang="en-US" altLang="zh-CN" sz="2000" b="1" dirty="0">
                <a:solidFill>
                  <a:schemeClr val="bg1"/>
                </a:solidFill>
                <a:latin typeface="微软雅黑" pitchFamily="34" charset="-122"/>
                <a:ea typeface="微软雅黑" pitchFamily="34" charset="-122"/>
              </a:rPr>
              <a:t>NAT</a:t>
            </a:r>
          </a:p>
          <a:p>
            <a:pPr eaLnBrk="0" hangingPunct="0">
              <a:lnSpc>
                <a:spcPts val="3200"/>
              </a:lnSpc>
            </a:pPr>
            <a:r>
              <a:rPr lang="en-US" altLang="zh-CN" sz="2000" b="1" dirty="0">
                <a:solidFill>
                  <a:schemeClr val="bg1"/>
                </a:solidFill>
                <a:latin typeface="微软雅黑" pitchFamily="34" charset="-122"/>
                <a:ea typeface="微软雅黑" pitchFamily="34" charset="-122"/>
              </a:rPr>
              <a:t>4.9                                 </a:t>
            </a:r>
            <a:r>
              <a:rPr lang="zh-CN" altLang="en-US" sz="2000" b="1" dirty="0">
                <a:solidFill>
                  <a:schemeClr val="bg1"/>
                </a:solidFill>
                <a:latin typeface="微软雅黑" pitchFamily="34" charset="-122"/>
                <a:ea typeface="微软雅黑" pitchFamily="34" charset="-122"/>
              </a:rPr>
              <a:t>多协议标记交换 </a:t>
            </a:r>
            <a:r>
              <a:rPr lang="en-US" altLang="zh-CN" sz="2000" b="1" dirty="0">
                <a:solidFill>
                  <a:schemeClr val="bg1"/>
                </a:solidFill>
                <a:latin typeface="微软雅黑" pitchFamily="34" charset="-122"/>
                <a:ea typeface="微软雅黑" pitchFamily="34" charset="-122"/>
              </a:rPr>
              <a:t>MPLS</a:t>
            </a:r>
          </a:p>
          <a:p>
            <a:pPr eaLnBrk="0" hangingPunct="0">
              <a:lnSpc>
                <a:spcPts val="3200"/>
              </a:lnSpc>
            </a:pPr>
            <a:r>
              <a:rPr lang="en-US" altLang="zh-CN" sz="2000" b="1" dirty="0">
                <a:solidFill>
                  <a:schemeClr val="bg1"/>
                </a:solidFill>
                <a:latin typeface="微软雅黑" pitchFamily="34" charset="-122"/>
                <a:ea typeface="微软雅黑" pitchFamily="34" charset="-122"/>
              </a:rPr>
              <a:t>4.10                            </a:t>
            </a:r>
            <a:r>
              <a:rPr lang="zh-CN" altLang="en-US" sz="2000" b="1" dirty="0">
                <a:solidFill>
                  <a:schemeClr val="bg1"/>
                </a:solidFill>
                <a:latin typeface="微软雅黑" pitchFamily="34" charset="-122"/>
                <a:ea typeface="微软雅黑" pitchFamily="34" charset="-122"/>
              </a:rPr>
              <a:t>软件定义网络 </a:t>
            </a:r>
            <a:r>
              <a:rPr lang="en-US" altLang="zh-CN" sz="2000" b="1" dirty="0">
                <a:solidFill>
                  <a:schemeClr val="bg1"/>
                </a:solidFill>
                <a:latin typeface="微软雅黑" pitchFamily="34" charset="-122"/>
                <a:ea typeface="微软雅黑" pitchFamily="34" charset="-122"/>
              </a:rPr>
              <a:t>SDN </a:t>
            </a:r>
            <a:r>
              <a:rPr lang="zh-CN" altLang="en-US" sz="2000" b="1" dirty="0">
                <a:solidFill>
                  <a:schemeClr val="bg1"/>
                </a:solidFill>
                <a:latin typeface="微软雅黑" pitchFamily="34" charset="-122"/>
                <a:ea typeface="微软雅黑" pitchFamily="34" charset="-122"/>
              </a:rPr>
              <a:t>简介</a:t>
            </a:r>
            <a:endParaRPr lang="en-US"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 </a:t>
            </a:r>
          </a:p>
          <a:p>
            <a:r>
              <a:rPr lang="zh-CN" altLang="en-US" dirty="0"/>
              <a:t>如果再使用可靠传输的网络协议，可使所发送的分组无差错按序到达终点，不丢失、不重复。</a:t>
            </a:r>
          </a:p>
          <a:p>
            <a:endParaRPr lang="zh-CN" altLang="en-US" dirty="0"/>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14"/>
          <p:cNvSpPr>
            <a:spLocks noChangeArrowheads="1"/>
          </p:cNvSpPr>
          <p:nvPr/>
        </p:nvSpPr>
        <p:spPr bwMode="auto">
          <a:xfrm>
            <a:off x="6737840" y="1303018"/>
            <a:ext cx="1163625" cy="1153056"/>
          </a:xfrm>
          <a:prstGeom prst="rect">
            <a:avLst/>
          </a:prstGeom>
          <a:solidFill>
            <a:srgbClr val="00FFFF"/>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 name="Rectangle 9"/>
          <p:cNvSpPr>
            <a:spLocks noChangeArrowheads="1"/>
          </p:cNvSpPr>
          <p:nvPr/>
        </p:nvSpPr>
        <p:spPr bwMode="auto">
          <a:xfrm>
            <a:off x="1185800" y="1249669"/>
            <a:ext cx="1163627" cy="1140931"/>
          </a:xfrm>
          <a:prstGeom prst="rect">
            <a:avLst/>
          </a:prstGeom>
          <a:solidFill>
            <a:srgbClr val="99FFCC"/>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3" name="Rectangle 2"/>
          <p:cNvSpPr>
            <a:spLocks noChangeArrowheads="1"/>
          </p:cNvSpPr>
          <p:nvPr/>
        </p:nvSpPr>
        <p:spPr bwMode="auto">
          <a:xfrm>
            <a:off x="6753601" y="1797704"/>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 name="Rectangle 4"/>
          <p:cNvSpPr>
            <a:spLocks noChangeArrowheads="1"/>
          </p:cNvSpPr>
          <p:nvPr/>
        </p:nvSpPr>
        <p:spPr bwMode="auto">
          <a:xfrm>
            <a:off x="1201562" y="1732231"/>
            <a:ext cx="113361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 name="Line 7"/>
          <p:cNvSpPr>
            <a:spLocks noChangeShapeType="1"/>
          </p:cNvSpPr>
          <p:nvPr/>
        </p:nvSpPr>
        <p:spPr bwMode="auto">
          <a:xfrm>
            <a:off x="4554186" y="1440026"/>
            <a:ext cx="44862" cy="42921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 name="Line 8"/>
          <p:cNvSpPr>
            <a:spLocks noChangeShapeType="1"/>
          </p:cNvSpPr>
          <p:nvPr/>
        </p:nvSpPr>
        <p:spPr bwMode="auto">
          <a:xfrm>
            <a:off x="2574228" y="2102033"/>
            <a:ext cx="387989" cy="1976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 name="Line 10"/>
          <p:cNvSpPr>
            <a:spLocks noChangeShapeType="1"/>
          </p:cNvSpPr>
          <p:nvPr/>
        </p:nvSpPr>
        <p:spPr bwMode="auto">
          <a:xfrm>
            <a:off x="1185800" y="1511562"/>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 name="Line 11"/>
          <p:cNvSpPr>
            <a:spLocks noChangeShapeType="1"/>
          </p:cNvSpPr>
          <p:nvPr/>
        </p:nvSpPr>
        <p:spPr bwMode="auto">
          <a:xfrm>
            <a:off x="1185800" y="1732231"/>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 name="Line 12"/>
          <p:cNvSpPr>
            <a:spLocks noChangeShapeType="1"/>
          </p:cNvSpPr>
          <p:nvPr/>
        </p:nvSpPr>
        <p:spPr bwMode="auto">
          <a:xfrm>
            <a:off x="1185800" y="1952900"/>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3" name="Line 13"/>
          <p:cNvSpPr>
            <a:spLocks noChangeShapeType="1"/>
          </p:cNvSpPr>
          <p:nvPr/>
        </p:nvSpPr>
        <p:spPr bwMode="auto">
          <a:xfrm>
            <a:off x="1185800" y="2173569"/>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1577035"/>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1797704"/>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2018373"/>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223904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72703" y="1279254"/>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31" name="Line 21"/>
          <p:cNvSpPr>
            <a:spLocks noChangeShapeType="1"/>
          </p:cNvSpPr>
          <p:nvPr/>
        </p:nvSpPr>
        <p:spPr bwMode="auto">
          <a:xfrm>
            <a:off x="3219260" y="2299666"/>
            <a:ext cx="1228229" cy="46316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 name="Line 22"/>
          <p:cNvSpPr>
            <a:spLocks noChangeShapeType="1"/>
          </p:cNvSpPr>
          <p:nvPr/>
        </p:nvSpPr>
        <p:spPr bwMode="auto">
          <a:xfrm flipV="1">
            <a:off x="3154999" y="1968662"/>
            <a:ext cx="1422224" cy="3310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 name="Line 23"/>
          <p:cNvSpPr>
            <a:spLocks noChangeShapeType="1"/>
          </p:cNvSpPr>
          <p:nvPr/>
        </p:nvSpPr>
        <p:spPr bwMode="auto">
          <a:xfrm>
            <a:off x="4705745" y="1968662"/>
            <a:ext cx="1163968" cy="39647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 name="Line 24"/>
          <p:cNvSpPr>
            <a:spLocks noChangeShapeType="1"/>
          </p:cNvSpPr>
          <p:nvPr/>
        </p:nvSpPr>
        <p:spPr bwMode="auto">
          <a:xfrm flipV="1">
            <a:off x="4577223" y="2433037"/>
            <a:ext cx="1292490" cy="32979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 name="Line 25"/>
          <p:cNvSpPr>
            <a:spLocks noChangeShapeType="1"/>
          </p:cNvSpPr>
          <p:nvPr/>
        </p:nvSpPr>
        <p:spPr bwMode="auto">
          <a:xfrm flipV="1">
            <a:off x="5933974" y="2102033"/>
            <a:ext cx="516511" cy="2631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7" name="Text Box 27"/>
          <p:cNvSpPr txBox="1">
            <a:spLocks noChangeArrowheads="1"/>
          </p:cNvSpPr>
          <p:nvPr/>
        </p:nvSpPr>
        <p:spPr bwMode="auto">
          <a:xfrm>
            <a:off x="6111327" y="1277526"/>
            <a:ext cx="499094" cy="33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37" name="Line 29"/>
          <p:cNvSpPr>
            <a:spLocks noChangeShapeType="1"/>
          </p:cNvSpPr>
          <p:nvPr/>
        </p:nvSpPr>
        <p:spPr bwMode="auto">
          <a:xfrm flipV="1">
            <a:off x="3154999" y="1373341"/>
            <a:ext cx="1356751" cy="8608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a:off x="4641484" y="1373341"/>
            <a:ext cx="1292490" cy="92632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2167506"/>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83229" y="1836503"/>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2630669"/>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2234193"/>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1239969"/>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4" name="Freeform 36"/>
          <p:cNvSpPr>
            <a:spLocks/>
          </p:cNvSpPr>
          <p:nvPr/>
        </p:nvSpPr>
        <p:spPr bwMode="auto">
          <a:xfrm>
            <a:off x="2182601" y="1854690"/>
            <a:ext cx="4721347" cy="632908"/>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57150" cmpd="sng">
            <a:solidFill>
              <a:srgbClr val="FF00FF"/>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5" name="Text Box 37"/>
          <p:cNvSpPr txBox="1">
            <a:spLocks noChangeArrowheads="1"/>
          </p:cNvSpPr>
          <p:nvPr/>
        </p:nvSpPr>
        <p:spPr bwMode="auto">
          <a:xfrm>
            <a:off x="4188911" y="2174781"/>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46" name="Text Box 38"/>
          <p:cNvSpPr txBox="1">
            <a:spLocks noChangeArrowheads="1"/>
          </p:cNvSpPr>
          <p:nvPr/>
        </p:nvSpPr>
        <p:spPr bwMode="auto">
          <a:xfrm>
            <a:off x="1867631" y="3113290"/>
            <a:ext cx="5344733" cy="369332"/>
          </a:xfrm>
          <a:prstGeom prst="rect">
            <a:avLst/>
          </a:prstGeom>
          <a:solidFill>
            <a:srgbClr val="0000FF"/>
          </a:solidFill>
          <a:ln w="9525">
            <a:solidFill>
              <a:srgbClr val="3333CC"/>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发送给 </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2</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的所有分组都沿着同一条虚电路传送</a:t>
            </a:r>
          </a:p>
        </p:txBody>
      </p:sp>
      <p:pic>
        <p:nvPicPr>
          <p:cNvPr id="5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9086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1132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54" name="Text Box 5"/>
          <p:cNvSpPr txBox="1">
            <a:spLocks noChangeArrowheads="1"/>
          </p:cNvSpPr>
          <p:nvPr/>
        </p:nvSpPr>
        <p:spPr bwMode="auto">
          <a:xfrm>
            <a:off x="1153557" y="1222179"/>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55" name="Text Box 3"/>
          <p:cNvSpPr txBox="1">
            <a:spLocks noChangeArrowheads="1"/>
          </p:cNvSpPr>
          <p:nvPr/>
        </p:nvSpPr>
        <p:spPr bwMode="auto">
          <a:xfrm>
            <a:off x="6705596" y="1287652"/>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2" name="矩形 1"/>
          <p:cNvSpPr/>
          <p:nvPr/>
        </p:nvSpPr>
        <p:spPr>
          <a:xfrm>
            <a:off x="1337724" y="3807992"/>
            <a:ext cx="6719348" cy="759182"/>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虚电路只是一条</a:t>
            </a:r>
            <a:r>
              <a:rPr lang="zh-CN" altLang="en-US" b="1" dirty="0">
                <a:solidFill>
                  <a:srgbClr val="C00000"/>
                </a:solidFill>
                <a:latin typeface="微软雅黑" panose="020B0503020204020204" pitchFamily="34" charset="-122"/>
                <a:ea typeface="微软雅黑" panose="020B0503020204020204" pitchFamily="34" charset="-122"/>
              </a:rPr>
              <a:t>逻辑上的连接，</a:t>
            </a:r>
            <a:r>
              <a:rPr lang="zh-CN" altLang="en-US" b="1" dirty="0">
                <a:latin typeface="微软雅黑" panose="020B0503020204020204" pitchFamily="34" charset="-122"/>
                <a:ea typeface="微软雅黑" panose="020B0503020204020204" pitchFamily="34" charset="-122"/>
              </a:rPr>
              <a:t>分组都沿着这条逻辑连接按照存储转发方式传送，并</a:t>
            </a:r>
            <a:r>
              <a:rPr lang="zh-CN" altLang="en-US" b="1" dirty="0">
                <a:solidFill>
                  <a:srgbClr val="C00000"/>
                </a:solidFill>
                <a:latin typeface="微软雅黑" panose="020B0503020204020204" pitchFamily="34" charset="-122"/>
                <a:ea typeface="微软雅黑" panose="020B0503020204020204" pitchFamily="34" charset="-122"/>
              </a:rPr>
              <a:t>不是</a:t>
            </a:r>
            <a:r>
              <a:rPr lang="zh-CN" altLang="en-US" b="1" dirty="0">
                <a:latin typeface="微软雅黑" panose="020B0503020204020204" pitchFamily="34" charset="-122"/>
                <a:ea typeface="微软雅黑" panose="020B0503020204020204" pitchFamily="34" charset="-122"/>
              </a:rPr>
              <a:t>真正建立了一条</a:t>
            </a:r>
            <a:r>
              <a:rPr lang="zh-CN" altLang="en-US" b="1" dirty="0">
                <a:solidFill>
                  <a:srgbClr val="C00000"/>
                </a:solidFill>
                <a:latin typeface="微软雅黑" panose="020B0503020204020204" pitchFamily="34" charset="-122"/>
                <a:ea typeface="微软雅黑" panose="020B0503020204020204" pitchFamily="34" charset="-122"/>
              </a:rPr>
              <a:t>物理连接。</a:t>
            </a: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互联网采用的设计思路：</a:t>
            </a:r>
            <a:endParaRPr lang="en-US" altLang="zh-CN" dirty="0"/>
          </a:p>
          <a:p>
            <a:r>
              <a:rPr lang="zh-CN" altLang="en-US" dirty="0"/>
              <a:t>网络层要设计得尽量简单，向其上层只提供简单灵活的、无连接的、尽最大努力交付的数据报服务。</a:t>
            </a:r>
          </a:p>
          <a:p>
            <a:pPr lvl="1"/>
            <a:r>
              <a:rPr lang="zh-CN" altLang="en-US" dirty="0"/>
              <a:t>网络在发送分组时不需要先建立连接。</a:t>
            </a:r>
            <a:endParaRPr lang="en-US" altLang="zh-CN" dirty="0"/>
          </a:p>
          <a:p>
            <a:pPr lvl="1"/>
            <a:r>
              <a:rPr lang="zh-CN" altLang="en-US" dirty="0"/>
              <a:t>每一个分组（即 </a:t>
            </a:r>
            <a:r>
              <a:rPr lang="en-US" altLang="zh-CN" dirty="0"/>
              <a:t>IP </a:t>
            </a:r>
            <a:r>
              <a:rPr lang="zh-CN" altLang="en-US" dirty="0"/>
              <a:t>数据报）独立发送，与其前后的分组无关（不进行编号）。</a:t>
            </a:r>
          </a:p>
          <a:p>
            <a:pPr lvl="1"/>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 </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 Box 38"/>
          <p:cNvSpPr txBox="1">
            <a:spLocks noChangeArrowheads="1"/>
          </p:cNvSpPr>
          <p:nvPr/>
        </p:nvSpPr>
        <p:spPr bwMode="auto">
          <a:xfrm>
            <a:off x="2165789" y="3328957"/>
            <a:ext cx="4748416" cy="369332"/>
          </a:xfrm>
          <a:prstGeom prst="rect">
            <a:avLst/>
          </a:prstGeom>
          <a:solidFill>
            <a:srgbClr val="0000FF"/>
          </a:solidFill>
          <a:ln w="9525">
            <a:solidFill>
              <a:srgbClr val="3333CC"/>
            </a:solidFill>
            <a:miter lim="800000"/>
            <a:headEnd/>
            <a:tailEnd/>
          </a:ln>
          <a:effectLst/>
        </p:spPr>
        <p:txBody>
          <a:bodyPr wrap="none">
            <a:spAutoFit/>
          </a:bodyPr>
          <a:lstStyle/>
          <a:p>
            <a:pPr lvl="0" algn="ctr">
              <a:defRPr/>
            </a:pP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1</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发送给 </a:t>
            </a: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2</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的分组可能沿着不同路径传送</a:t>
            </a:r>
          </a:p>
        </p:txBody>
      </p:sp>
      <p:sp>
        <p:nvSpPr>
          <p:cNvPr id="51" name="Rectangle 10"/>
          <p:cNvSpPr>
            <a:spLocks noChangeArrowheads="1"/>
          </p:cNvSpPr>
          <p:nvPr/>
        </p:nvSpPr>
        <p:spPr bwMode="auto">
          <a:xfrm>
            <a:off x="1123656" y="1294980"/>
            <a:ext cx="1204727" cy="1254896"/>
          </a:xfrm>
          <a:prstGeom prst="rect">
            <a:avLst/>
          </a:prstGeom>
          <a:solidFill>
            <a:srgbClr val="99FFCC"/>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6" name="Rectangle 15"/>
          <p:cNvSpPr>
            <a:spLocks noChangeArrowheads="1"/>
          </p:cNvSpPr>
          <p:nvPr/>
        </p:nvSpPr>
        <p:spPr bwMode="auto">
          <a:xfrm>
            <a:off x="6839939" y="1368720"/>
            <a:ext cx="1203226" cy="1254896"/>
          </a:xfrm>
          <a:prstGeom prst="rect">
            <a:avLst/>
          </a:prstGeom>
          <a:solidFill>
            <a:srgbClr val="00FF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4" name="Rectangle 2"/>
          <p:cNvSpPr>
            <a:spLocks noChangeArrowheads="1"/>
          </p:cNvSpPr>
          <p:nvPr/>
        </p:nvSpPr>
        <p:spPr bwMode="auto">
          <a:xfrm>
            <a:off x="6855740" y="187568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6" name="Rectangle 4"/>
          <p:cNvSpPr>
            <a:spLocks noChangeArrowheads="1"/>
          </p:cNvSpPr>
          <p:nvPr/>
        </p:nvSpPr>
        <p:spPr bwMode="auto">
          <a:xfrm>
            <a:off x="1140775" y="180194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8" name="Line 7"/>
          <p:cNvSpPr>
            <a:spLocks noChangeShapeType="1"/>
          </p:cNvSpPr>
          <p:nvPr/>
        </p:nvSpPr>
        <p:spPr bwMode="auto">
          <a:xfrm>
            <a:off x="4627742" y="1480647"/>
            <a:ext cx="44771" cy="48194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9" name="AutoShape 8"/>
          <p:cNvSpPr>
            <a:spLocks noChangeArrowheads="1"/>
          </p:cNvSpPr>
          <p:nvPr/>
        </p:nvSpPr>
        <p:spPr bwMode="auto">
          <a:xfrm>
            <a:off x="3802658" y="2401902"/>
            <a:ext cx="678098" cy="630082"/>
          </a:xfrm>
          <a:prstGeom prst="irregularSeal2">
            <a:avLst/>
          </a:prstGeom>
          <a:solidFill>
            <a:srgbClr val="00FFFF"/>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0" name="Line 9"/>
          <p:cNvSpPr>
            <a:spLocks noChangeShapeType="1"/>
          </p:cNvSpPr>
          <p:nvPr/>
        </p:nvSpPr>
        <p:spPr bwMode="auto">
          <a:xfrm>
            <a:off x="2588044" y="2225947"/>
            <a:ext cx="396352" cy="2225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52" name="Line 11"/>
          <p:cNvSpPr>
            <a:spLocks noChangeShapeType="1"/>
          </p:cNvSpPr>
          <p:nvPr/>
        </p:nvSpPr>
        <p:spPr bwMode="auto">
          <a:xfrm>
            <a:off x="1123656" y="156228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3" name="Line 12"/>
          <p:cNvSpPr>
            <a:spLocks noChangeShapeType="1"/>
          </p:cNvSpPr>
          <p:nvPr/>
        </p:nvSpPr>
        <p:spPr bwMode="auto">
          <a:xfrm>
            <a:off x="1123656" y="1809843"/>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4" name="Line 13"/>
          <p:cNvSpPr>
            <a:spLocks noChangeShapeType="1"/>
          </p:cNvSpPr>
          <p:nvPr/>
        </p:nvSpPr>
        <p:spPr bwMode="auto">
          <a:xfrm>
            <a:off x="1123656" y="205739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14"/>
          <p:cNvSpPr>
            <a:spLocks noChangeShapeType="1"/>
          </p:cNvSpPr>
          <p:nvPr/>
        </p:nvSpPr>
        <p:spPr bwMode="auto">
          <a:xfrm>
            <a:off x="1123656" y="2307587"/>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7" name="Line 16"/>
          <p:cNvSpPr>
            <a:spLocks noChangeShapeType="1"/>
          </p:cNvSpPr>
          <p:nvPr/>
        </p:nvSpPr>
        <p:spPr bwMode="auto">
          <a:xfrm>
            <a:off x="6839939" y="16360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17"/>
          <p:cNvSpPr>
            <a:spLocks noChangeShapeType="1"/>
          </p:cNvSpPr>
          <p:nvPr/>
        </p:nvSpPr>
        <p:spPr bwMode="auto">
          <a:xfrm>
            <a:off x="6839939" y="1883583"/>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9" name="Line 18"/>
          <p:cNvSpPr>
            <a:spLocks noChangeShapeType="1"/>
          </p:cNvSpPr>
          <p:nvPr/>
        </p:nvSpPr>
        <p:spPr bwMode="auto">
          <a:xfrm>
            <a:off x="6839939" y="2131138"/>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0" name="Line 19"/>
          <p:cNvSpPr>
            <a:spLocks noChangeShapeType="1"/>
          </p:cNvSpPr>
          <p:nvPr/>
        </p:nvSpPr>
        <p:spPr bwMode="auto">
          <a:xfrm>
            <a:off x="6839939" y="23813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Text Box 20"/>
          <p:cNvSpPr txBox="1">
            <a:spLocks noChangeArrowheads="1"/>
          </p:cNvSpPr>
          <p:nvPr/>
        </p:nvSpPr>
        <p:spPr bwMode="auto">
          <a:xfrm>
            <a:off x="2456365" y="1386825"/>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63" name="Line 22"/>
          <p:cNvSpPr>
            <a:spLocks noChangeShapeType="1"/>
          </p:cNvSpPr>
          <p:nvPr/>
        </p:nvSpPr>
        <p:spPr bwMode="auto">
          <a:xfrm>
            <a:off x="3247752" y="2448483"/>
            <a:ext cx="1253578" cy="52013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4" name="Line 23"/>
          <p:cNvSpPr>
            <a:spLocks noChangeShapeType="1"/>
          </p:cNvSpPr>
          <p:nvPr/>
        </p:nvSpPr>
        <p:spPr bwMode="auto">
          <a:xfrm flipV="1">
            <a:off x="3181913" y="2075833"/>
            <a:ext cx="1452413" cy="37264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5" name="Line 24"/>
          <p:cNvSpPr>
            <a:spLocks noChangeShapeType="1"/>
          </p:cNvSpPr>
          <p:nvPr/>
        </p:nvSpPr>
        <p:spPr bwMode="auto">
          <a:xfrm>
            <a:off x="4764687" y="2075833"/>
            <a:ext cx="1189056" cy="4463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6" name="Line 25"/>
          <p:cNvSpPr>
            <a:spLocks noChangeShapeType="1"/>
          </p:cNvSpPr>
          <p:nvPr/>
        </p:nvSpPr>
        <p:spPr bwMode="auto">
          <a:xfrm flipV="1">
            <a:off x="4634326" y="2597280"/>
            <a:ext cx="1319418" cy="3713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7" name="Line 26"/>
          <p:cNvSpPr>
            <a:spLocks noChangeShapeType="1"/>
          </p:cNvSpPr>
          <p:nvPr/>
        </p:nvSpPr>
        <p:spPr bwMode="auto">
          <a:xfrm flipV="1">
            <a:off x="6018266" y="2225947"/>
            <a:ext cx="528031" cy="2962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9" name="Text Box 28"/>
          <p:cNvSpPr txBox="1">
            <a:spLocks noChangeArrowheads="1"/>
          </p:cNvSpPr>
          <p:nvPr/>
        </p:nvSpPr>
        <p:spPr bwMode="auto">
          <a:xfrm>
            <a:off x="6249185" y="1386826"/>
            <a:ext cx="498674" cy="3379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71" name="Line 30"/>
          <p:cNvSpPr>
            <a:spLocks noChangeShapeType="1"/>
          </p:cNvSpPr>
          <p:nvPr/>
        </p:nvSpPr>
        <p:spPr bwMode="auto">
          <a:xfrm flipV="1">
            <a:off x="3181913" y="1406907"/>
            <a:ext cx="1385257" cy="9678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72" name="Line 31"/>
          <p:cNvSpPr>
            <a:spLocks noChangeShapeType="1"/>
          </p:cNvSpPr>
          <p:nvPr/>
        </p:nvSpPr>
        <p:spPr bwMode="auto">
          <a:xfrm>
            <a:off x="4698848" y="1406907"/>
            <a:ext cx="1319418" cy="10415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pic>
        <p:nvPicPr>
          <p:cNvPr id="7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2755" y="2299687"/>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4"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5491" y="1928353"/>
            <a:ext cx="477993" cy="297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3813" y="2821133"/>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6"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54909" y="2374743"/>
            <a:ext cx="477993"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3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68336" y="1258110"/>
            <a:ext cx="477992"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8" name="Group 37"/>
          <p:cNvGrpSpPr>
            <a:grpSpLocks/>
          </p:cNvGrpSpPr>
          <p:nvPr/>
        </p:nvGrpSpPr>
        <p:grpSpPr bwMode="auto">
          <a:xfrm rot="1386369">
            <a:off x="2653883" y="2373426"/>
            <a:ext cx="248872" cy="107976"/>
            <a:chOff x="2064" y="1776"/>
            <a:chExt cx="171" cy="66"/>
          </a:xfrm>
          <a:solidFill>
            <a:srgbClr val="CC00CC"/>
          </a:solidFill>
        </p:grpSpPr>
        <p:sp>
          <p:nvSpPr>
            <p:cNvPr id="79"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0"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1" name="Group 40"/>
          <p:cNvGrpSpPr>
            <a:grpSpLocks/>
          </p:cNvGrpSpPr>
          <p:nvPr/>
        </p:nvGrpSpPr>
        <p:grpSpPr bwMode="auto">
          <a:xfrm rot="20724003">
            <a:off x="5029361" y="2671020"/>
            <a:ext cx="248872" cy="107976"/>
            <a:chOff x="2064" y="1776"/>
            <a:chExt cx="171" cy="66"/>
          </a:xfrm>
          <a:solidFill>
            <a:srgbClr val="CC00CC"/>
          </a:solidFill>
        </p:grpSpPr>
        <p:sp>
          <p:nvSpPr>
            <p:cNvPr id="82"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3"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4" name="Group 43"/>
          <p:cNvGrpSpPr>
            <a:grpSpLocks/>
          </p:cNvGrpSpPr>
          <p:nvPr/>
        </p:nvGrpSpPr>
        <p:grpSpPr bwMode="auto">
          <a:xfrm rot="20084499">
            <a:off x="6151261" y="2225947"/>
            <a:ext cx="248872" cy="107976"/>
            <a:chOff x="2064" y="1776"/>
            <a:chExt cx="171" cy="66"/>
          </a:xfrm>
          <a:solidFill>
            <a:srgbClr val="CC00CC"/>
          </a:solidFill>
        </p:grpSpPr>
        <p:sp>
          <p:nvSpPr>
            <p:cNvPr id="85"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6"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7" name="Group 46"/>
          <p:cNvGrpSpPr>
            <a:grpSpLocks/>
          </p:cNvGrpSpPr>
          <p:nvPr/>
        </p:nvGrpSpPr>
        <p:grpSpPr bwMode="auto">
          <a:xfrm rot="19662556">
            <a:off x="3709944" y="1704500"/>
            <a:ext cx="248872" cy="107976"/>
            <a:chOff x="2064" y="1776"/>
            <a:chExt cx="171" cy="66"/>
          </a:xfrm>
          <a:solidFill>
            <a:srgbClr val="CC00CC"/>
          </a:solidFill>
        </p:grpSpPr>
        <p:sp>
          <p:nvSpPr>
            <p:cNvPr id="88"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9"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0" name="Group 49"/>
          <p:cNvGrpSpPr>
            <a:grpSpLocks/>
          </p:cNvGrpSpPr>
          <p:nvPr/>
        </p:nvGrpSpPr>
        <p:grpSpPr bwMode="auto">
          <a:xfrm rot="2078388">
            <a:off x="5095200" y="1629443"/>
            <a:ext cx="248872" cy="109293"/>
            <a:chOff x="2064" y="1776"/>
            <a:chExt cx="171" cy="66"/>
          </a:xfrm>
          <a:solidFill>
            <a:srgbClr val="CC00CC"/>
          </a:solidFill>
        </p:grpSpPr>
        <p:sp>
          <p:nvSpPr>
            <p:cNvPr id="91"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2"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3" name="Group 52"/>
          <p:cNvGrpSpPr>
            <a:grpSpLocks/>
          </p:cNvGrpSpPr>
          <p:nvPr/>
        </p:nvGrpSpPr>
        <p:grpSpPr bwMode="auto">
          <a:xfrm rot="1117181">
            <a:off x="4039140" y="2671020"/>
            <a:ext cx="248872" cy="107976"/>
            <a:chOff x="2064" y="1776"/>
            <a:chExt cx="171" cy="66"/>
          </a:xfrm>
          <a:solidFill>
            <a:srgbClr val="CC00CC"/>
          </a:solidFill>
        </p:grpSpPr>
        <p:sp>
          <p:nvSpPr>
            <p:cNvPr id="94" name="Rectangle 5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5" name="Line 5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6" name="Group 55"/>
          <p:cNvGrpSpPr>
            <a:grpSpLocks/>
          </p:cNvGrpSpPr>
          <p:nvPr/>
        </p:nvGrpSpPr>
        <p:grpSpPr bwMode="auto">
          <a:xfrm rot="20669726">
            <a:off x="4120780" y="2002093"/>
            <a:ext cx="247555" cy="107976"/>
            <a:chOff x="2064" y="1776"/>
            <a:chExt cx="171" cy="66"/>
          </a:xfrm>
          <a:solidFill>
            <a:srgbClr val="CC00CC"/>
          </a:solidFill>
        </p:grpSpPr>
        <p:sp>
          <p:nvSpPr>
            <p:cNvPr id="97"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8"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9" name="Group 58"/>
          <p:cNvGrpSpPr>
            <a:grpSpLocks/>
          </p:cNvGrpSpPr>
          <p:nvPr/>
        </p:nvGrpSpPr>
        <p:grpSpPr bwMode="auto">
          <a:xfrm rot="1197535">
            <a:off x="3512426" y="2448483"/>
            <a:ext cx="248872" cy="107976"/>
            <a:chOff x="2064" y="1776"/>
            <a:chExt cx="171" cy="66"/>
          </a:xfrm>
          <a:solidFill>
            <a:srgbClr val="CC00CC"/>
          </a:solidFill>
        </p:grpSpPr>
        <p:sp>
          <p:nvSpPr>
            <p:cNvPr id="100"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1"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2" name="Line 61"/>
          <p:cNvSpPr>
            <a:spLocks noChangeShapeType="1"/>
          </p:cNvSpPr>
          <p:nvPr/>
        </p:nvSpPr>
        <p:spPr bwMode="auto">
          <a:xfrm>
            <a:off x="2040138" y="2002093"/>
            <a:ext cx="580824" cy="40218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103" name="Group 62"/>
          <p:cNvGrpSpPr>
            <a:grpSpLocks/>
          </p:cNvGrpSpPr>
          <p:nvPr/>
        </p:nvGrpSpPr>
        <p:grpSpPr bwMode="auto">
          <a:xfrm rot="1022761">
            <a:off x="5226879" y="2149573"/>
            <a:ext cx="248872" cy="107976"/>
            <a:chOff x="2064" y="1776"/>
            <a:chExt cx="171" cy="66"/>
          </a:xfrm>
          <a:solidFill>
            <a:srgbClr val="CC00CC"/>
          </a:solidFill>
        </p:grpSpPr>
        <p:sp>
          <p:nvSpPr>
            <p:cNvPr id="104"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5"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6" name="Line 65"/>
          <p:cNvSpPr>
            <a:spLocks noChangeShapeType="1"/>
          </p:cNvSpPr>
          <p:nvPr/>
        </p:nvSpPr>
        <p:spPr bwMode="auto">
          <a:xfrm flipV="1">
            <a:off x="6175496" y="2027970"/>
            <a:ext cx="851560" cy="52642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7" name="Text Box 66"/>
          <p:cNvSpPr txBox="1">
            <a:spLocks noChangeArrowheads="1"/>
          </p:cNvSpPr>
          <p:nvPr/>
        </p:nvSpPr>
        <p:spPr bwMode="auto">
          <a:xfrm>
            <a:off x="3120024" y="1391106"/>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数据报</a:t>
            </a:r>
            <a:endParaRPr kumimoji="0" lang="zh-CN" altLang="en-US" sz="1400" b="1" i="0" u="none" strike="noStrike" kern="0" cap="none" spc="0" normalizeH="0" baseline="-25000" noProof="0" dirty="0">
              <a:ln>
                <a:noFill/>
              </a:ln>
              <a:solidFill>
                <a:srgbClr val="0000FF"/>
              </a:solidFill>
              <a:effectLst/>
              <a:uLnTx/>
              <a:uFillTx/>
              <a:latin typeface="微软雅黑" pitchFamily="34" charset="-122"/>
              <a:ea typeface="微软雅黑" pitchFamily="34" charset="-122"/>
            </a:endParaRPr>
          </a:p>
        </p:txBody>
      </p:sp>
      <p:sp>
        <p:nvSpPr>
          <p:cNvPr id="108" name="Text Box 67"/>
          <p:cNvSpPr txBox="1">
            <a:spLocks noChangeArrowheads="1"/>
          </p:cNvSpPr>
          <p:nvPr/>
        </p:nvSpPr>
        <p:spPr bwMode="auto">
          <a:xfrm>
            <a:off x="4356484" y="2430048"/>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zh-CN" altLang="en-US" sz="1600" b="1" kern="0" dirty="0">
                <a:latin typeface="微软雅黑" pitchFamily="34" charset="-122"/>
                <a:ea typeface="微软雅黑" pitchFamily="34" charset="-122"/>
              </a:rPr>
              <a:t>丢失</a:t>
            </a:r>
          </a:p>
        </p:txBody>
      </p:sp>
      <p:grpSp>
        <p:nvGrpSpPr>
          <p:cNvPr id="109" name="Group 68"/>
          <p:cNvGrpSpPr>
            <a:grpSpLocks/>
          </p:cNvGrpSpPr>
          <p:nvPr/>
        </p:nvGrpSpPr>
        <p:grpSpPr bwMode="auto">
          <a:xfrm rot="5035623">
            <a:off x="4600090" y="1679481"/>
            <a:ext cx="280475" cy="96125"/>
            <a:chOff x="2064" y="1776"/>
            <a:chExt cx="171" cy="66"/>
          </a:xfrm>
          <a:solidFill>
            <a:srgbClr val="CC00CC"/>
          </a:solidFill>
        </p:grpSpPr>
        <p:sp>
          <p:nvSpPr>
            <p:cNvPr id="110"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11"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14" name="Text Box 5"/>
          <p:cNvSpPr txBox="1">
            <a:spLocks noChangeArrowheads="1"/>
          </p:cNvSpPr>
          <p:nvPr/>
        </p:nvSpPr>
        <p:spPr bwMode="auto">
          <a:xfrm>
            <a:off x="1054402" y="1296626"/>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pic>
        <p:nvPicPr>
          <p:cNvPr id="11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1499" y="1684933"/>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28184" y="1684933"/>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113" name="Text Box 3"/>
          <p:cNvSpPr txBox="1">
            <a:spLocks noChangeArrowheads="1"/>
          </p:cNvSpPr>
          <p:nvPr/>
        </p:nvSpPr>
        <p:spPr bwMode="auto">
          <a:xfrm>
            <a:off x="6768050" y="1357198"/>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675659" y="606428"/>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虚电路服务与数据报服务的对比</a:t>
            </a:r>
          </a:p>
        </p:txBody>
      </p:sp>
      <p:graphicFrame>
        <p:nvGraphicFramePr>
          <p:cNvPr id="21" name="Group 171"/>
          <p:cNvGraphicFramePr>
            <a:graphicFrameLocks noGrp="1"/>
          </p:cNvGraphicFramePr>
          <p:nvPr>
            <p:extLst>
              <p:ext uri="{D42A27DB-BD31-4B8C-83A1-F6EECF244321}">
                <p14:modId xmlns:p14="http://schemas.microsoft.com/office/powerpoint/2010/main" val="3028515836"/>
              </p:ext>
            </p:extLst>
          </p:nvPr>
        </p:nvGraphicFramePr>
        <p:xfrm>
          <a:off x="545144" y="1036803"/>
          <a:ext cx="8053711" cy="3348658"/>
        </p:xfrm>
        <a:graphic>
          <a:graphicData uri="http://schemas.openxmlformats.org/drawingml/2006/table">
            <a:tbl>
              <a:tblPr firstRow="1" firstCol="1" bandRow="1">
                <a:tableStyleId>{5C22544A-7EE6-4342-B048-85BDC9FD1C3A}</a:tableStyleId>
              </a:tblPr>
              <a:tblGrid>
                <a:gridCol w="1861626">
                  <a:extLst>
                    <a:ext uri="{9D8B030D-6E8A-4147-A177-3AD203B41FA5}">
                      <a16:colId xmlns:a16="http://schemas.microsoft.com/office/drawing/2014/main" val="20000"/>
                    </a:ext>
                  </a:extLst>
                </a:gridCol>
                <a:gridCol w="3045124">
                  <a:extLst>
                    <a:ext uri="{9D8B030D-6E8A-4147-A177-3AD203B41FA5}">
                      <a16:colId xmlns:a16="http://schemas.microsoft.com/office/drawing/2014/main" val="20001"/>
                    </a:ext>
                  </a:extLst>
                </a:gridCol>
                <a:gridCol w="3146961">
                  <a:extLst>
                    <a:ext uri="{9D8B030D-6E8A-4147-A177-3AD203B41FA5}">
                      <a16:colId xmlns:a16="http://schemas.microsoft.com/office/drawing/2014/main" val="20002"/>
                    </a:ext>
                  </a:extLst>
                </a:gridCol>
              </a:tblGrid>
              <a:tr h="361618">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对比的方面</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虚电路服务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数据报服务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0"/>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思路</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可靠通信应当由网络来保证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可靠通信应当由用户主机来保证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1"/>
                  </a:ext>
                </a:extLst>
              </a:tr>
              <a:tr h="27513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连接的建立</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必须有</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不需要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2"/>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终点地址</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仅在连接建立阶段使用，每个分组使用短的虚电路号</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每个分组都有终点的完整地址</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3"/>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分组的转发</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属于同一条虚电路的分组均按照同一路由进行转发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每个分组独立选择路由进行转发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4"/>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当结点出故障时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所有通过出故障的结点的虚电路均不能工作</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出故障的结点可能会丢失分组，一些路由可能会发生变化</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5"/>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分组的顺序</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总是按发送顺序到达终点</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到达终点时不一定按发送顺序</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6"/>
                  </a:ext>
                </a:extLst>
              </a:tr>
              <a:tr h="4745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端到端的差错处理和流量控制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可以由网络负责，也可以由用户主机负责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sp>
        <p:nvSpPr>
          <p:cNvPr id="4" name="Rectangle 8"/>
          <p:cNvSpPr>
            <a:spLocks noChangeArrowheads="1"/>
          </p:cNvSpPr>
          <p:nvPr/>
        </p:nvSpPr>
        <p:spPr bwMode="auto">
          <a:xfrm>
            <a:off x="466346" y="1004505"/>
            <a:ext cx="8129014" cy="2092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不同网络中的两个主机之间的通信，要经过若干个路由器转发分组来完成。</a:t>
            </a:r>
            <a:endParaRPr lang="en-US" altLang="zh-CN" sz="2000" b="1" dirty="0">
              <a:latin typeface="微软雅黑" pitchFamily="34" charset="-122"/>
              <a:ea typeface="微软雅黑" pitchFamily="34" charset="-122"/>
            </a:endParaRPr>
          </a:p>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在路由器之间传送的信息有以下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数据。</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路由信息（为数据传送服务）。</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1648" y="1015154"/>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grpSp>
        <p:nvGrpSpPr>
          <p:cNvPr id="100" name="组合 99"/>
          <p:cNvGrpSpPr/>
          <p:nvPr/>
        </p:nvGrpSpPr>
        <p:grpSpPr>
          <a:xfrm>
            <a:off x="957532" y="1263300"/>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8"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1"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5" name="上箭头 84"/>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6" name="上箭头 85"/>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9" name="矩形 98"/>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网络层的 </a:t>
            </a:r>
            <a:r>
              <a:rPr lang="en-US" altLang="zh-CN"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个层面：数据层面和控制层面</a:t>
            </a:r>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4193195798"/>
              </p:ext>
            </p:extLst>
          </p:nvPr>
        </p:nvGraphicFramePr>
        <p:xfrm>
          <a:off x="1107058" y="1130957"/>
          <a:ext cx="7010399"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316860" y="606428"/>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434390" y="1490108"/>
            <a:ext cx="1051182" cy="1887696"/>
          </a:xfrm>
          <a:prstGeom prst="rect">
            <a:avLst/>
          </a:prstGeom>
          <a:solidFill>
            <a:srgbClr val="FFC000"/>
          </a:solidFill>
        </p:spPr>
        <p:txBody>
          <a:bodyPr wrap="square">
            <a:spAutoFit/>
          </a:bodyPr>
          <a:lstStyle/>
          <a:p>
            <a:pPr>
              <a:lnSpc>
                <a:spcPts val="2000"/>
              </a:lnSpc>
            </a:pPr>
            <a:r>
              <a:rPr lang="zh-CN" altLang="en-US" sz="1200" b="1" dirty="0">
                <a:solidFill>
                  <a:srgbClr val="990099"/>
                </a:solidFill>
                <a:latin typeface="微软雅黑" panose="020B0503020204020204" pitchFamily="34" charset="-122"/>
                <a:ea typeface="微软雅黑" panose="020B0503020204020204" pitchFamily="34" charset="-122"/>
              </a:rPr>
              <a:t>远程控制器：</a:t>
            </a:r>
            <a:endParaRPr lang="en-US" altLang="zh-CN" sz="1200" b="1" dirty="0">
              <a:solidFill>
                <a:srgbClr val="990099"/>
              </a:solidFill>
              <a:latin typeface="微软雅黑" panose="020B0503020204020204" pitchFamily="34" charset="-122"/>
              <a:ea typeface="微软雅黑" panose="020B0503020204020204" pitchFamily="34" charset="-122"/>
            </a:endParaRPr>
          </a:p>
          <a:p>
            <a:pPr>
              <a:lnSpc>
                <a:spcPts val="2000"/>
              </a:lnSpc>
            </a:pPr>
            <a:r>
              <a:rPr lang="zh-CN" altLang="en-US" sz="1200" b="1" dirty="0">
                <a:solidFill>
                  <a:srgbClr val="0000FF"/>
                </a:solidFill>
                <a:latin typeface="微软雅黑" panose="020B0503020204020204" pitchFamily="34" charset="-122"/>
                <a:ea typeface="微软雅黑" panose="020B0503020204020204" pitchFamily="34" charset="-122"/>
              </a:rPr>
              <a:t>计算</a:t>
            </a:r>
            <a:r>
              <a:rPr lang="zh-CN" altLang="en-US" sz="1200" b="1" dirty="0">
                <a:latin typeface="微软雅黑" panose="020B0503020204020204" pitchFamily="34" charset="-122"/>
                <a:ea typeface="微软雅黑" panose="020B0503020204020204" pitchFamily="34" charset="-122"/>
              </a:rPr>
              <a:t>出最佳的路由，</a:t>
            </a:r>
            <a:endParaRPr lang="en-US" altLang="zh-CN" sz="1200" b="1" dirty="0">
              <a:latin typeface="微软雅黑" panose="020B0503020204020204" pitchFamily="34" charset="-122"/>
              <a:ea typeface="微软雅黑" panose="020B0503020204020204" pitchFamily="34" charset="-122"/>
            </a:endParaRPr>
          </a:p>
          <a:p>
            <a:pPr>
              <a:lnSpc>
                <a:spcPts val="2000"/>
              </a:lnSpc>
            </a:pPr>
            <a:r>
              <a:rPr lang="zh-CN" altLang="en-US" sz="1200" b="1" dirty="0">
                <a:latin typeface="微软雅黑" panose="020B0503020204020204" pitchFamily="34" charset="-122"/>
                <a:ea typeface="微软雅黑" panose="020B0503020204020204" pitchFamily="34" charset="-122"/>
              </a:rPr>
              <a:t>在每一个路由器中</a:t>
            </a:r>
            <a:r>
              <a:rPr lang="zh-CN" altLang="en-US" sz="1200" b="1" dirty="0">
                <a:solidFill>
                  <a:srgbClr val="0000FF"/>
                </a:solidFill>
                <a:latin typeface="微软雅黑" panose="020B0503020204020204" pitchFamily="34" charset="-122"/>
                <a:ea typeface="微软雅黑" panose="020B0503020204020204" pitchFamily="34" charset="-122"/>
              </a:rPr>
              <a:t>生成</a:t>
            </a:r>
            <a:r>
              <a:rPr lang="zh-CN" altLang="en-US" sz="1200" b="1" dirty="0">
                <a:latin typeface="微软雅黑" panose="020B0503020204020204" pitchFamily="34" charset="-122"/>
                <a:ea typeface="微软雅黑" panose="020B0503020204020204" pitchFamily="34" charset="-122"/>
              </a:rPr>
              <a:t>其正确的转发表。</a:t>
            </a:r>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311925" y="2356794"/>
            <a:ext cx="1164465" cy="861774"/>
          </a:xfrm>
          <a:prstGeom prst="rect">
            <a:avLst/>
          </a:prstGeom>
          <a:solidFill>
            <a:srgbClr val="00CCFF"/>
          </a:solidFill>
        </p:spPr>
        <p:txBody>
          <a:bodyPr wrap="square">
            <a:spAutoFit/>
          </a:bodyPr>
          <a:lstStyle/>
          <a:p>
            <a:pPr>
              <a:lnSpc>
                <a:spcPts val="2000"/>
              </a:lnSpc>
            </a:pPr>
            <a:r>
              <a:rPr lang="zh-CN" altLang="en-US" sz="1400" b="1" dirty="0">
                <a:solidFill>
                  <a:srgbClr val="FFFF00"/>
                </a:solidFill>
                <a:latin typeface="微软雅黑" panose="020B0503020204020204" pitchFamily="34" charset="-122"/>
                <a:ea typeface="微软雅黑" panose="020B0503020204020204" pitchFamily="34" charset="-122"/>
              </a:rPr>
              <a:t>路由器：</a:t>
            </a:r>
            <a:endParaRPr lang="en-US" altLang="zh-CN" sz="1400" b="1" dirty="0">
              <a:solidFill>
                <a:srgbClr val="FFFF00"/>
              </a:solidFill>
              <a:latin typeface="微软雅黑" panose="020B0503020204020204" pitchFamily="34" charset="-122"/>
              <a:ea typeface="微软雅黑" panose="020B0503020204020204" pitchFamily="34" charset="-122"/>
            </a:endParaRPr>
          </a:p>
          <a:p>
            <a:pPr>
              <a:lnSpc>
                <a:spcPts val="2000"/>
              </a:lnSpc>
            </a:pPr>
            <a:r>
              <a:rPr lang="zh-CN" altLang="en-US" sz="1400" b="1" dirty="0">
                <a:solidFill>
                  <a:srgbClr val="0000FF"/>
                </a:solidFill>
                <a:latin typeface="微软雅黑" panose="020B0503020204020204" pitchFamily="34" charset="-122"/>
                <a:ea typeface="微软雅黑" panose="020B0503020204020204" pitchFamily="34" charset="-122"/>
              </a:rPr>
              <a:t>查找</a:t>
            </a:r>
            <a:r>
              <a:rPr lang="zh-CN" altLang="en-US" sz="1400" b="1" dirty="0">
                <a:latin typeface="微软雅黑" panose="020B0503020204020204" pitchFamily="34" charset="-122"/>
                <a:ea typeface="微软雅黑" panose="020B0503020204020204" pitchFamily="34" charset="-122"/>
              </a:rPr>
              <a:t>转发表，</a:t>
            </a:r>
            <a:r>
              <a:rPr lang="zh-CN" altLang="en-US" sz="1400" b="1" dirty="0">
                <a:solidFill>
                  <a:srgbClr val="0000FF"/>
                </a:solidFill>
                <a:latin typeface="微软雅黑" panose="020B0503020204020204" pitchFamily="34" charset="-122"/>
                <a:ea typeface="微软雅黑" panose="020B0503020204020204" pitchFamily="34" charset="-122"/>
              </a:rPr>
              <a:t>转发</a:t>
            </a:r>
            <a:r>
              <a:rPr lang="zh-CN" altLang="en-US" sz="1400" b="1" dirty="0">
                <a:latin typeface="微软雅黑" panose="020B0503020204020204" pitchFamily="34" charset="-122"/>
                <a:ea typeface="微软雅黑" panose="020B0503020204020204" pitchFamily="34" charset="-122"/>
              </a:rPr>
              <a:t>分组。</a:t>
            </a:r>
          </a:p>
        </p:txBody>
      </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a:off x="545143" y="1014023"/>
            <a:ext cx="4202114" cy="2580194"/>
          </a:xfrm>
          <a:prstGeom prst="rect">
            <a:avLst/>
          </a:prstGeom>
        </p:spPr>
        <p:txBody>
          <a:bodyPr wrap="square">
            <a:spAutoFit/>
          </a:bodyPr>
          <a:lstStyle/>
          <a:p>
            <a:pPr eaLnBrk="0" hangingPunct="0">
              <a:lnSpc>
                <a:spcPts val="2600"/>
              </a:lnSpc>
              <a:buClr>
                <a:srgbClr val="0070C0"/>
              </a:buClr>
            </a:pPr>
            <a:r>
              <a:rPr lang="zh-CN" altLang="en-US" b="1" dirty="0">
                <a:latin typeface="微软雅黑" pitchFamily="34" charset="-122"/>
                <a:ea typeface="微软雅黑" pitchFamily="34" charset="-122"/>
              </a:rPr>
              <a:t>与网际协议 </a:t>
            </a:r>
            <a:r>
              <a:rPr lang="fr-FR"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配套的 </a:t>
            </a:r>
            <a:r>
              <a:rPr lang="en-US" altLang="zh-CN" b="1" dirty="0">
                <a:latin typeface="微软雅黑" pitchFamily="34" charset="-122"/>
                <a:ea typeface="微软雅黑" pitchFamily="34" charset="-122"/>
              </a:rPr>
              <a:t>3 </a:t>
            </a:r>
            <a:r>
              <a:rPr lang="zh-CN" altLang="en-US" b="1" dirty="0">
                <a:latin typeface="微软雅黑" pitchFamily="34" charset="-122"/>
                <a:ea typeface="微软雅黑" pitchFamily="34" charset="-122"/>
              </a:rPr>
              <a:t>个协议：</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地址解析协议 </a:t>
            </a:r>
            <a:r>
              <a:rPr lang="fr-FR" altLang="zh-CN" b="1" dirty="0">
                <a:solidFill>
                  <a:srgbClr val="0000FF"/>
                </a:solidFill>
                <a:latin typeface="微软雅黑" pitchFamily="34" charset="-122"/>
                <a:ea typeface="微软雅黑" pitchFamily="34" charset="-122"/>
              </a:rPr>
              <a:t>ARP</a:t>
            </a:r>
            <a:r>
              <a:rPr lang="fr-FR" altLang="zh-CN" b="1" dirty="0">
                <a:latin typeface="微软雅黑" pitchFamily="34" charset="-122"/>
                <a:ea typeface="微软雅黑" pitchFamily="34" charset="-122"/>
              </a:rPr>
              <a:t> (Address Resolution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网际控制报文协议 </a:t>
            </a:r>
            <a:r>
              <a:rPr lang="fr-FR" altLang="zh-CN" b="1" dirty="0">
                <a:solidFill>
                  <a:srgbClr val="0000FF"/>
                </a:solidFill>
                <a:latin typeface="微软雅黑" pitchFamily="34" charset="-122"/>
                <a:ea typeface="微软雅黑" pitchFamily="34" charset="-122"/>
              </a:rPr>
              <a:t>ICMP </a:t>
            </a:r>
            <a:r>
              <a:rPr lang="fr-FR" altLang="zh-CN" b="1" dirty="0">
                <a:latin typeface="微软雅黑" pitchFamily="34" charset="-122"/>
                <a:ea typeface="微软雅黑" pitchFamily="34" charset="-122"/>
              </a:rPr>
              <a:t>(Internet Control Message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网际组管理协议 </a:t>
            </a:r>
            <a:r>
              <a:rPr lang="fr-FR" altLang="zh-CN" b="1" dirty="0">
                <a:solidFill>
                  <a:srgbClr val="0000FF"/>
                </a:solidFill>
                <a:latin typeface="微软雅黑" pitchFamily="34" charset="-122"/>
                <a:ea typeface="微软雅黑" pitchFamily="34" charset="-122"/>
              </a:rPr>
              <a:t>IGMP </a:t>
            </a:r>
            <a:r>
              <a:rPr lang="fr-FR" altLang="zh-CN" b="1" dirty="0">
                <a:latin typeface="微软雅黑" pitchFamily="34" charset="-122"/>
                <a:ea typeface="微软雅黑" pitchFamily="34" charset="-122"/>
              </a:rPr>
              <a:t>(Internet Group Management Protocol)</a:t>
            </a:r>
          </a:p>
        </p:txBody>
      </p:sp>
      <p:sp>
        <p:nvSpPr>
          <p:cNvPr id="5" name="AutoShape 5"/>
          <p:cNvSpPr>
            <a:spLocks noChangeArrowheads="1"/>
          </p:cNvSpPr>
          <p:nvPr/>
        </p:nvSpPr>
        <p:spPr bwMode="auto">
          <a:xfrm>
            <a:off x="545144" y="621225"/>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6" name="Rectangle 6"/>
          <p:cNvSpPr>
            <a:spLocks noChangeArrowheads="1"/>
          </p:cNvSpPr>
          <p:nvPr/>
        </p:nvSpPr>
        <p:spPr bwMode="auto">
          <a:xfrm>
            <a:off x="3295850" y="578954"/>
            <a:ext cx="255230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4.2  </a:t>
            </a:r>
            <a:r>
              <a:rPr lang="zh-CN" altLang="en-US" sz="2400" b="1" dirty="0">
                <a:solidFill>
                  <a:schemeClr val="bg1"/>
                </a:solidFill>
                <a:latin typeface="微软雅黑" pitchFamily="34" charset="-122"/>
                <a:ea typeface="微软雅黑" pitchFamily="34" charset="-122"/>
              </a:rPr>
              <a:t>网际协议 </a:t>
            </a:r>
            <a:r>
              <a:rPr lang="en-US" altLang="zh-CN" sz="2400" b="1" dirty="0">
                <a:solidFill>
                  <a:schemeClr val="bg1"/>
                </a:solidFill>
                <a:latin typeface="微软雅黑" pitchFamily="34" charset="-122"/>
                <a:ea typeface="微软雅黑" pitchFamily="34" charset="-122"/>
              </a:rPr>
              <a:t>IP </a:t>
            </a:r>
          </a:p>
        </p:txBody>
      </p:sp>
      <p:sp>
        <p:nvSpPr>
          <p:cNvPr id="7" name="圆角矩形 6"/>
          <p:cNvSpPr/>
          <p:nvPr/>
        </p:nvSpPr>
        <p:spPr>
          <a:xfrm>
            <a:off x="4675517" y="1073959"/>
            <a:ext cx="3962378" cy="3200399"/>
          </a:xfrm>
          <a:prstGeom prst="roundRect">
            <a:avLst>
              <a:gd name="adj" fmla="val 9928"/>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 name="组合 2"/>
          <p:cNvGrpSpPr/>
          <p:nvPr/>
        </p:nvGrpSpPr>
        <p:grpSpPr>
          <a:xfrm>
            <a:off x="4842456" y="1298537"/>
            <a:ext cx="3416249" cy="2751241"/>
            <a:chOff x="2372076" y="1403136"/>
            <a:chExt cx="4224107" cy="2751241"/>
          </a:xfrm>
        </p:grpSpPr>
        <p:sp>
          <p:nvSpPr>
            <p:cNvPr id="15"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9"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21"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16"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2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23"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25"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2"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5"/>
          <p:cNvSpPr>
            <a:spLocks noChangeArrowheads="1"/>
          </p:cNvSpPr>
          <p:nvPr/>
        </p:nvSpPr>
        <p:spPr bwMode="auto">
          <a:xfrm>
            <a:off x="545144" y="63193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0" name="Rectangle 6"/>
          <p:cNvSpPr>
            <a:spLocks noChangeArrowheads="1"/>
          </p:cNvSpPr>
          <p:nvPr/>
        </p:nvSpPr>
        <p:spPr bwMode="auto">
          <a:xfrm>
            <a:off x="3093071" y="599866"/>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4.2.1  </a:t>
            </a:r>
            <a:r>
              <a:rPr lang="zh-CN" altLang="en-US" sz="2400" b="1" dirty="0">
                <a:solidFill>
                  <a:schemeClr val="bg1"/>
                </a:solidFill>
                <a:latin typeface="微软雅黑" pitchFamily="34" charset="-122"/>
                <a:ea typeface="微软雅黑" pitchFamily="34" charset="-122"/>
              </a:rPr>
              <a:t>虚拟互连网络</a:t>
            </a:r>
          </a:p>
        </p:txBody>
      </p:sp>
      <p:sp>
        <p:nvSpPr>
          <p:cNvPr id="12" name="矩形 11"/>
          <p:cNvSpPr/>
          <p:nvPr/>
        </p:nvSpPr>
        <p:spPr>
          <a:xfrm>
            <a:off x="2213295" y="4239127"/>
            <a:ext cx="4678347" cy="369332"/>
          </a:xfrm>
          <a:prstGeom prst="rect">
            <a:avLst/>
          </a:prstGeom>
          <a:solidFill>
            <a:srgbClr val="000066"/>
          </a:solidFill>
        </p:spPr>
        <p:txBody>
          <a:bodyPr wrap="square">
            <a:spAutoFit/>
          </a:bodyPr>
          <a:lstStyle/>
          <a:p>
            <a:pPr algn="ctr"/>
            <a:r>
              <a:rPr lang="zh-CN" altLang="en-US" b="1" dirty="0">
                <a:solidFill>
                  <a:schemeClr val="bg1"/>
                </a:solidFill>
                <a:latin typeface="微软雅黑" pitchFamily="34" charset="-122"/>
                <a:ea typeface="微软雅黑" pitchFamily="34" charset="-122"/>
              </a:rPr>
              <a:t>如何</a:t>
            </a:r>
            <a:r>
              <a:rPr lang="zh-CN" altLang="zh-CN" b="1" dirty="0">
                <a:solidFill>
                  <a:schemeClr val="bg1"/>
                </a:solidFill>
                <a:latin typeface="微软雅黑" pitchFamily="34" charset="-122"/>
                <a:ea typeface="微软雅黑" pitchFamily="34" charset="-122"/>
              </a:rPr>
              <a:t>将</a:t>
            </a:r>
            <a:r>
              <a:rPr lang="zh-CN" altLang="en-US" b="1" dirty="0">
                <a:solidFill>
                  <a:schemeClr val="bg1"/>
                </a:solidFill>
                <a:latin typeface="微软雅黑" pitchFamily="34" charset="-122"/>
                <a:ea typeface="微软雅黑" pitchFamily="34" charset="-122"/>
              </a:rPr>
              <a:t>异构的</a:t>
            </a:r>
            <a:r>
              <a:rPr lang="zh-CN" altLang="zh-CN" b="1" dirty="0">
                <a:solidFill>
                  <a:schemeClr val="bg1"/>
                </a:solidFill>
                <a:latin typeface="微软雅黑" pitchFamily="34" charset="-122"/>
                <a:ea typeface="微软雅黑" pitchFamily="34" charset="-122"/>
              </a:rPr>
              <a:t>网络互相连接起来</a:t>
            </a:r>
            <a:r>
              <a:rPr lang="zh-CN" altLang="en-US" b="1" dirty="0">
                <a:solidFill>
                  <a:schemeClr val="bg1"/>
                </a:solidFill>
                <a:latin typeface="微软雅黑" pitchFamily="34" charset="-122"/>
                <a:ea typeface="微软雅黑" pitchFamily="34" charset="-122"/>
              </a:rPr>
              <a:t>？</a:t>
            </a:r>
          </a:p>
        </p:txBody>
      </p:sp>
      <p:graphicFrame>
        <p:nvGraphicFramePr>
          <p:cNvPr id="4" name="图示 3"/>
          <p:cNvGraphicFramePr/>
          <p:nvPr>
            <p:extLst>
              <p:ext uri="{D42A27DB-BD31-4B8C-83A1-F6EECF244321}">
                <p14:modId xmlns:p14="http://schemas.microsoft.com/office/powerpoint/2010/main" val="1689470257"/>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矩形 4"/>
          <p:cNvSpPr/>
          <p:nvPr/>
        </p:nvSpPr>
        <p:spPr>
          <a:xfrm>
            <a:off x="545144" y="1020658"/>
            <a:ext cx="8053712"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实现网络互连、互通时需要解决许多问题，如以下</a:t>
            </a:r>
            <a:r>
              <a:rPr lang="zh-CN" altLang="en-US" sz="2000" b="1" dirty="0">
                <a:solidFill>
                  <a:srgbClr val="0000FF"/>
                </a:solidFill>
                <a:latin typeface="微软雅黑" panose="020B0503020204020204" pitchFamily="34" charset="-122"/>
                <a:ea typeface="微软雅黑" panose="020B0503020204020204" pitchFamily="34" charset="-122"/>
              </a:rPr>
              <a:t>“不同”：</a:t>
            </a:r>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180699" y="583891"/>
            <a:ext cx="48013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实现异构网络的互连互通方法，哪种好？</a:t>
            </a:r>
          </a:p>
        </p:txBody>
      </p:sp>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不能满足不同用户需要。</a:t>
            </a:r>
            <a:r>
              <a:rPr lang="zh-CN" altLang="en-US" b="1" dirty="0">
                <a:solidFill>
                  <a:srgbClr val="0000FF"/>
                </a:solidFill>
                <a:latin typeface="微软雅黑" panose="020B0503020204020204" pitchFamily="34" charset="-122"/>
                <a:ea typeface="微软雅黑" panose="020B0503020204020204" pitchFamily="34" charset="-122"/>
              </a:rPr>
              <a:t>没有一种单一的网络能够适应所有用户的需求。</a:t>
            </a:r>
            <a:endParaRPr lang="en-US" altLang="zh-CN" b="1" dirty="0">
              <a:solidFill>
                <a:srgbClr val="0000FF"/>
              </a:solidFill>
              <a:latin typeface="微软雅黑" panose="020B0503020204020204" pitchFamily="34" charset="-122"/>
              <a:ea typeface="微软雅黑" panose="020B0503020204020204" pitchFamily="34" charset="-122"/>
            </a:endParaRPr>
          </a:p>
          <a:p>
            <a:pPr marL="171450" lvl="1" indent="-171450" defTabSz="800100">
              <a:spcBef>
                <a:spcPct val="0"/>
              </a:spcBef>
              <a:spcAft>
                <a:spcPts val="600"/>
              </a:spcAft>
              <a:buFontTx/>
              <a:buChar char="••"/>
            </a:pPr>
            <a:r>
              <a:rPr lang="zh-CN" altLang="en-US" b="1" dirty="0">
                <a:solidFill>
                  <a:schemeClr val="tx1"/>
                </a:solidFill>
                <a:latin typeface="微软雅黑" panose="020B0503020204020204" pitchFamily="34" charset="-122"/>
                <a:ea typeface="微软雅黑" panose="020B0503020204020204" pitchFamily="34" charset="-122"/>
              </a:rPr>
              <a:t>不适应技术发展</a:t>
            </a:r>
            <a:endParaRPr lang="en-US" altLang="zh-CN" b="1" dirty="0">
              <a:solidFill>
                <a:schemeClr val="tx1"/>
              </a:solidFill>
              <a:latin typeface="微软雅黑" panose="020B0503020204020204" pitchFamily="34" charset="-122"/>
              <a:ea typeface="微软雅黑" panose="020B0503020204020204"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sz="1800" b="1" kern="1200" dirty="0">
                  <a:solidFill>
                    <a:schemeClr val="tx1"/>
                  </a:solidFill>
                  <a:latin typeface="微软雅黑" panose="020B0503020204020204" pitchFamily="34" charset="-122"/>
                  <a:ea typeface="微软雅黑" panose="020B0503020204020204"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sz="1800" b="1" kern="1200" dirty="0">
                  <a:solidFill>
                    <a:schemeClr val="tx1"/>
                  </a:solidFill>
                  <a:latin typeface="微软雅黑" panose="020B0503020204020204" pitchFamily="34" charset="-122"/>
                  <a:ea typeface="微软雅黑" panose="020B0503020204020204"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可以满足不同需求</a:t>
            </a:r>
            <a:endParaRPr lang="en-US" altLang="zh-CN" b="1" dirty="0">
              <a:solidFill>
                <a:schemeClr val="tx1"/>
              </a:solidFill>
              <a:latin typeface="微软雅黑" panose="020B0503020204020204" pitchFamily="34" charset="-122"/>
              <a:ea typeface="微软雅黑" panose="020B0503020204020204" pitchFamily="34" charset="-122"/>
            </a:endParaRPr>
          </a:p>
          <a:p>
            <a:pPr marL="171450" lvl="1" indent="-171450" algn="l" defTabSz="800100">
              <a:spcBef>
                <a:spcPct val="0"/>
              </a:spcBef>
              <a:spcAft>
                <a:spcPts val="600"/>
              </a:spcAft>
              <a:buChar char="••"/>
            </a:pPr>
            <a:r>
              <a:rPr lang="zh-CN" altLang="en-US" sz="1800" b="1" kern="1200" dirty="0">
                <a:solidFill>
                  <a:schemeClr val="tx1"/>
                </a:solidFill>
                <a:latin typeface="微软雅黑" panose="020B0503020204020204" pitchFamily="34" charset="-122"/>
                <a:ea typeface="微软雅黑" panose="020B0503020204020204"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AutoShape 5"/>
          <p:cNvSpPr>
            <a:spLocks noChangeArrowheads="1"/>
          </p:cNvSpPr>
          <p:nvPr/>
        </p:nvSpPr>
        <p:spPr bwMode="auto">
          <a:xfrm>
            <a:off x="1508636" y="1229167"/>
            <a:ext cx="6160247" cy="353930"/>
          </a:xfrm>
          <a:prstGeom prst="roundRect">
            <a:avLst>
              <a:gd name="adj" fmla="val 16667"/>
            </a:avLst>
          </a:prstGeom>
          <a:solidFill>
            <a:srgbClr val="00B0F0"/>
          </a:solidFill>
          <a:ln>
            <a:noFill/>
          </a:ln>
          <a:effectLst/>
        </p:spPr>
        <p:txBody>
          <a:bodyPr wrap="none" anchor="ctr"/>
          <a:lstStyle/>
          <a:p>
            <a:endParaRPr lang="zh-CN" altLang="en-US"/>
          </a:p>
        </p:txBody>
      </p:sp>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206615" y="583891"/>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使用中间设备进行互连</a:t>
            </a:r>
          </a:p>
        </p:txBody>
      </p:sp>
      <p:sp>
        <p:nvSpPr>
          <p:cNvPr id="4" name="任意多边形 3"/>
          <p:cNvSpPr/>
          <p:nvPr/>
        </p:nvSpPr>
        <p:spPr>
          <a:xfrm>
            <a:off x="1498125" y="3408075"/>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物理层</a:t>
            </a:r>
            <a:endParaRPr lang="zh-CN" altLang="en-US" b="1" kern="1200" dirty="0">
              <a:latin typeface="微软雅黑" panose="020B0503020204020204" pitchFamily="34" charset="-122"/>
              <a:ea typeface="微软雅黑" panose="020B0503020204020204" pitchFamily="34" charset="-122"/>
            </a:endParaRPr>
          </a:p>
        </p:txBody>
      </p:sp>
      <p:sp>
        <p:nvSpPr>
          <p:cNvPr id="5" name="任意多边形 4"/>
          <p:cNvSpPr/>
          <p:nvPr/>
        </p:nvSpPr>
        <p:spPr>
          <a:xfrm>
            <a:off x="1498125" y="2602009"/>
            <a:ext cx="6170758" cy="713614"/>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数据链路层</a:t>
            </a:r>
            <a:endParaRPr lang="zh-CN" altLang="en-US" b="1" kern="1200" dirty="0">
              <a:latin typeface="微软雅黑" panose="020B0503020204020204" pitchFamily="34" charset="-122"/>
              <a:ea typeface="微软雅黑" panose="020B0503020204020204" pitchFamily="34" charset="-122"/>
            </a:endParaRPr>
          </a:p>
        </p:txBody>
      </p:sp>
      <p:sp>
        <p:nvSpPr>
          <p:cNvPr id="6" name="任意多边形 5"/>
          <p:cNvSpPr/>
          <p:nvPr/>
        </p:nvSpPr>
        <p:spPr>
          <a:xfrm>
            <a:off x="1498125" y="2115121"/>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网络层</a:t>
            </a:r>
            <a:endParaRPr lang="zh-CN" altLang="en-US" b="1" kern="1200" dirty="0">
              <a:latin typeface="微软雅黑" panose="020B0503020204020204" pitchFamily="34" charset="-122"/>
              <a:ea typeface="微软雅黑" panose="020B0503020204020204" pitchFamily="34" charset="-122"/>
            </a:endParaRPr>
          </a:p>
        </p:txBody>
      </p:sp>
      <p:sp>
        <p:nvSpPr>
          <p:cNvPr id="7" name="任意多边形 6"/>
          <p:cNvSpPr/>
          <p:nvPr/>
        </p:nvSpPr>
        <p:spPr>
          <a:xfrm>
            <a:off x="1498125" y="1628232"/>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运输层及以上</a:t>
            </a:r>
            <a:endParaRPr lang="zh-CN" altLang="en-US" b="1" kern="1200" dirty="0">
              <a:latin typeface="微软雅黑" panose="020B0503020204020204" pitchFamily="34" charset="-122"/>
              <a:ea typeface="微软雅黑" panose="020B0503020204020204" pitchFamily="34" charset="-122"/>
            </a:endParaRPr>
          </a:p>
        </p:txBody>
      </p:sp>
      <p:sp>
        <p:nvSpPr>
          <p:cNvPr id="22" name="矩形 21"/>
          <p:cNvSpPr/>
          <p:nvPr/>
        </p:nvSpPr>
        <p:spPr>
          <a:xfrm>
            <a:off x="4479980" y="3418389"/>
            <a:ext cx="210608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转发器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(repeater)</a:t>
            </a:r>
            <a:endParaRPr lang="zh-CN" altLang="en-US" dirty="0"/>
          </a:p>
        </p:txBody>
      </p:sp>
      <p:sp>
        <p:nvSpPr>
          <p:cNvPr id="23" name="矩形 22"/>
          <p:cNvSpPr/>
          <p:nvPr/>
        </p:nvSpPr>
        <p:spPr>
          <a:xfrm>
            <a:off x="4479980" y="2607737"/>
            <a:ext cx="2954689" cy="707886"/>
          </a:xfrm>
          <a:prstGeom prst="rect">
            <a:avLst/>
          </a:prstGeom>
        </p:spPr>
        <p:txBody>
          <a:bodyPr wrap="square">
            <a:spAutoFit/>
          </a:bodyPr>
          <a:lstStyle/>
          <a:p>
            <a:pPr>
              <a:lnSpc>
                <a:spcPts val="2400"/>
              </a:lnSpc>
            </a:pPr>
            <a:r>
              <a:rPr lang="zh-CN" altLang="en-US" b="1" dirty="0">
                <a:solidFill>
                  <a:srgbClr val="0000FF"/>
                </a:solidFill>
                <a:latin typeface="微软雅黑" pitchFamily="34" charset="-122"/>
                <a:ea typeface="微软雅黑" pitchFamily="34" charset="-122"/>
              </a:rPr>
              <a:t>网桥或桥接器 </a:t>
            </a:r>
            <a:r>
              <a:rPr lang="en-US" altLang="zh-CN" b="1" dirty="0">
                <a:latin typeface="微软雅黑" pitchFamily="34" charset="-122"/>
                <a:ea typeface="微软雅黑" pitchFamily="34" charset="-122"/>
              </a:rPr>
              <a:t>(bridge)</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pPr>
            <a:r>
              <a:rPr lang="zh-CN" altLang="en-US" b="1" dirty="0">
                <a:solidFill>
                  <a:srgbClr val="0000FF"/>
                </a:solidFill>
                <a:latin typeface="微软雅黑" pitchFamily="34" charset="-122"/>
                <a:ea typeface="微软雅黑" pitchFamily="34" charset="-122"/>
              </a:rPr>
              <a:t>交换机 </a:t>
            </a:r>
            <a:r>
              <a:rPr lang="en-US" altLang="zh-CN" b="1" dirty="0">
                <a:latin typeface="微软雅黑" pitchFamily="34" charset="-122"/>
                <a:ea typeface="微软雅黑" pitchFamily="34" charset="-122"/>
              </a:rPr>
              <a:t>(switch)</a:t>
            </a:r>
            <a:endParaRPr lang="zh-CN" altLang="en-US" b="1" dirty="0">
              <a:solidFill>
                <a:srgbClr val="0000FF"/>
              </a:solidFill>
              <a:latin typeface="微软雅黑" pitchFamily="34" charset="-122"/>
              <a:ea typeface="微软雅黑" pitchFamily="34" charset="-122"/>
            </a:endParaRPr>
          </a:p>
        </p:txBody>
      </p:sp>
      <p:sp>
        <p:nvSpPr>
          <p:cNvPr id="24" name="矩形 23"/>
          <p:cNvSpPr/>
          <p:nvPr/>
        </p:nvSpPr>
        <p:spPr>
          <a:xfrm>
            <a:off x="4479980" y="2123623"/>
            <a:ext cx="1851212"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(router)</a:t>
            </a:r>
            <a:endParaRPr lang="zh-CN" altLang="en-US" dirty="0"/>
          </a:p>
        </p:txBody>
      </p:sp>
      <p:sp>
        <p:nvSpPr>
          <p:cNvPr id="25" name="矩形 24"/>
          <p:cNvSpPr/>
          <p:nvPr/>
        </p:nvSpPr>
        <p:spPr>
          <a:xfrm>
            <a:off x="4479980" y="1647771"/>
            <a:ext cx="187480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网关</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(gateway)</a:t>
            </a:r>
            <a:endParaRPr lang="zh-CN" altLang="en-US" dirty="0"/>
          </a:p>
        </p:txBody>
      </p:sp>
      <p:sp>
        <p:nvSpPr>
          <p:cNvPr id="26" name="矩形 25"/>
          <p:cNvSpPr/>
          <p:nvPr/>
        </p:nvSpPr>
        <p:spPr>
          <a:xfrm>
            <a:off x="2196868" y="1245931"/>
            <a:ext cx="415498" cy="369332"/>
          </a:xfrm>
          <a:prstGeom prst="rect">
            <a:avLst/>
          </a:prstGeom>
        </p:spPr>
        <p:txBody>
          <a:bodyPr wrap="none">
            <a:spAutoFit/>
          </a:bodyPr>
          <a:lstStyle/>
          <a:p>
            <a:r>
              <a:rPr lang="zh-CN" altLang="en-US" b="1" dirty="0">
                <a:latin typeface="微软雅黑" pitchFamily="34" charset="-122"/>
                <a:ea typeface="微软雅黑" pitchFamily="34" charset="-122"/>
              </a:rPr>
              <a:t>层</a:t>
            </a:r>
            <a:endParaRPr lang="zh-CN" altLang="en-US" dirty="0"/>
          </a:p>
        </p:txBody>
      </p:sp>
      <p:sp>
        <p:nvSpPr>
          <p:cNvPr id="27" name="矩形 26"/>
          <p:cNvSpPr/>
          <p:nvPr/>
        </p:nvSpPr>
        <p:spPr>
          <a:xfrm>
            <a:off x="5031266" y="1245931"/>
            <a:ext cx="1107996" cy="369332"/>
          </a:xfrm>
          <a:prstGeom prst="rect">
            <a:avLst/>
          </a:prstGeom>
        </p:spPr>
        <p:txBody>
          <a:bodyPr wrap="none">
            <a:spAutoFit/>
          </a:bodyPr>
          <a:lstStyle/>
          <a:p>
            <a:r>
              <a:rPr lang="zh-CN" altLang="en-US" b="1" dirty="0">
                <a:latin typeface="微软雅黑" pitchFamily="34" charset="-122"/>
                <a:ea typeface="微软雅黑" pitchFamily="34" charset="-122"/>
              </a:rPr>
              <a:t>中间设备</a:t>
            </a:r>
            <a:endParaRPr lang="zh-CN" altLang="en-US" dirty="0"/>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565418" y="583891"/>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使用转发器或网桥</a:t>
            </a:r>
            <a:r>
              <a:rPr lang="zh-CN" altLang="en-US" sz="2000" b="1" dirty="0">
                <a:solidFill>
                  <a:srgbClr val="FFFF00"/>
                </a:solidFill>
                <a:latin typeface="微软雅黑" pitchFamily="34" charset="-122"/>
                <a:ea typeface="微软雅黑" pitchFamily="34" charset="-122"/>
              </a:rPr>
              <a:t>不称为网络互连</a:t>
            </a:r>
          </a:p>
        </p:txBody>
      </p:sp>
      <p:sp>
        <p:nvSpPr>
          <p:cNvPr id="15" name="圆角矩形 14"/>
          <p:cNvSpPr/>
          <p:nvPr/>
        </p:nvSpPr>
        <p:spPr>
          <a:xfrm>
            <a:off x="502920" y="1135637"/>
            <a:ext cx="8129015" cy="2064764"/>
          </a:xfrm>
          <a:prstGeom prst="roundRect">
            <a:avLst>
              <a:gd name="adj" fmla="val 1239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221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96384" y="589005"/>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网络互连使用路由器</a:t>
            </a:r>
          </a:p>
        </p:txBody>
      </p:sp>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圆角矩形 171"/>
          <p:cNvSpPr/>
          <p:nvPr/>
        </p:nvSpPr>
        <p:spPr>
          <a:xfrm>
            <a:off x="545144" y="1091244"/>
            <a:ext cx="8053711" cy="306437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3" name="AutoShape 5"/>
          <p:cNvSpPr>
            <a:spLocks noChangeArrowheads="1"/>
          </p:cNvSpPr>
          <p:nvPr/>
        </p:nvSpPr>
        <p:spPr bwMode="auto">
          <a:xfrm>
            <a:off x="545144" y="622173"/>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74" name="Rectangle 6"/>
          <p:cNvSpPr>
            <a:spLocks noChangeArrowheads="1"/>
          </p:cNvSpPr>
          <p:nvPr/>
        </p:nvSpPr>
        <p:spPr bwMode="auto">
          <a:xfrm>
            <a:off x="3031526" y="599083"/>
            <a:ext cx="306365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互连网络与虚拟互连网络</a:t>
            </a:r>
          </a:p>
        </p:txBody>
      </p:sp>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011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10146" y="586904"/>
            <a:ext cx="15424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网的意义</a:t>
            </a:r>
          </a:p>
        </p:txBody>
      </p:sp>
      <p:sp>
        <p:nvSpPr>
          <p:cNvPr id="7" name="Rectangle 68"/>
          <p:cNvSpPr>
            <a:spLocks noChangeArrowheads="1"/>
          </p:cNvSpPr>
          <p:nvPr/>
        </p:nvSpPr>
        <p:spPr bwMode="auto">
          <a:xfrm>
            <a:off x="556963" y="978646"/>
            <a:ext cx="8184960"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当互联网上的主机进行通信时，就好像在一个网络上通信一样，看不见互连的各具体的网络异构细节。</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如果在这种覆盖全球的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网的上层使用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协议，那么就是现在的</a:t>
            </a:r>
            <a:r>
              <a:rPr lang="zh-CN" altLang="en-US" sz="2000" b="1" dirty="0">
                <a:solidFill>
                  <a:srgbClr val="C00000"/>
                </a:solidFill>
                <a:latin typeface="微软雅黑" pitchFamily="34" charset="-122"/>
                <a:ea typeface="微软雅黑" pitchFamily="34" charset="-122"/>
              </a:rPr>
              <a:t>互联网 </a:t>
            </a:r>
            <a:r>
              <a:rPr lang="en-US" altLang="zh-CN" sz="2000" b="1" dirty="0">
                <a:solidFill>
                  <a:srgbClr val="0000FF"/>
                </a:solidFill>
                <a:latin typeface="微软雅黑" pitchFamily="34" charset="-122"/>
                <a:ea typeface="微软雅黑" pitchFamily="34" charset="-122"/>
              </a:rPr>
              <a:t>(Internet)</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圆角矩形 110"/>
          <p:cNvSpPr/>
          <p:nvPr/>
        </p:nvSpPr>
        <p:spPr>
          <a:xfrm>
            <a:off x="545144" y="588475"/>
            <a:ext cx="8053712" cy="38455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圆角矩形 194"/>
          <p:cNvSpPr/>
          <p:nvPr/>
        </p:nvSpPr>
        <p:spPr>
          <a:xfrm>
            <a:off x="556963" y="1118875"/>
            <a:ext cx="8048776" cy="213328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5"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36" name="圆角矩形 35"/>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1637153" y="1084892"/>
            <a:ext cx="5962309" cy="2192261"/>
            <a:chOff x="1392642" y="1665825"/>
            <a:chExt cx="5962309" cy="2192261"/>
          </a:xfrm>
        </p:grpSpPr>
        <p:sp>
          <p:nvSpPr>
            <p:cNvPr id="38"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40"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41"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42"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5"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6"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55"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56"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57"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58"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59"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60"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61"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62"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63"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64"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65"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66"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67"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68"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69"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70"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71"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72"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73"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74"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75" name="Group 46"/>
            <p:cNvGrpSpPr>
              <a:grpSpLocks/>
            </p:cNvGrpSpPr>
            <p:nvPr/>
          </p:nvGrpSpPr>
          <p:grpSpPr bwMode="auto">
            <a:xfrm>
              <a:off x="2158338" y="3299988"/>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76" name="Group 50"/>
            <p:cNvGrpSpPr>
              <a:grpSpLocks/>
            </p:cNvGrpSpPr>
            <p:nvPr/>
          </p:nvGrpSpPr>
          <p:grpSpPr bwMode="auto">
            <a:xfrm>
              <a:off x="7169086" y="3305588"/>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7"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78"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9" name="Group 94"/>
            <p:cNvGrpSpPr>
              <a:grpSpLocks/>
            </p:cNvGrpSpPr>
            <p:nvPr/>
          </p:nvGrpSpPr>
          <p:grpSpPr bwMode="auto">
            <a:xfrm>
              <a:off x="1392642" y="1885145"/>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88" name="矩形 87"/>
          <p:cNvSpPr/>
          <p:nvPr/>
        </p:nvSpPr>
        <p:spPr>
          <a:xfrm>
            <a:off x="2123998" y="3469278"/>
            <a:ext cx="5594801"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协议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位，指出此数据报携带的数据使用何种协议，</a:t>
            </a:r>
          </a:p>
          <a:p>
            <a:pPr algn="ctr"/>
            <a:r>
              <a:rPr lang="zh-CN" altLang="en-US" sz="1600" b="1" dirty="0">
                <a:solidFill>
                  <a:schemeClr val="bg1"/>
                </a:solidFill>
                <a:latin typeface="微软雅黑" pitchFamily="34" charset="-122"/>
                <a:ea typeface="微软雅黑" pitchFamily="34" charset="-122"/>
              </a:rPr>
              <a:t>以便目的主机的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层将数据部分上交给那个处理过程</a:t>
            </a:r>
          </a:p>
        </p:txBody>
      </p:sp>
      <p:sp>
        <p:nvSpPr>
          <p:cNvPr id="89" name="Rectangle 92"/>
          <p:cNvSpPr>
            <a:spLocks noChangeArrowheads="1"/>
          </p:cNvSpPr>
          <p:nvPr/>
        </p:nvSpPr>
        <p:spPr bwMode="auto">
          <a:xfrm flipH="1" flipV="1">
            <a:off x="3729758" y="1855634"/>
            <a:ext cx="1221434"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8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P spid="8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Rectangle 4"/>
          <p:cNvSpPr>
            <a:spLocks noChangeArrowheads="1"/>
          </p:cNvSpPr>
          <p:nvPr/>
        </p:nvSpPr>
        <p:spPr bwMode="auto">
          <a:xfrm>
            <a:off x="1773858" y="1603375"/>
            <a:ext cx="5806747" cy="389895"/>
          </a:xfrm>
          <a:prstGeom prst="rect">
            <a:avLst/>
          </a:prstGeom>
          <a:solidFill>
            <a:srgbClr val="00FF99"/>
          </a:solidFill>
          <a:ln w="28575">
            <a:solidFill>
              <a:schemeClr val="tx1"/>
            </a:solidFill>
            <a:miter lim="800000"/>
            <a:headEnd/>
            <a:tailEnd/>
          </a:ln>
          <a:effectLst/>
        </p:spPr>
        <p:txBody>
          <a:bodyPr wrap="none" anchor="ctr"/>
          <a:lstStyle/>
          <a:p>
            <a:pPr algn="ctr"/>
            <a:endParaRPr kumimoji="1" lang="zh-CN" altLang="zh-CN" sz="1400" b="1">
              <a:solidFill>
                <a:srgbClr val="000099"/>
              </a:solidFill>
              <a:latin typeface="微软雅黑" pitchFamily="34" charset="-122"/>
              <a:ea typeface="微软雅黑" pitchFamily="34" charset="-122"/>
            </a:endParaRPr>
          </a:p>
        </p:txBody>
      </p:sp>
      <p:sp>
        <p:nvSpPr>
          <p:cNvPr id="62" name="Rectangle 5"/>
          <p:cNvSpPr>
            <a:spLocks noChangeArrowheads="1"/>
          </p:cNvSpPr>
          <p:nvPr/>
        </p:nvSpPr>
        <p:spPr bwMode="auto">
          <a:xfrm>
            <a:off x="1773858" y="1993271"/>
            <a:ext cx="5806747" cy="1081073"/>
          </a:xfrm>
          <a:prstGeom prst="rect">
            <a:avLst/>
          </a:prstGeom>
          <a:solidFill>
            <a:srgbClr val="00FFFF"/>
          </a:solidFill>
          <a:ln w="2857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Rectangle 11"/>
          <p:cNvSpPr>
            <a:spLocks noChangeArrowheads="1"/>
          </p:cNvSpPr>
          <p:nvPr/>
        </p:nvSpPr>
        <p:spPr bwMode="auto">
          <a:xfrm>
            <a:off x="2751961" y="2383166"/>
            <a:ext cx="3850543" cy="302268"/>
          </a:xfrm>
          <a:prstGeom prst="rect">
            <a:avLst/>
          </a:prstGeom>
          <a:solidFill>
            <a:srgbClr val="FFFF00"/>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Rectangle 6"/>
          <p:cNvSpPr>
            <a:spLocks noChangeArrowheads="1"/>
          </p:cNvSpPr>
          <p:nvPr/>
        </p:nvSpPr>
        <p:spPr bwMode="auto">
          <a:xfrm>
            <a:off x="2751962" y="2390357"/>
            <a:ext cx="855488" cy="291137"/>
          </a:xfrm>
          <a:prstGeom prst="rect">
            <a:avLst/>
          </a:prstGeom>
          <a:solidFill>
            <a:srgbClr val="0000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65" name="Text Box 7"/>
          <p:cNvSpPr txBox="1">
            <a:spLocks noChangeArrowheads="1"/>
          </p:cNvSpPr>
          <p:nvPr/>
        </p:nvSpPr>
        <p:spPr bwMode="auto">
          <a:xfrm>
            <a:off x="1908772" y="165420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运输层</a:t>
            </a:r>
          </a:p>
        </p:txBody>
      </p:sp>
      <p:sp>
        <p:nvSpPr>
          <p:cNvPr id="66" name="Text Box 8"/>
          <p:cNvSpPr txBox="1">
            <a:spLocks noChangeArrowheads="1"/>
          </p:cNvSpPr>
          <p:nvPr/>
        </p:nvSpPr>
        <p:spPr bwMode="auto">
          <a:xfrm>
            <a:off x="1908772" y="229910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网络层</a:t>
            </a:r>
          </a:p>
        </p:txBody>
      </p:sp>
      <p:sp>
        <p:nvSpPr>
          <p:cNvPr id="67" name="Line 9"/>
          <p:cNvSpPr>
            <a:spLocks noChangeShapeType="1"/>
          </p:cNvSpPr>
          <p:nvPr/>
        </p:nvSpPr>
        <p:spPr bwMode="auto">
          <a:xfrm>
            <a:off x="3613799" y="2383166"/>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Text Box 10"/>
          <p:cNvSpPr txBox="1">
            <a:spLocks noChangeArrowheads="1"/>
          </p:cNvSpPr>
          <p:nvPr/>
        </p:nvSpPr>
        <p:spPr bwMode="auto">
          <a:xfrm>
            <a:off x="2706721" y="240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69" name="Rectangle 13"/>
          <p:cNvSpPr>
            <a:spLocks noChangeArrowheads="1"/>
          </p:cNvSpPr>
          <p:nvPr/>
        </p:nvSpPr>
        <p:spPr bwMode="auto">
          <a:xfrm>
            <a:off x="4419107" y="1690018"/>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4"/>
          <p:cNvSpPr txBox="1">
            <a:spLocks noChangeArrowheads="1"/>
          </p:cNvSpPr>
          <p:nvPr/>
        </p:nvSpPr>
        <p:spPr bwMode="auto">
          <a:xfrm>
            <a:off x="4524704" y="1656642"/>
            <a:ext cx="5287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chemeClr val="bg1"/>
                </a:solidFill>
                <a:latin typeface="微软雅黑" pitchFamily="34" charset="-122"/>
                <a:ea typeface="微软雅黑" pitchFamily="34" charset="-122"/>
              </a:rPr>
              <a:t>TCP</a:t>
            </a:r>
          </a:p>
        </p:txBody>
      </p:sp>
      <p:sp>
        <p:nvSpPr>
          <p:cNvPr id="71" name="Rectangle 15"/>
          <p:cNvSpPr>
            <a:spLocks noChangeArrowheads="1"/>
          </p:cNvSpPr>
          <p:nvPr/>
        </p:nvSpPr>
        <p:spPr bwMode="auto">
          <a:xfrm>
            <a:off x="5280945" y="1690018"/>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Text Box 16"/>
          <p:cNvSpPr txBox="1">
            <a:spLocks noChangeArrowheads="1"/>
          </p:cNvSpPr>
          <p:nvPr/>
        </p:nvSpPr>
        <p:spPr bwMode="auto">
          <a:xfrm>
            <a:off x="5371610" y="1650159"/>
            <a:ext cx="5854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UDP</a:t>
            </a:r>
          </a:p>
        </p:txBody>
      </p:sp>
      <p:sp>
        <p:nvSpPr>
          <p:cNvPr id="73" name="Rectangle 17"/>
          <p:cNvSpPr>
            <a:spLocks noChangeArrowheads="1"/>
          </p:cNvSpPr>
          <p:nvPr/>
        </p:nvSpPr>
        <p:spPr bwMode="auto">
          <a:xfrm>
            <a:off x="2981286" y="2074006"/>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18"/>
          <p:cNvSpPr txBox="1">
            <a:spLocks noChangeArrowheads="1"/>
          </p:cNvSpPr>
          <p:nvPr/>
        </p:nvSpPr>
        <p:spPr bwMode="auto">
          <a:xfrm>
            <a:off x="3013483" y="2039646"/>
            <a:ext cx="6687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ICMP</a:t>
            </a:r>
          </a:p>
        </p:txBody>
      </p:sp>
      <p:sp>
        <p:nvSpPr>
          <p:cNvPr id="75" name="Rectangle 19"/>
          <p:cNvSpPr>
            <a:spLocks noChangeArrowheads="1"/>
          </p:cNvSpPr>
          <p:nvPr/>
        </p:nvSpPr>
        <p:spPr bwMode="auto">
          <a:xfrm>
            <a:off x="3786594"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20"/>
          <p:cNvSpPr txBox="1">
            <a:spLocks noChangeArrowheads="1"/>
          </p:cNvSpPr>
          <p:nvPr/>
        </p:nvSpPr>
        <p:spPr bwMode="auto">
          <a:xfrm>
            <a:off x="3819857" y="2039646"/>
            <a:ext cx="6864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IGMP</a:t>
            </a:r>
          </a:p>
        </p:txBody>
      </p:sp>
      <p:sp>
        <p:nvSpPr>
          <p:cNvPr id="77" name="Rectangle 21"/>
          <p:cNvSpPr>
            <a:spLocks noChangeArrowheads="1"/>
          </p:cNvSpPr>
          <p:nvPr/>
        </p:nvSpPr>
        <p:spPr bwMode="auto">
          <a:xfrm>
            <a:off x="6176917"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2"/>
          <p:cNvSpPr txBox="1">
            <a:spLocks noChangeArrowheads="1"/>
          </p:cNvSpPr>
          <p:nvPr/>
        </p:nvSpPr>
        <p:spPr bwMode="auto">
          <a:xfrm>
            <a:off x="6203832" y="2033296"/>
            <a:ext cx="6591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OSPF</a:t>
            </a:r>
          </a:p>
        </p:txBody>
      </p:sp>
      <p:sp>
        <p:nvSpPr>
          <p:cNvPr id="79" name="Line 25"/>
          <p:cNvSpPr>
            <a:spLocks noChangeShapeType="1"/>
          </p:cNvSpPr>
          <p:nvPr/>
        </p:nvSpPr>
        <p:spPr bwMode="auto">
          <a:xfrm flipV="1">
            <a:off x="5338544" y="1906627"/>
            <a:ext cx="287991" cy="6055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0" name="Line 27"/>
          <p:cNvSpPr>
            <a:spLocks noChangeShapeType="1"/>
          </p:cNvSpPr>
          <p:nvPr/>
        </p:nvSpPr>
        <p:spPr bwMode="auto">
          <a:xfrm flipH="1" flipV="1">
            <a:off x="4762563" y="1906627"/>
            <a:ext cx="583449" cy="6183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1" name="Line 28"/>
          <p:cNvSpPr>
            <a:spLocks noChangeShapeType="1"/>
          </p:cNvSpPr>
          <p:nvPr/>
        </p:nvSpPr>
        <p:spPr bwMode="auto">
          <a:xfrm flipH="1" flipV="1">
            <a:off x="4490572" y="2249262"/>
            <a:ext cx="875705" cy="287498"/>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2" name="Line 29"/>
          <p:cNvSpPr>
            <a:spLocks noChangeShapeType="1"/>
          </p:cNvSpPr>
          <p:nvPr/>
        </p:nvSpPr>
        <p:spPr bwMode="auto">
          <a:xfrm flipH="1" flipV="1">
            <a:off x="3494337" y="2299476"/>
            <a:ext cx="1869806" cy="23137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Line 30"/>
          <p:cNvSpPr>
            <a:spLocks noChangeShapeType="1"/>
          </p:cNvSpPr>
          <p:nvPr/>
        </p:nvSpPr>
        <p:spPr bwMode="auto">
          <a:xfrm flipV="1">
            <a:off x="5355609" y="2248278"/>
            <a:ext cx="803175" cy="277653"/>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4" name="Text Box 31"/>
          <p:cNvSpPr txBox="1">
            <a:spLocks noChangeArrowheads="1"/>
          </p:cNvSpPr>
          <p:nvPr/>
        </p:nvSpPr>
        <p:spPr bwMode="auto">
          <a:xfrm>
            <a:off x="3690747" y="239035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 部 分</a:t>
            </a:r>
          </a:p>
        </p:txBody>
      </p:sp>
      <p:sp>
        <p:nvSpPr>
          <p:cNvPr id="85" name="Line 32"/>
          <p:cNvSpPr>
            <a:spLocks noChangeShapeType="1"/>
          </p:cNvSpPr>
          <p:nvPr/>
        </p:nvSpPr>
        <p:spPr bwMode="auto">
          <a:xfrm>
            <a:off x="2751961" y="2857735"/>
            <a:ext cx="38505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6" name="Text Box 33"/>
          <p:cNvSpPr txBox="1">
            <a:spLocks noChangeArrowheads="1"/>
          </p:cNvSpPr>
          <p:nvPr/>
        </p:nvSpPr>
        <p:spPr bwMode="auto">
          <a:xfrm>
            <a:off x="4245246" y="2709605"/>
            <a:ext cx="955711" cy="307777"/>
          </a:xfrm>
          <a:prstGeom prst="rect">
            <a:avLst/>
          </a:prstGeom>
          <a:solidFill>
            <a:srgbClr val="00FFFF"/>
          </a:solidFill>
          <a:ln>
            <a:noFill/>
          </a:ln>
          <a:effectLst/>
        </p:spPr>
        <p:txBody>
          <a:bodyPr wrap="none">
            <a:spAutoFit/>
          </a:bodyPr>
          <a:lstStyle/>
          <a:p>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a:t>
            </a:r>
          </a:p>
        </p:txBody>
      </p:sp>
      <p:grpSp>
        <p:nvGrpSpPr>
          <p:cNvPr id="87" name="Group 38"/>
          <p:cNvGrpSpPr>
            <a:grpSpLocks/>
          </p:cNvGrpSpPr>
          <p:nvPr/>
        </p:nvGrpSpPr>
        <p:grpSpPr bwMode="auto">
          <a:xfrm>
            <a:off x="3331141" y="2438303"/>
            <a:ext cx="2935372" cy="1439462"/>
            <a:chOff x="1618" y="2192"/>
            <a:chExt cx="2752" cy="1462"/>
          </a:xfrm>
          <a:solidFill>
            <a:schemeClr val="bg1"/>
          </a:solidFill>
        </p:grpSpPr>
        <p:sp>
          <p:nvSpPr>
            <p:cNvPr id="88" name="Rectangle 34"/>
            <p:cNvSpPr>
              <a:spLocks noChangeArrowheads="1"/>
            </p:cNvSpPr>
            <p:nvPr/>
          </p:nvSpPr>
          <p:spPr bwMode="auto">
            <a:xfrm>
              <a:off x="1618" y="2192"/>
              <a:ext cx="241" cy="210"/>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35"/>
            <p:cNvSpPr>
              <a:spLocks noChangeArrowheads="1"/>
            </p:cNvSpPr>
            <p:nvPr/>
          </p:nvSpPr>
          <p:spPr bwMode="auto">
            <a:xfrm>
              <a:off x="1937" y="3033"/>
              <a:ext cx="2374" cy="621"/>
            </a:xfrm>
            <a:prstGeom prst="wedgeRoundRectCallout">
              <a:avLst>
                <a:gd name="adj1" fmla="val -56617"/>
                <a:gd name="adj2" fmla="val -159839"/>
                <a:gd name="adj3" fmla="val 16667"/>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kumimoji="1" lang="zh-CN" altLang="zh-CN" sz="1400" b="1">
                <a:solidFill>
                  <a:srgbClr val="000099"/>
                </a:solidFill>
                <a:latin typeface="微软雅黑" pitchFamily="34" charset="-122"/>
                <a:ea typeface="微软雅黑" pitchFamily="34" charset="-122"/>
              </a:endParaRPr>
            </a:p>
          </p:txBody>
        </p:sp>
        <p:sp>
          <p:nvSpPr>
            <p:cNvPr id="90" name="Text Box 36"/>
            <p:cNvSpPr txBox="1">
              <a:spLocks noChangeArrowheads="1"/>
            </p:cNvSpPr>
            <p:nvPr/>
          </p:nvSpPr>
          <p:spPr bwMode="auto">
            <a:xfrm>
              <a:off x="1880" y="3051"/>
              <a:ext cx="2490" cy="59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CC0099"/>
                  </a:solidFill>
                  <a:latin typeface="微软雅黑" pitchFamily="34" charset="-122"/>
                  <a:ea typeface="微软雅黑" pitchFamily="34" charset="-122"/>
                </a:rPr>
                <a:t>协议</a:t>
              </a:r>
              <a:r>
                <a:rPr kumimoji="1" lang="zh-CN" altLang="en-US" sz="1600" b="1" dirty="0">
                  <a:latin typeface="微软雅黑" pitchFamily="34" charset="-122"/>
                  <a:ea typeface="微软雅黑" pitchFamily="34" charset="-122"/>
                </a:rPr>
                <a:t>字段指出应将数据</a:t>
              </a:r>
            </a:p>
            <a:p>
              <a:pPr algn="ctr"/>
              <a:r>
                <a:rPr kumimoji="1" lang="zh-CN" altLang="en-US" sz="1600" b="1" dirty="0">
                  <a:latin typeface="微软雅黑" pitchFamily="34" charset="-122"/>
                  <a:ea typeface="微软雅黑" pitchFamily="34" charset="-122"/>
                </a:rPr>
                <a:t>部分交给哪一个进程</a:t>
              </a:r>
            </a:p>
          </p:txBody>
        </p:sp>
      </p:grpSp>
      <p:sp>
        <p:nvSpPr>
          <p:cNvPr id="92" name="矩形 91"/>
          <p:cNvSpPr/>
          <p:nvPr/>
        </p:nvSpPr>
        <p:spPr>
          <a:xfrm>
            <a:off x="1274164" y="972861"/>
            <a:ext cx="6730584" cy="369332"/>
          </a:xfrm>
          <a:prstGeom prst="rect">
            <a:avLst/>
          </a:prstGeom>
          <a:solidFill>
            <a:srgbClr val="00B050"/>
          </a:solidFill>
          <a:ln w="9525">
            <a:noFill/>
            <a:miter lim="800000"/>
            <a:headEnd/>
            <a:tailEnd/>
          </a:ln>
          <a:effectLst/>
        </p:spPr>
        <p:txBody>
          <a:bodyPr wrap="square">
            <a:spAutoFit/>
          </a:bodyPr>
          <a:lstStyle/>
          <a:p>
            <a:pPr algn="ct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协议支持多种协议，</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数据报可以封装多种协议 </a:t>
            </a:r>
            <a:r>
              <a:rPr lang="en-US" altLang="zh-CN" b="1" dirty="0">
                <a:solidFill>
                  <a:schemeClr val="bg1"/>
                </a:solidFill>
                <a:latin typeface="微软雅黑" pitchFamily="34" charset="-122"/>
                <a:ea typeface="微软雅黑" pitchFamily="34" charset="-122"/>
              </a:rPr>
              <a:t>PDU</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1" presetClass="entr" presetSubtype="0" fill="hold" grpId="0" nodeType="afterEffect">
                                  <p:stCondLst>
                                    <p:cond delay="250"/>
                                  </p:stCondLst>
                                  <p:childTnLst>
                                    <p:set>
                                      <p:cBhvr>
                                        <p:cTn id="9" dur="1" fill="hold">
                                          <p:stCondLst>
                                            <p:cond delay="0"/>
                                          </p:stCondLst>
                                        </p:cTn>
                                        <p:tgtEl>
                                          <p:spTgt spid="82"/>
                                        </p:tgtEl>
                                        <p:attrNameLst>
                                          <p:attrName>style.visibility</p:attrName>
                                        </p:attrNameLst>
                                      </p:cBhvr>
                                      <p:to>
                                        <p:strVal val="visible"/>
                                      </p:to>
                                    </p:set>
                                  </p:childTnLst>
                                </p:cTn>
                              </p:par>
                            </p:childTnLst>
                          </p:cTn>
                        </p:par>
                        <p:par>
                          <p:cTn id="10" fill="hold">
                            <p:stCondLst>
                              <p:cond delay="4250"/>
                            </p:stCondLst>
                            <p:childTnLst>
                              <p:par>
                                <p:cTn id="11" presetID="22" presetClass="entr" presetSubtype="2" fill="hold" grpId="1" nodeType="after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wipe(right)">
                                      <p:cBhvr>
                                        <p:cTn id="13" dur="1000"/>
                                        <p:tgtEl>
                                          <p:spTgt spid="82"/>
                                        </p:tgtEl>
                                      </p:cBhvr>
                                    </p:animEffect>
                                  </p:childTnLst>
                                </p:cTn>
                              </p:par>
                            </p:childTnLst>
                          </p:cTn>
                        </p:par>
                        <p:par>
                          <p:cTn id="14" fill="hold">
                            <p:stCondLst>
                              <p:cond delay="5250"/>
                            </p:stCondLst>
                            <p:childTnLst>
                              <p:par>
                                <p:cTn id="15" presetID="1" presetClass="entr" presetSubtype="0" fill="hold" grpId="0" nodeType="afterEffect">
                                  <p:stCondLst>
                                    <p:cond delay="0"/>
                                  </p:stCondLst>
                                  <p:childTnLst>
                                    <p:set>
                                      <p:cBhvr>
                                        <p:cTn id="16" dur="1" fill="hold">
                                          <p:stCondLst>
                                            <p:cond delay="0"/>
                                          </p:stCondLst>
                                        </p:cTn>
                                        <p:tgtEl>
                                          <p:spTgt spid="81"/>
                                        </p:tgtEl>
                                        <p:attrNameLst>
                                          <p:attrName>style.visibility</p:attrName>
                                        </p:attrNameLst>
                                      </p:cBhvr>
                                      <p:to>
                                        <p:strVal val="visible"/>
                                      </p:to>
                                    </p:set>
                                  </p:childTnLst>
                                </p:cTn>
                              </p:par>
                            </p:childTnLst>
                          </p:cTn>
                        </p:par>
                        <p:par>
                          <p:cTn id="17" fill="hold">
                            <p:stCondLst>
                              <p:cond delay="5250"/>
                            </p:stCondLst>
                            <p:childTnLst>
                              <p:par>
                                <p:cTn id="18" presetID="22" presetClass="entr" presetSubtype="2" fill="hold" grpId="1" nodeType="afterEffect">
                                  <p:stCondLst>
                                    <p:cond delay="0"/>
                                  </p:stCondLst>
                                  <p:childTnLst>
                                    <p:set>
                                      <p:cBhvr>
                                        <p:cTn id="19" dur="1" fill="hold">
                                          <p:stCondLst>
                                            <p:cond delay="0"/>
                                          </p:stCondLst>
                                        </p:cTn>
                                        <p:tgtEl>
                                          <p:spTgt spid="81"/>
                                        </p:tgtEl>
                                        <p:attrNameLst>
                                          <p:attrName>style.visibility</p:attrName>
                                        </p:attrNameLst>
                                      </p:cBhvr>
                                      <p:to>
                                        <p:strVal val="visible"/>
                                      </p:to>
                                    </p:set>
                                    <p:animEffect transition="in" filter="wipe(right)">
                                      <p:cBhvr>
                                        <p:cTn id="20" dur="1000"/>
                                        <p:tgtEl>
                                          <p:spTgt spid="81"/>
                                        </p:tgtEl>
                                      </p:cBhvr>
                                    </p:animEffect>
                                  </p:childTnLst>
                                </p:cTn>
                              </p:par>
                            </p:childTnLst>
                          </p:cTn>
                        </p:par>
                        <p:par>
                          <p:cTn id="21" fill="hold">
                            <p:stCondLst>
                              <p:cond delay="6250"/>
                            </p:stCondLst>
                            <p:childTnLst>
                              <p:par>
                                <p:cTn id="22" presetID="1" presetClass="entr" presetSubtype="0" fill="hold" grpId="0" nodeType="afterEffect">
                                  <p:stCondLst>
                                    <p:cond delay="0"/>
                                  </p:stCondLst>
                                  <p:childTnLst>
                                    <p:set>
                                      <p:cBhvr>
                                        <p:cTn id="23" dur="1" fill="hold">
                                          <p:stCondLst>
                                            <p:cond delay="0"/>
                                          </p:stCondLst>
                                        </p:cTn>
                                        <p:tgtEl>
                                          <p:spTgt spid="80"/>
                                        </p:tgtEl>
                                        <p:attrNameLst>
                                          <p:attrName>style.visibility</p:attrName>
                                        </p:attrNameLst>
                                      </p:cBhvr>
                                      <p:to>
                                        <p:strVal val="visible"/>
                                      </p:to>
                                    </p:set>
                                  </p:childTnLst>
                                </p:cTn>
                              </p:par>
                            </p:childTnLst>
                          </p:cTn>
                        </p:par>
                        <p:par>
                          <p:cTn id="24" fill="hold">
                            <p:stCondLst>
                              <p:cond delay="6250"/>
                            </p:stCondLst>
                            <p:childTnLst>
                              <p:par>
                                <p:cTn id="25" presetID="22" presetClass="entr" presetSubtype="4" fill="hold" grpId="1" nodeType="afterEffect">
                                  <p:stCondLst>
                                    <p:cond delay="0"/>
                                  </p:stCondLst>
                                  <p:childTnLst>
                                    <p:set>
                                      <p:cBhvr>
                                        <p:cTn id="26" dur="1" fill="hold">
                                          <p:stCondLst>
                                            <p:cond delay="0"/>
                                          </p:stCondLst>
                                        </p:cTn>
                                        <p:tgtEl>
                                          <p:spTgt spid="80"/>
                                        </p:tgtEl>
                                        <p:attrNameLst>
                                          <p:attrName>style.visibility</p:attrName>
                                        </p:attrNameLst>
                                      </p:cBhvr>
                                      <p:to>
                                        <p:strVal val="visible"/>
                                      </p:to>
                                    </p:set>
                                    <p:animEffect transition="in" filter="wipe(down)">
                                      <p:cBhvr>
                                        <p:cTn id="27" dur="1000"/>
                                        <p:tgtEl>
                                          <p:spTgt spid="80"/>
                                        </p:tgtEl>
                                      </p:cBhvr>
                                    </p:animEffect>
                                  </p:childTnLst>
                                </p:cTn>
                              </p:par>
                            </p:childTnLst>
                          </p:cTn>
                        </p:par>
                        <p:par>
                          <p:cTn id="28" fill="hold">
                            <p:stCondLst>
                              <p:cond delay="7250"/>
                            </p:stCondLst>
                            <p:childTnLst>
                              <p:par>
                                <p:cTn id="29" presetID="1" presetClass="entr" presetSubtype="0" fill="hold" grpId="0" nodeType="afterEffect">
                                  <p:stCondLst>
                                    <p:cond delay="0"/>
                                  </p:stCondLst>
                                  <p:childTnLst>
                                    <p:set>
                                      <p:cBhvr>
                                        <p:cTn id="30" dur="1" fill="hold">
                                          <p:stCondLst>
                                            <p:cond delay="0"/>
                                          </p:stCondLst>
                                        </p:cTn>
                                        <p:tgtEl>
                                          <p:spTgt spid="79"/>
                                        </p:tgtEl>
                                        <p:attrNameLst>
                                          <p:attrName>style.visibility</p:attrName>
                                        </p:attrNameLst>
                                      </p:cBhvr>
                                      <p:to>
                                        <p:strVal val="visible"/>
                                      </p:to>
                                    </p:set>
                                  </p:childTnLst>
                                </p:cTn>
                              </p:par>
                            </p:childTnLst>
                          </p:cTn>
                        </p:par>
                        <p:par>
                          <p:cTn id="31" fill="hold">
                            <p:stCondLst>
                              <p:cond delay="7250"/>
                            </p:stCondLst>
                            <p:childTnLst>
                              <p:par>
                                <p:cTn id="32" presetID="22" presetClass="entr" presetSubtype="4" fill="hold" grpId="1" nodeType="afterEffect">
                                  <p:stCondLst>
                                    <p:cond delay="0"/>
                                  </p:stCondLst>
                                  <p:childTnLst>
                                    <p:set>
                                      <p:cBhvr>
                                        <p:cTn id="33" dur="1" fill="hold">
                                          <p:stCondLst>
                                            <p:cond delay="0"/>
                                          </p:stCondLst>
                                        </p:cTn>
                                        <p:tgtEl>
                                          <p:spTgt spid="79"/>
                                        </p:tgtEl>
                                        <p:attrNameLst>
                                          <p:attrName>style.visibility</p:attrName>
                                        </p:attrNameLst>
                                      </p:cBhvr>
                                      <p:to>
                                        <p:strVal val="visible"/>
                                      </p:to>
                                    </p:set>
                                    <p:animEffect transition="in" filter="wipe(down)">
                                      <p:cBhvr>
                                        <p:cTn id="34" dur="1000"/>
                                        <p:tgtEl>
                                          <p:spTgt spid="79"/>
                                        </p:tgtEl>
                                      </p:cBhvr>
                                    </p:animEffect>
                                  </p:childTnLst>
                                </p:cTn>
                              </p:par>
                            </p:childTnLst>
                          </p:cTn>
                        </p:par>
                        <p:par>
                          <p:cTn id="35" fill="hold">
                            <p:stCondLst>
                              <p:cond delay="8250"/>
                            </p:stCondLst>
                            <p:childTnLst>
                              <p:par>
                                <p:cTn id="36" presetID="1" presetClass="entr" presetSubtype="0" fill="hold" grpId="0" nodeType="afterEffect">
                                  <p:stCondLst>
                                    <p:cond delay="0"/>
                                  </p:stCondLst>
                                  <p:childTnLst>
                                    <p:set>
                                      <p:cBhvr>
                                        <p:cTn id="37" dur="1" fill="hold">
                                          <p:stCondLst>
                                            <p:cond delay="0"/>
                                          </p:stCondLst>
                                        </p:cTn>
                                        <p:tgtEl>
                                          <p:spTgt spid="83"/>
                                        </p:tgtEl>
                                        <p:attrNameLst>
                                          <p:attrName>style.visibility</p:attrName>
                                        </p:attrNameLst>
                                      </p:cBhvr>
                                      <p:to>
                                        <p:strVal val="visible"/>
                                      </p:to>
                                    </p:set>
                                  </p:childTnLst>
                                </p:cTn>
                              </p:par>
                            </p:childTnLst>
                          </p:cTn>
                        </p:par>
                        <p:par>
                          <p:cTn id="38" fill="hold">
                            <p:stCondLst>
                              <p:cond delay="8250"/>
                            </p:stCondLst>
                            <p:childTnLst>
                              <p:par>
                                <p:cTn id="39" presetID="22" presetClass="entr" presetSubtype="8" fill="hold" grpId="1" nodeType="afterEffect">
                                  <p:stCondLst>
                                    <p:cond delay="0"/>
                                  </p:stCondLst>
                                  <p:childTnLst>
                                    <p:set>
                                      <p:cBhvr>
                                        <p:cTn id="40" dur="1" fill="hold">
                                          <p:stCondLst>
                                            <p:cond delay="0"/>
                                          </p:stCondLst>
                                        </p:cTn>
                                        <p:tgtEl>
                                          <p:spTgt spid="83"/>
                                        </p:tgtEl>
                                        <p:attrNameLst>
                                          <p:attrName>style.visibility</p:attrName>
                                        </p:attrNameLst>
                                      </p:cBhvr>
                                      <p:to>
                                        <p:strVal val="visible"/>
                                      </p:to>
                                    </p:set>
                                    <p:animEffect transition="in" filter="wipe(left)">
                                      <p:cBhvr>
                                        <p:cTn id="41"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 grpId="0" animBg="1"/>
      <p:bldP spid="79" grpId="1" animBg="1"/>
      <p:bldP spid="80" grpId="0" animBg="1"/>
      <p:bldP spid="80" grpId="1" animBg="1"/>
      <p:bldP spid="81" grpId="0" animBg="1"/>
      <p:bldP spid="81" grpId="1" animBg="1"/>
      <p:bldP spid="82" grpId="0" animBg="1"/>
      <p:bldP spid="82" grpId="1" animBg="1"/>
      <p:bldP spid="83" grpId="0" animBg="1"/>
      <p:bldP spid="83"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21" name="圆角矩形 20"/>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809469" y="633725"/>
            <a:ext cx="7629994" cy="404320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z</a:t>
            </a:r>
            <a:endParaRPr lang="zh-CN" altLang="en-US" dirty="0"/>
          </a:p>
        </p:txBody>
      </p:sp>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圆角矩形 65"/>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圆角矩形 9"/>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sp>
        <p:nvSpPr>
          <p:cNvPr id="7" name="圆角矩形 6"/>
          <p:cNvSpPr/>
          <p:nvPr/>
        </p:nvSpPr>
        <p:spPr>
          <a:xfrm>
            <a:off x="545144" y="1095236"/>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71739" y="3474885"/>
            <a:ext cx="402414" cy="120451"/>
          </a:xfrm>
          <a:prstGeom prst="leftArrow">
            <a:avLst>
              <a:gd name="adj1" fmla="val 50000"/>
              <a:gd name="adj2" fmla="val 77098"/>
            </a:avLst>
          </a:prstGeom>
          <a:solidFill>
            <a:srgbClr val="CC00CC"/>
          </a:solidFill>
          <a:ln w="9525">
            <a:solidFill>
              <a:srgbClr val="000099"/>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rgbClr val="C3E3F9"/>
          </a:solidFill>
          <a:ln>
            <a:noFill/>
          </a:ln>
          <a:effectLst/>
        </p:spPr>
        <p:txBody>
          <a:bodyPr wrap="none">
            <a:spAutoFit/>
          </a:bodyPr>
          <a:lstStyle/>
          <a:p>
            <a:r>
              <a:rPr kumimoji="1" lang="en-US" altLang="zh-CN" sz="1200" b="1">
                <a:latin typeface="微软雅黑" pitchFamily="34" charset="-122"/>
                <a:ea typeface="微软雅黑" pitchFamily="34" charset="-122"/>
              </a:rPr>
              <a:t>IP </a:t>
            </a:r>
            <a:r>
              <a:rPr kumimoji="1" lang="zh-CN" altLang="en-US" sz="1200" b="1">
                <a:latin typeface="微软雅黑" pitchFamily="34" charset="-122"/>
                <a:ea typeface="微软雅黑"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rgbClr val="99FFCC"/>
              </a:gs>
              <a:gs pos="100000">
                <a:srgbClr val="00B0F0"/>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64" name="Freeform 6"/>
          <p:cNvSpPr>
            <a:spLocks/>
          </p:cNvSpPr>
          <p:nvPr/>
        </p:nvSpPr>
        <p:spPr bwMode="auto">
          <a:xfrm>
            <a:off x="3396266" y="3171497"/>
            <a:ext cx="3271321"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rgbClr val="00B0F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65" name="Rectangle 7"/>
          <p:cNvSpPr>
            <a:spLocks noChangeArrowheads="1"/>
          </p:cNvSpPr>
          <p:nvPr/>
        </p:nvSpPr>
        <p:spPr bwMode="auto">
          <a:xfrm>
            <a:off x="3031265" y="3388127"/>
            <a:ext cx="3296871" cy="313339"/>
          </a:xfrm>
          <a:prstGeom prst="rect">
            <a:avLst/>
          </a:prstGeom>
          <a:solidFill>
            <a:srgbClr val="00B050"/>
          </a:solidFill>
          <a:ln w="19050">
            <a:solidFill>
              <a:srgbClr val="333399"/>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6" name="Rectangle 8"/>
          <p:cNvSpPr>
            <a:spLocks noChangeArrowheads="1"/>
          </p:cNvSpPr>
          <p:nvPr/>
        </p:nvSpPr>
        <p:spPr bwMode="auto">
          <a:xfrm>
            <a:off x="3957456" y="3403202"/>
            <a:ext cx="2366118" cy="279494"/>
          </a:xfrm>
          <a:prstGeom prst="rect">
            <a:avLst/>
          </a:prstGeom>
          <a:solidFill>
            <a:srgbClr val="00FF9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3952893"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62090" y="3417214"/>
            <a:ext cx="107273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chemeClr val="bg1"/>
                </a:solidFill>
                <a:latin typeface="微软雅黑" pitchFamily="34" charset="-122"/>
                <a:ea typeface="微软雅黑" pitchFamily="34" charset="-122"/>
              </a:rPr>
              <a:t>IP </a:t>
            </a:r>
            <a:r>
              <a:rPr kumimoji="1" lang="zh-CN" altLang="zh-CN" sz="1100" b="1" dirty="0">
                <a:solidFill>
                  <a:schemeClr val="bg1"/>
                </a:solidFill>
                <a:latin typeface="微软雅黑" pitchFamily="34" charset="-122"/>
                <a:ea typeface="微软雅黑" pitchFamily="34" charset="-122"/>
              </a:rPr>
              <a:t>数据报首部</a:t>
            </a:r>
            <a:endParaRPr kumimoji="1" lang="zh-CN" altLang="en-US" sz="1100" b="1" dirty="0">
              <a:solidFill>
                <a:schemeClr val="bg1"/>
              </a:solidFill>
              <a:latin typeface="微软雅黑" pitchFamily="34" charset="-122"/>
              <a:ea typeface="微软雅黑"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OSPF </a:t>
            </a:r>
            <a:r>
              <a:rPr kumimoji="1" lang="zh-CN" altLang="en-US" sz="1200" b="1" dirty="0">
                <a:latin typeface="微软雅黑" pitchFamily="34" charset="-122"/>
                <a:ea typeface="微软雅黑" pitchFamily="34" charset="-122"/>
              </a:rPr>
              <a:t>分组</a:t>
            </a:r>
          </a:p>
        </p:txBody>
      </p:sp>
      <p:sp>
        <p:nvSpPr>
          <p:cNvPr id="170" name="Rectangle 12"/>
          <p:cNvSpPr>
            <a:spLocks noChangeArrowheads="1"/>
          </p:cNvSpPr>
          <p:nvPr/>
        </p:nvSpPr>
        <p:spPr bwMode="auto">
          <a:xfrm>
            <a:off x="3371629" y="2851418"/>
            <a:ext cx="3295958" cy="313339"/>
          </a:xfrm>
          <a:prstGeom prst="rect">
            <a:avLst/>
          </a:prstGeom>
          <a:solidFill>
            <a:srgbClr val="0000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2" name="Rectangle 14"/>
          <p:cNvSpPr>
            <a:spLocks noChangeArrowheads="1"/>
          </p:cNvSpPr>
          <p:nvPr/>
        </p:nvSpPr>
        <p:spPr bwMode="auto">
          <a:xfrm>
            <a:off x="4443819" y="2866580"/>
            <a:ext cx="2219205" cy="296493"/>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91293"/>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chemeClr val="bg1"/>
                </a:solidFill>
                <a:latin typeface="微软雅黑" pitchFamily="34" charset="-122"/>
                <a:ea typeface="微软雅黑" pitchFamily="34" charset="-122"/>
              </a:rPr>
              <a:t>OSPF </a:t>
            </a:r>
            <a:r>
              <a:rPr kumimoji="1" lang="zh-CN" altLang="en-US" sz="1100" b="1" dirty="0">
                <a:solidFill>
                  <a:schemeClr val="bg1"/>
                </a:solidFill>
                <a:latin typeface="微软雅黑" pitchFamily="34" charset="-122"/>
                <a:ea typeface="微软雅黑"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579782" y="2623994"/>
            <a:ext cx="681597" cy="261610"/>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50" b="1" dirty="0">
                <a:latin typeface="微软雅黑" pitchFamily="34" charset="-122"/>
                <a:ea typeface="微软雅黑" pitchFamily="34" charset="-122"/>
              </a:rPr>
              <a:t>24 </a:t>
            </a:r>
            <a:r>
              <a:rPr kumimoji="1" lang="zh-CN" altLang="en-US" sz="1050" b="1" dirty="0">
                <a:latin typeface="微软雅黑" pitchFamily="34" charset="-122"/>
                <a:ea typeface="微软雅黑" pitchFamily="34" charset="-122"/>
              </a:rPr>
              <a:t>字节</a:t>
            </a:r>
          </a:p>
        </p:txBody>
      </p:sp>
      <p:sp>
        <p:nvSpPr>
          <p:cNvPr id="181" name="Rectangle 23"/>
          <p:cNvSpPr>
            <a:spLocks noChangeArrowheads="1"/>
          </p:cNvSpPr>
          <p:nvPr/>
        </p:nvSpPr>
        <p:spPr bwMode="auto">
          <a:xfrm>
            <a:off x="2217313" y="1327160"/>
            <a:ext cx="4643724" cy="1184287"/>
          </a:xfrm>
          <a:prstGeom prst="rect">
            <a:avLst/>
          </a:prstGeom>
          <a:solidFill>
            <a:srgbClr val="99FFCC"/>
          </a:solidFill>
          <a:ln w="9525">
            <a:solidFill>
              <a:srgbClr val="333399"/>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421957" y="2880073"/>
            <a:ext cx="229101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类型 </a:t>
            </a:r>
            <a:r>
              <a:rPr kumimoji="1" lang="en-US" altLang="zh-CN" sz="1200" b="1" dirty="0">
                <a:latin typeface="微软雅黑" pitchFamily="34" charset="-122"/>
                <a:ea typeface="微软雅黑" pitchFamily="34" charset="-122"/>
              </a:rPr>
              <a:t>1 </a:t>
            </a:r>
            <a:r>
              <a:rPr kumimoji="1" lang="zh-CN" altLang="en-US" sz="1200" b="1" dirty="0">
                <a:latin typeface="微软雅黑" pitchFamily="34" charset="-122"/>
                <a:ea typeface="微软雅黑" pitchFamily="34" charset="-122"/>
              </a:rPr>
              <a:t>至类型 </a:t>
            </a:r>
            <a:r>
              <a:rPr kumimoji="1" lang="en-US" altLang="zh-CN" sz="1200" b="1" dirty="0">
                <a:latin typeface="微软雅黑" pitchFamily="34" charset="-122"/>
                <a:ea typeface="微软雅黑" pitchFamily="34" charset="-122"/>
              </a:rPr>
              <a:t>5 </a:t>
            </a:r>
            <a:r>
              <a:rPr kumimoji="1" lang="zh-CN" altLang="en-US" sz="1200" b="1" dirty="0">
                <a:latin typeface="微软雅黑" pitchFamily="34" charset="-122"/>
                <a:ea typeface="微软雅黑" pitchFamily="34" charset="-122"/>
              </a:rPr>
              <a:t>的 </a:t>
            </a:r>
            <a:r>
              <a:rPr kumimoji="1" lang="en-US" altLang="zh-CN" sz="1200" b="1" dirty="0">
                <a:latin typeface="微软雅黑" pitchFamily="34" charset="-122"/>
                <a:ea typeface="微软雅黑" pitchFamily="34" charset="-122"/>
              </a:rPr>
              <a:t>OSPF </a:t>
            </a:r>
            <a:r>
              <a:rPr kumimoji="1" lang="zh-CN" altLang="en-US" sz="1200" b="1" dirty="0">
                <a:latin typeface="微软雅黑" pitchFamily="34" charset="-122"/>
                <a:ea typeface="微软雅黑"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p:cNvSpPr>
            <a:spLocks noChangeArrowheads="1"/>
          </p:cNvSpPr>
          <p:nvPr/>
        </p:nvSpPr>
        <p:spPr bwMode="auto">
          <a:xfrm>
            <a:off x="3091323" y="2548603"/>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 name="Rectangle 4"/>
          <p:cNvSpPr>
            <a:spLocks noChangeArrowheads="1"/>
          </p:cNvSpPr>
          <p:nvPr/>
        </p:nvSpPr>
        <p:spPr bwMode="auto">
          <a:xfrm>
            <a:off x="3091323" y="800842"/>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 name="Text Box 39"/>
          <p:cNvSpPr txBox="1">
            <a:spLocks noChangeArrowheads="1"/>
          </p:cNvSpPr>
          <p:nvPr/>
        </p:nvSpPr>
        <p:spPr bwMode="auto">
          <a:xfrm>
            <a:off x="475052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更新报文</a:t>
            </a:r>
          </a:p>
        </p:txBody>
      </p:sp>
      <p:sp>
        <p:nvSpPr>
          <p:cNvPr id="6" name="Line 5"/>
          <p:cNvSpPr>
            <a:spLocks noChangeShapeType="1"/>
          </p:cNvSpPr>
          <p:nvPr/>
        </p:nvSpPr>
        <p:spPr bwMode="auto">
          <a:xfrm>
            <a:off x="362791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Freeform 6"/>
          <p:cNvSpPr>
            <a:spLocks/>
          </p:cNvSpPr>
          <p:nvPr/>
        </p:nvSpPr>
        <p:spPr bwMode="auto">
          <a:xfrm>
            <a:off x="362791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Line 7"/>
          <p:cNvSpPr>
            <a:spLocks noChangeShapeType="1"/>
          </p:cNvSpPr>
          <p:nvPr/>
        </p:nvSpPr>
        <p:spPr bwMode="auto">
          <a:xfrm>
            <a:off x="464083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8"/>
          <p:cNvSpPr>
            <a:spLocks noChangeShapeType="1"/>
          </p:cNvSpPr>
          <p:nvPr/>
        </p:nvSpPr>
        <p:spPr bwMode="auto">
          <a:xfrm>
            <a:off x="583261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9"/>
          <p:cNvSpPr>
            <a:spLocks noChangeShapeType="1"/>
          </p:cNvSpPr>
          <p:nvPr/>
        </p:nvSpPr>
        <p:spPr bwMode="auto">
          <a:xfrm>
            <a:off x="483946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Line 10"/>
          <p:cNvSpPr>
            <a:spLocks noChangeShapeType="1"/>
          </p:cNvSpPr>
          <p:nvPr/>
        </p:nvSpPr>
        <p:spPr bwMode="auto">
          <a:xfrm rot="12726376">
            <a:off x="418724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1"/>
          <p:cNvSpPr>
            <a:spLocks noChangeShapeType="1"/>
          </p:cNvSpPr>
          <p:nvPr/>
        </p:nvSpPr>
        <p:spPr bwMode="auto">
          <a:xfrm rot="16200000">
            <a:off x="459423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Line 12"/>
          <p:cNvSpPr>
            <a:spLocks noChangeShapeType="1"/>
          </p:cNvSpPr>
          <p:nvPr/>
        </p:nvSpPr>
        <p:spPr bwMode="auto">
          <a:xfrm>
            <a:off x="3627919"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Freeform 13"/>
          <p:cNvSpPr>
            <a:spLocks/>
          </p:cNvSpPr>
          <p:nvPr/>
        </p:nvSpPr>
        <p:spPr bwMode="auto">
          <a:xfrm>
            <a:off x="3627919"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4640833"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5832612"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17" name="Group 71"/>
          <p:cNvGrpSpPr>
            <a:grpSpLocks/>
          </p:cNvGrpSpPr>
          <p:nvPr/>
        </p:nvGrpSpPr>
        <p:grpSpPr bwMode="auto">
          <a:xfrm>
            <a:off x="5912657"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28" name="Group 70"/>
          <p:cNvGrpSpPr>
            <a:grpSpLocks/>
          </p:cNvGrpSpPr>
          <p:nvPr/>
        </p:nvGrpSpPr>
        <p:grpSpPr bwMode="auto">
          <a:xfrm>
            <a:off x="3974781"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1" name="Line 29"/>
          <p:cNvSpPr>
            <a:spLocks noChangeShapeType="1"/>
          </p:cNvSpPr>
          <p:nvPr/>
        </p:nvSpPr>
        <p:spPr bwMode="auto">
          <a:xfrm>
            <a:off x="4005415"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6" name="Group 73"/>
          <p:cNvGrpSpPr>
            <a:grpSpLocks/>
          </p:cNvGrpSpPr>
          <p:nvPr/>
        </p:nvGrpSpPr>
        <p:grpSpPr bwMode="auto">
          <a:xfrm>
            <a:off x="4089413" y="3712560"/>
            <a:ext cx="2344030" cy="410487"/>
            <a:chOff x="1803" y="3719"/>
            <a:chExt cx="2372" cy="450"/>
          </a:xfrm>
        </p:grpSpPr>
        <p:sp>
          <p:nvSpPr>
            <p:cNvPr id="37" name="AutoShape 32"/>
            <p:cNvSpPr>
              <a:spLocks noChangeArrowheads="1"/>
            </p:cNvSpPr>
            <p:nvPr/>
          </p:nvSpPr>
          <p:spPr bwMode="auto">
            <a:xfrm>
              <a:off x="2399" y="3726"/>
              <a:ext cx="120" cy="292"/>
            </a:xfrm>
            <a:prstGeom prst="downArrow">
              <a:avLst>
                <a:gd name="adj1" fmla="val 50000"/>
                <a:gd name="adj2" fmla="val 80458"/>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42" name="Line 37"/>
          <p:cNvSpPr>
            <a:spLocks noChangeShapeType="1"/>
          </p:cNvSpPr>
          <p:nvPr/>
        </p:nvSpPr>
        <p:spPr bwMode="auto">
          <a:xfrm>
            <a:off x="290785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Text Box 38"/>
          <p:cNvSpPr txBox="1">
            <a:spLocks noChangeArrowheads="1"/>
          </p:cNvSpPr>
          <p:nvPr/>
        </p:nvSpPr>
        <p:spPr bwMode="auto">
          <a:xfrm>
            <a:off x="2815663" y="4005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t</a:t>
            </a:r>
          </a:p>
        </p:txBody>
      </p:sp>
      <p:sp>
        <p:nvSpPr>
          <p:cNvPr id="44" name="Text Box 40"/>
          <p:cNvSpPr txBox="1">
            <a:spLocks noChangeArrowheads="1"/>
          </p:cNvSpPr>
          <p:nvPr/>
        </p:nvSpPr>
        <p:spPr bwMode="auto">
          <a:xfrm>
            <a:off x="4811793" y="3733539"/>
            <a:ext cx="9207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ACK</a:t>
            </a:r>
            <a:r>
              <a:rPr kumimoji="1" lang="zh-CN" altLang="en-US" sz="1400" b="1">
                <a:latin typeface="微软雅黑" pitchFamily="34" charset="-122"/>
                <a:ea typeface="微软雅黑"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09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99512" y="1365488"/>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0" name="Text Box 66"/>
          <p:cNvSpPr txBox="1">
            <a:spLocks noChangeArrowheads="1"/>
          </p:cNvSpPr>
          <p:nvPr/>
        </p:nvSpPr>
        <p:spPr bwMode="auto">
          <a:xfrm>
            <a:off x="4199512" y="4001725"/>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p>
        </p:txBody>
      </p:sp>
      <p:sp>
        <p:nvSpPr>
          <p:cNvPr id="71" name="Text Box 67"/>
          <p:cNvSpPr txBox="1">
            <a:spLocks noChangeArrowheads="1"/>
          </p:cNvSpPr>
          <p:nvPr/>
        </p:nvSpPr>
        <p:spPr bwMode="auto">
          <a:xfrm>
            <a:off x="4188641" y="3105951"/>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2" name="Text Box 68"/>
          <p:cNvSpPr txBox="1">
            <a:spLocks noChangeArrowheads="1"/>
          </p:cNvSpPr>
          <p:nvPr/>
        </p:nvSpPr>
        <p:spPr bwMode="auto">
          <a:xfrm>
            <a:off x="4199512" y="2239369"/>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3" name="Text Box 69"/>
          <p:cNvSpPr txBox="1">
            <a:spLocks noChangeArrowheads="1"/>
          </p:cNvSpPr>
          <p:nvPr/>
        </p:nvSpPr>
        <p:spPr bwMode="auto">
          <a:xfrm>
            <a:off x="3210896" y="1051695"/>
            <a:ext cx="332142" cy="3033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2</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4</a:t>
            </a:r>
            <a:endParaRPr kumimoji="1" lang="en-US" altLang="zh-CN" sz="1400" b="1" dirty="0">
              <a:latin typeface="微软雅黑" pitchFamily="34" charset="-122"/>
              <a:ea typeface="微软雅黑" pitchFamily="34" charset="-122"/>
            </a:endParaRPr>
          </a:p>
        </p:txBody>
      </p:sp>
      <p:sp>
        <p:nvSpPr>
          <p:cNvPr id="75" name="Text Box 155"/>
          <p:cNvSpPr txBox="1">
            <a:spLocks noChangeArrowheads="1"/>
          </p:cNvSpPr>
          <p:nvPr/>
        </p:nvSpPr>
        <p:spPr bwMode="auto">
          <a:xfrm>
            <a:off x="2817188" y="43654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1000"/>
                                  </p:stCondLst>
                                  <p:childTnLst>
                                    <p:set>
                                      <p:cBhvr>
                                        <p:cTn id="9" dur="1" fill="hold">
                                          <p:stCondLst>
                                            <p:cond delay="0"/>
                                          </p:stCondLst>
                                        </p:cTn>
                                        <p:tgtEl>
                                          <p:spTgt spid="31"/>
                                        </p:tgtEl>
                                        <p:attrNameLst>
                                          <p:attrName>style.visibility</p:attrName>
                                        </p:attrNameLst>
                                      </p:cBhvr>
                                      <p:to>
                                        <p:strVal val="visible"/>
                                      </p:to>
                                    </p:set>
                                  </p:childTnLst>
                                </p:cTn>
                              </p:par>
                            </p:childTnLst>
                          </p:cTn>
                        </p:par>
                        <p:par>
                          <p:cTn id="10" fill="hold">
                            <p:stCondLst>
                              <p:cond delay="2000"/>
                            </p:stCondLst>
                            <p:childTnLst>
                              <p:par>
                                <p:cTn id="11" presetID="10" presetClass="entr" presetSubtype="0" fill="hold" grpId="0" nodeType="afterEffect">
                                  <p:stCondLst>
                                    <p:cond delay="100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3500"/>
                            </p:stCondLst>
                            <p:childTnLst>
                              <p:par>
                                <p:cTn id="15" presetID="1" presetClass="entr" presetSubtype="0" fill="hold" nodeType="afterEffect">
                                  <p:stCondLst>
                                    <p:cond delay="1000"/>
                                  </p:stCondLst>
                                  <p:childTnLst>
                                    <p:set>
                                      <p:cBhvr>
                                        <p:cTn id="16" dur="1" fill="hold">
                                          <p:stCondLst>
                                            <p:cond delay="0"/>
                                          </p:stCondLst>
                                        </p:cTn>
                                        <p:tgtEl>
                                          <p:spTgt spid="28"/>
                                        </p:tgtEl>
                                        <p:attrNameLst>
                                          <p:attrName>style.visibility</p:attrName>
                                        </p:attrNameLst>
                                      </p:cBhvr>
                                      <p:to>
                                        <p:strVal val="visible"/>
                                      </p:to>
                                    </p:set>
                                  </p:childTnLst>
                                </p:cTn>
                              </p:par>
                            </p:childTnLst>
                          </p:cTn>
                        </p:par>
                        <p:par>
                          <p:cTn id="17" fill="hold">
                            <p:stCondLst>
                              <p:cond delay="4500"/>
                            </p:stCondLst>
                            <p:childTnLst>
                              <p:par>
                                <p:cTn id="18" presetID="1" presetClass="entr" presetSubtype="0" fill="hold" nodeType="afterEffect">
                                  <p:stCondLst>
                                    <p:cond delay="1000"/>
                                  </p:stCondLst>
                                  <p:childTnLst>
                                    <p:set>
                                      <p:cBhvr>
                                        <p:cTn id="19" dur="1" fill="hold">
                                          <p:stCondLst>
                                            <p:cond delay="0"/>
                                          </p:stCondLst>
                                        </p:cTn>
                                        <p:tgtEl>
                                          <p:spTgt spid="32"/>
                                        </p:tgtEl>
                                        <p:attrNameLst>
                                          <p:attrName>style.visibility</p:attrName>
                                        </p:attrNameLst>
                                      </p:cBhvr>
                                      <p:to>
                                        <p:strVal val="visible"/>
                                      </p:to>
                                    </p:set>
                                  </p:childTnLst>
                                </p:cTn>
                              </p:par>
                            </p:childTnLst>
                          </p:cTn>
                        </p:par>
                        <p:par>
                          <p:cTn id="20" fill="hold">
                            <p:stCondLst>
                              <p:cond delay="5500"/>
                            </p:stCondLst>
                            <p:childTnLst>
                              <p:par>
                                <p:cTn id="21" presetID="1" presetClass="entr" presetSubtype="0" fill="hold" grpId="0" nodeType="afterEffect">
                                  <p:stCondLst>
                                    <p:cond delay="1000"/>
                                  </p:stCondLst>
                                  <p:childTnLst>
                                    <p:set>
                                      <p:cBhvr>
                                        <p:cTn id="22" dur="1" fill="hold">
                                          <p:stCondLst>
                                            <p:cond delay="0"/>
                                          </p:stCondLst>
                                        </p:cTn>
                                        <p:tgtEl>
                                          <p:spTgt spid="10"/>
                                        </p:tgtEl>
                                        <p:attrNameLst>
                                          <p:attrName>style.visibility</p:attrName>
                                        </p:attrNameLst>
                                      </p:cBhvr>
                                      <p:to>
                                        <p:strVal val="visible"/>
                                      </p:to>
                                    </p:set>
                                  </p:childTnLst>
                                </p:cTn>
                              </p:par>
                            </p:childTnLst>
                          </p:cTn>
                        </p:par>
                        <p:par>
                          <p:cTn id="23" fill="hold">
                            <p:stCondLst>
                              <p:cond delay="6500"/>
                            </p:stCondLst>
                            <p:childTnLst>
                              <p:par>
                                <p:cTn id="24" presetID="1" presetClass="entr" presetSubtype="0" fill="hold" nodeType="afterEffect">
                                  <p:stCondLst>
                                    <p:cond delay="100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7500"/>
                            </p:stCondLst>
                            <p:childTnLst>
                              <p:par>
                                <p:cTn id="27" presetID="1" presetClass="entr" presetSubtype="0" fill="hold" grpId="0" nodeType="afterEffect">
                                  <p:stCondLst>
                                    <p:cond delay="1000"/>
                                  </p:stCondLst>
                                  <p:childTnLst>
                                    <p:set>
                                      <p:cBhvr>
                                        <p:cTn id="28" dur="1" fill="hold">
                                          <p:stCondLst>
                                            <p:cond delay="0"/>
                                          </p:stCondLst>
                                        </p:cTn>
                                        <p:tgtEl>
                                          <p:spTgt spid="35"/>
                                        </p:tgtEl>
                                        <p:attrNameLst>
                                          <p:attrName>style.visibility</p:attrName>
                                        </p:attrNameLst>
                                      </p:cBhvr>
                                      <p:to>
                                        <p:strVal val="visible"/>
                                      </p:to>
                                    </p:set>
                                  </p:childTnLst>
                                </p:cTn>
                              </p:par>
                            </p:childTnLst>
                          </p:cTn>
                        </p:par>
                        <p:par>
                          <p:cTn id="29" fill="hold">
                            <p:stCondLst>
                              <p:cond delay="8500"/>
                            </p:stCondLst>
                            <p:childTnLst>
                              <p:par>
                                <p:cTn id="30" presetID="1" presetClass="entr" presetSubtype="0" fill="hold" nodeType="afterEffect">
                                  <p:stCondLst>
                                    <p:cond delay="1250"/>
                                  </p:stCondLst>
                                  <p:childTnLst>
                                    <p:set>
                                      <p:cBhvr>
                                        <p:cTn id="31"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31" grpId="0" animBg="1"/>
      <p:bldP spid="35" grpId="0" animBg="1"/>
    </p:bld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45563" y="1186836"/>
            <a:ext cx="430439" cy="602615"/>
          </a:xfrm>
          <a:prstGeom prst="rect">
            <a:avLst/>
          </a:prstGeom>
        </p:spPr>
      </p:pic>
      <p:sp>
        <p:nvSpPr>
          <p:cNvPr id="6" name="Line 77"/>
          <p:cNvSpPr>
            <a:spLocks noChangeShapeType="1"/>
          </p:cNvSpPr>
          <p:nvPr/>
        </p:nvSpPr>
        <p:spPr bwMode="auto">
          <a:xfrm>
            <a:off x="2364824" y="3406751"/>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2"/>
          <p:cNvSpPr>
            <a:spLocks noChangeShapeType="1"/>
          </p:cNvSpPr>
          <p:nvPr/>
        </p:nvSpPr>
        <p:spPr bwMode="auto">
          <a:xfrm flipV="1">
            <a:off x="2413019" y="2011691"/>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53"/>
          <p:cNvSpPr>
            <a:spLocks noChangeShapeType="1"/>
          </p:cNvSpPr>
          <p:nvPr/>
        </p:nvSpPr>
        <p:spPr bwMode="auto">
          <a:xfrm flipV="1">
            <a:off x="3432295" y="1488143"/>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4"/>
          <p:cNvSpPr>
            <a:spLocks noChangeShapeType="1"/>
          </p:cNvSpPr>
          <p:nvPr/>
        </p:nvSpPr>
        <p:spPr bwMode="auto">
          <a:xfrm flipH="1" flipV="1">
            <a:off x="3432295" y="2011691"/>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55"/>
          <p:cNvSpPr>
            <a:spLocks noChangeShapeType="1"/>
          </p:cNvSpPr>
          <p:nvPr/>
        </p:nvSpPr>
        <p:spPr bwMode="auto">
          <a:xfrm>
            <a:off x="4643709"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56"/>
          <p:cNvSpPr>
            <a:spLocks noChangeShapeType="1"/>
          </p:cNvSpPr>
          <p:nvPr/>
        </p:nvSpPr>
        <p:spPr bwMode="auto">
          <a:xfrm flipV="1">
            <a:off x="3432295"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57"/>
          <p:cNvSpPr>
            <a:spLocks noChangeShapeType="1"/>
          </p:cNvSpPr>
          <p:nvPr/>
        </p:nvSpPr>
        <p:spPr bwMode="auto">
          <a:xfrm>
            <a:off x="2349754"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Line 58"/>
          <p:cNvSpPr>
            <a:spLocks noChangeShapeType="1"/>
          </p:cNvSpPr>
          <p:nvPr/>
        </p:nvSpPr>
        <p:spPr bwMode="auto">
          <a:xfrm>
            <a:off x="3561168" y="2011691"/>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Text Box 59"/>
          <p:cNvSpPr txBox="1">
            <a:spLocks noChangeArrowheads="1"/>
          </p:cNvSpPr>
          <p:nvPr/>
        </p:nvSpPr>
        <p:spPr bwMode="auto">
          <a:xfrm>
            <a:off x="2285118" y="4018862"/>
            <a:ext cx="24865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共有 </a:t>
            </a:r>
            <a:r>
              <a:rPr kumimoji="1" lang="en-US" altLang="zh-CN" sz="1400" b="1" dirty="0">
                <a:latin typeface="微软雅黑" pitchFamily="34" charset="-122"/>
                <a:ea typeface="微软雅黑" pitchFamily="34" charset="-122"/>
              </a:rPr>
              <a:t>90 </a:t>
            </a:r>
            <a:r>
              <a:rPr kumimoji="1" lang="zh-CN" altLang="en-US" sz="1400" b="1" dirty="0">
                <a:latin typeface="微软雅黑" pitchFamily="34" charset="-122"/>
                <a:ea typeface="微软雅黑" pitchFamily="34" charset="-122"/>
              </a:rPr>
              <a:t>个主机接收视频节目</a:t>
            </a:r>
          </a:p>
        </p:txBody>
      </p:sp>
      <p:sp>
        <p:nvSpPr>
          <p:cNvPr id="16" name="AutoShape 60"/>
          <p:cNvSpPr>
            <a:spLocks noChangeArrowheads="1"/>
          </p:cNvSpPr>
          <p:nvPr/>
        </p:nvSpPr>
        <p:spPr bwMode="auto">
          <a:xfrm rot="5400000">
            <a:off x="3362856" y="1588165"/>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AutoShape 61"/>
          <p:cNvSpPr>
            <a:spLocks noChangeArrowheads="1"/>
          </p:cNvSpPr>
          <p:nvPr/>
        </p:nvSpPr>
        <p:spPr bwMode="auto">
          <a:xfrm rot="8740270">
            <a:off x="2666081" y="2168502"/>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1244" y="1876508"/>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2985923" y="157694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p:txBody>
      </p:sp>
      <p:sp>
        <p:nvSpPr>
          <p:cNvPr id="20" name="Text Box 64"/>
          <p:cNvSpPr txBox="1">
            <a:spLocks noChangeArrowheads="1"/>
          </p:cNvSpPr>
          <p:nvPr/>
        </p:nvSpPr>
        <p:spPr bwMode="auto">
          <a:xfrm>
            <a:off x="2949604" y="235992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3</a:t>
            </a:r>
            <a:endParaRPr kumimoji="1" lang="en-US" altLang="zh-CN" sz="1400" b="1">
              <a:latin typeface="微软雅黑" pitchFamily="34" charset="-122"/>
              <a:ea typeface="微软雅黑" pitchFamily="34" charset="-122"/>
            </a:endParaRPr>
          </a:p>
        </p:txBody>
      </p:sp>
      <p:sp>
        <p:nvSpPr>
          <p:cNvPr id="21" name="Text Box 65"/>
          <p:cNvSpPr txBox="1">
            <a:spLocks noChangeArrowheads="1"/>
          </p:cNvSpPr>
          <p:nvPr/>
        </p:nvSpPr>
        <p:spPr bwMode="auto">
          <a:xfrm>
            <a:off x="4118840" y="241074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endParaRPr kumimoji="1" lang="en-US" altLang="zh-CN" sz="1400" b="1">
              <a:latin typeface="微软雅黑" pitchFamily="34" charset="-122"/>
              <a:ea typeface="微软雅黑" pitchFamily="34" charset="-122"/>
            </a:endParaRPr>
          </a:p>
        </p:txBody>
      </p:sp>
      <p:sp>
        <p:nvSpPr>
          <p:cNvPr id="22" name="Text Box 66"/>
          <p:cNvSpPr txBox="1">
            <a:spLocks noChangeArrowheads="1"/>
          </p:cNvSpPr>
          <p:nvPr/>
        </p:nvSpPr>
        <p:spPr bwMode="auto">
          <a:xfrm>
            <a:off x="1840118" y="237938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23" name="Text Box 67"/>
          <p:cNvSpPr txBox="1">
            <a:spLocks noChangeArrowheads="1"/>
          </p:cNvSpPr>
          <p:nvPr/>
        </p:nvSpPr>
        <p:spPr bwMode="auto">
          <a:xfrm>
            <a:off x="1094634" y="1352345"/>
            <a:ext cx="13195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视频服务器 </a:t>
            </a:r>
            <a:r>
              <a:rPr kumimoji="1" lang="en-US" altLang="zh-CN" sz="1400" b="1" dirty="0">
                <a:solidFill>
                  <a:srgbClr val="0000FF"/>
                </a:solidFill>
                <a:latin typeface="微软雅黑" pitchFamily="34" charset="-122"/>
                <a:ea typeface="微软雅黑" pitchFamily="34" charset="-122"/>
              </a:rPr>
              <a:t>M</a:t>
            </a: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2742" y="2532955"/>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1244" y="253295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58787" y="2555665"/>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3925530" y="2134977"/>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76"/>
          <p:cNvSpPr>
            <a:spLocks noChangeShapeType="1"/>
          </p:cNvSpPr>
          <p:nvPr/>
        </p:nvSpPr>
        <p:spPr bwMode="auto">
          <a:xfrm flipH="1">
            <a:off x="1967818" y="3393435"/>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Line 78"/>
          <p:cNvSpPr>
            <a:spLocks noChangeShapeType="1"/>
          </p:cNvSpPr>
          <p:nvPr/>
        </p:nvSpPr>
        <p:spPr bwMode="auto">
          <a:xfrm flipH="1">
            <a:off x="3113624" y="3406751"/>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4" name="Line 79"/>
          <p:cNvSpPr>
            <a:spLocks noChangeShapeType="1"/>
          </p:cNvSpPr>
          <p:nvPr/>
        </p:nvSpPr>
        <p:spPr bwMode="auto">
          <a:xfrm>
            <a:off x="3504043" y="3405917"/>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Line 80"/>
          <p:cNvSpPr>
            <a:spLocks noChangeShapeType="1"/>
          </p:cNvSpPr>
          <p:nvPr/>
        </p:nvSpPr>
        <p:spPr bwMode="auto">
          <a:xfrm flipH="1">
            <a:off x="4325038" y="3393435"/>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6" name="Line 81"/>
          <p:cNvSpPr>
            <a:spLocks noChangeShapeType="1"/>
          </p:cNvSpPr>
          <p:nvPr/>
        </p:nvSpPr>
        <p:spPr bwMode="auto">
          <a:xfrm>
            <a:off x="4749382" y="3404111"/>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Text Box 88"/>
          <p:cNvSpPr txBox="1">
            <a:spLocks noChangeArrowheads="1"/>
          </p:cNvSpPr>
          <p:nvPr/>
        </p:nvSpPr>
        <p:spPr bwMode="auto">
          <a:xfrm>
            <a:off x="2113137"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t>
            </a:r>
          </a:p>
        </p:txBody>
      </p:sp>
      <p:sp>
        <p:nvSpPr>
          <p:cNvPr id="43" name="Text Box 89"/>
          <p:cNvSpPr txBox="1">
            <a:spLocks noChangeArrowheads="1"/>
          </p:cNvSpPr>
          <p:nvPr/>
        </p:nvSpPr>
        <p:spPr bwMode="auto">
          <a:xfrm>
            <a:off x="4523078"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t>
            </a:r>
          </a:p>
        </p:txBody>
      </p:sp>
      <p:sp>
        <p:nvSpPr>
          <p:cNvPr id="44" name="Text Box 90"/>
          <p:cNvSpPr txBox="1">
            <a:spLocks noChangeArrowheads="1"/>
          </p:cNvSpPr>
          <p:nvPr/>
        </p:nvSpPr>
        <p:spPr bwMode="auto">
          <a:xfrm>
            <a:off x="3311664" y="3573798"/>
            <a:ext cx="4334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400" b="1">
                <a:latin typeface="微软雅黑" pitchFamily="34" charset="-122"/>
                <a:ea typeface="微软雅黑" pitchFamily="34" charset="-122"/>
              </a:rPr>
              <a:t>…</a:t>
            </a:r>
          </a:p>
        </p:txBody>
      </p:sp>
      <p:sp>
        <p:nvSpPr>
          <p:cNvPr id="45" name="Text Box 91"/>
          <p:cNvSpPr txBox="1">
            <a:spLocks noChangeArrowheads="1"/>
          </p:cNvSpPr>
          <p:nvPr/>
        </p:nvSpPr>
        <p:spPr bwMode="auto">
          <a:xfrm>
            <a:off x="2594615" y="278601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6" name="Text Box 92"/>
          <p:cNvSpPr txBox="1">
            <a:spLocks noChangeArrowheads="1"/>
          </p:cNvSpPr>
          <p:nvPr/>
        </p:nvSpPr>
        <p:spPr bwMode="auto">
          <a:xfrm>
            <a:off x="3640837" y="2753572"/>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7" name="Text Box 93"/>
          <p:cNvSpPr txBox="1">
            <a:spLocks noChangeArrowheads="1"/>
          </p:cNvSpPr>
          <p:nvPr/>
        </p:nvSpPr>
        <p:spPr bwMode="auto">
          <a:xfrm>
            <a:off x="4880369" y="270490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8" name="Text Box 94"/>
          <p:cNvSpPr txBox="1">
            <a:spLocks noChangeArrowheads="1"/>
          </p:cNvSpPr>
          <p:nvPr/>
        </p:nvSpPr>
        <p:spPr bwMode="auto">
          <a:xfrm>
            <a:off x="4225453" y="1871103"/>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9" name="Text Box 95"/>
          <p:cNvSpPr txBox="1">
            <a:spLocks noChangeArrowheads="1"/>
          </p:cNvSpPr>
          <p:nvPr/>
        </p:nvSpPr>
        <p:spPr bwMode="auto">
          <a:xfrm>
            <a:off x="3666611" y="224636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30 </a:t>
            </a:r>
            <a:r>
              <a:rPr kumimoji="1" lang="zh-CN" altLang="en-US" sz="1200" b="1" dirty="0">
                <a:solidFill>
                  <a:srgbClr val="CC00CC"/>
                </a:solidFill>
                <a:latin typeface="微软雅黑" pitchFamily="34" charset="-122"/>
                <a:ea typeface="微软雅黑" pitchFamily="34" charset="-122"/>
              </a:rPr>
              <a:t>个</a:t>
            </a:r>
          </a:p>
        </p:txBody>
      </p:sp>
      <p:sp>
        <p:nvSpPr>
          <p:cNvPr id="50" name="Text Box 96"/>
          <p:cNvSpPr txBox="1">
            <a:spLocks noChangeArrowheads="1"/>
          </p:cNvSpPr>
          <p:nvPr/>
        </p:nvSpPr>
        <p:spPr bwMode="auto">
          <a:xfrm>
            <a:off x="2201581" y="1871103"/>
            <a:ext cx="5741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CC00CC"/>
                </a:solidFill>
                <a:latin typeface="微软雅黑" pitchFamily="34" charset="-122"/>
                <a:ea typeface="微软雅黑" pitchFamily="34" charset="-122"/>
              </a:rPr>
              <a:t>30 </a:t>
            </a:r>
            <a:r>
              <a:rPr kumimoji="1" lang="zh-CN" altLang="en-US" sz="1200" b="1" dirty="0">
                <a:solidFill>
                  <a:srgbClr val="CC00CC"/>
                </a:solidFill>
                <a:latin typeface="微软雅黑" pitchFamily="34" charset="-122"/>
                <a:ea typeface="微软雅黑" pitchFamily="34" charset="-122"/>
              </a:rPr>
              <a:t>个</a:t>
            </a:r>
          </a:p>
        </p:txBody>
      </p:sp>
      <p:sp>
        <p:nvSpPr>
          <p:cNvPr id="51" name="Text Box 97"/>
          <p:cNvSpPr txBox="1">
            <a:spLocks noChangeArrowheads="1"/>
          </p:cNvSpPr>
          <p:nvPr/>
        </p:nvSpPr>
        <p:spPr bwMode="auto">
          <a:xfrm>
            <a:off x="3711131" y="134983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90 </a:t>
            </a:r>
            <a:r>
              <a:rPr kumimoji="1" lang="zh-CN" altLang="en-US" sz="1200" b="1" dirty="0">
                <a:solidFill>
                  <a:srgbClr val="CC00CC"/>
                </a:solidFill>
                <a:latin typeface="微软雅黑" pitchFamily="34" charset="-122"/>
                <a:ea typeface="微软雅黑" pitchFamily="34" charset="-122"/>
              </a:rPr>
              <a:t>个</a:t>
            </a:r>
          </a:p>
        </p:txBody>
      </p:sp>
      <p:sp>
        <p:nvSpPr>
          <p:cNvPr id="52" name="AutoShape 99"/>
          <p:cNvSpPr>
            <a:spLocks noChangeArrowheads="1"/>
          </p:cNvSpPr>
          <p:nvPr/>
        </p:nvSpPr>
        <p:spPr bwMode="auto">
          <a:xfrm rot="5400000">
            <a:off x="3430763" y="1631378"/>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3" name="AutoShape 100"/>
          <p:cNvSpPr>
            <a:spLocks noChangeArrowheads="1"/>
          </p:cNvSpPr>
          <p:nvPr/>
        </p:nvSpPr>
        <p:spPr bwMode="auto">
          <a:xfrm rot="5400000">
            <a:off x="3498128" y="1674141"/>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AutoShape 101"/>
          <p:cNvSpPr>
            <a:spLocks noChangeArrowheads="1"/>
          </p:cNvSpPr>
          <p:nvPr/>
        </p:nvSpPr>
        <p:spPr bwMode="auto">
          <a:xfrm rot="1858546">
            <a:off x="4006369" y="2117675"/>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AutoShape 102"/>
          <p:cNvSpPr>
            <a:spLocks noChangeArrowheads="1"/>
          </p:cNvSpPr>
          <p:nvPr/>
        </p:nvSpPr>
        <p:spPr bwMode="auto">
          <a:xfrm rot="1858546">
            <a:off x="4086037" y="2100371"/>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56" name="Group 103"/>
          <p:cNvGrpSpPr>
            <a:grpSpLocks/>
          </p:cNvGrpSpPr>
          <p:nvPr/>
        </p:nvGrpSpPr>
        <p:grpSpPr bwMode="auto">
          <a:xfrm>
            <a:off x="4675342" y="2763305"/>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57" name="AutoShape 107"/>
          <p:cNvSpPr>
            <a:spLocks noChangeArrowheads="1"/>
          </p:cNvSpPr>
          <p:nvPr/>
        </p:nvSpPr>
        <p:spPr bwMode="auto">
          <a:xfrm rot="5400000">
            <a:off x="3565494" y="1716813"/>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8" name="AutoShape 108"/>
          <p:cNvSpPr>
            <a:spLocks noChangeArrowheads="1"/>
          </p:cNvSpPr>
          <p:nvPr/>
        </p:nvSpPr>
        <p:spPr bwMode="auto">
          <a:xfrm rot="5400000">
            <a:off x="3632860" y="1759576"/>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AutoShape 109"/>
          <p:cNvSpPr>
            <a:spLocks noChangeArrowheads="1"/>
          </p:cNvSpPr>
          <p:nvPr/>
        </p:nvSpPr>
        <p:spPr bwMode="auto">
          <a:xfrm rot="5400000">
            <a:off x="3699054" y="1801167"/>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AutoShape 110"/>
          <p:cNvSpPr>
            <a:spLocks noChangeArrowheads="1"/>
          </p:cNvSpPr>
          <p:nvPr/>
        </p:nvSpPr>
        <p:spPr bwMode="auto">
          <a:xfrm rot="8740270">
            <a:off x="2603988" y="2143630"/>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AutoShape 111"/>
          <p:cNvSpPr>
            <a:spLocks noChangeArrowheads="1"/>
          </p:cNvSpPr>
          <p:nvPr/>
        </p:nvSpPr>
        <p:spPr bwMode="auto">
          <a:xfrm rot="8740270">
            <a:off x="2540722" y="2117675"/>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62" name="Group 112"/>
          <p:cNvGrpSpPr>
            <a:grpSpLocks/>
          </p:cNvGrpSpPr>
          <p:nvPr/>
        </p:nvGrpSpPr>
        <p:grpSpPr bwMode="auto">
          <a:xfrm>
            <a:off x="3432295" y="2752490"/>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nvGrpSpPr>
          <p:cNvPr id="63" name="Group 116"/>
          <p:cNvGrpSpPr>
            <a:grpSpLocks/>
          </p:cNvGrpSpPr>
          <p:nvPr/>
        </p:nvGrpSpPr>
        <p:grpSpPr bwMode="auto">
          <a:xfrm>
            <a:off x="2364986" y="2800074"/>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nvGrpSpPr>
          <p:cNvPr id="64" name="Group 120"/>
          <p:cNvGrpSpPr>
            <a:grpSpLocks/>
          </p:cNvGrpSpPr>
          <p:nvPr/>
        </p:nvGrpSpPr>
        <p:grpSpPr bwMode="auto">
          <a:xfrm>
            <a:off x="3432295" y="2120918"/>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77" name="Text Box 126"/>
          <p:cNvSpPr txBox="1">
            <a:spLocks noChangeArrowheads="1"/>
          </p:cNvSpPr>
          <p:nvPr/>
        </p:nvSpPr>
        <p:spPr bwMode="auto">
          <a:xfrm>
            <a:off x="5835176" y="1568514"/>
            <a:ext cx="2074677" cy="1323439"/>
          </a:xfrm>
          <a:prstGeom prst="rect">
            <a:avLst/>
          </a:prstGeom>
          <a:solidFill>
            <a:srgbClr val="00FF99"/>
          </a:solidFill>
          <a:ln w="9525">
            <a:solidFill>
              <a:schemeClr val="folHlink"/>
            </a:solidFill>
            <a:miter lim="800000"/>
            <a:headEnd/>
            <a:tailEnd/>
          </a:ln>
          <a:effectLst/>
        </p:spPr>
        <p:txBody>
          <a:bodyPr wrap="square">
            <a:spAutoFit/>
          </a:bodyPr>
          <a:lstStyle/>
          <a:p>
            <a:pPr algn="ctr">
              <a:lnSpc>
                <a:spcPts val="2400"/>
              </a:lnSpc>
            </a:pPr>
            <a:r>
              <a:rPr kumimoji="1" lang="zh-CN" altLang="en-US" sz="1600" b="1" dirty="0">
                <a:solidFill>
                  <a:srgbClr val="0000FF"/>
                </a:solidFill>
                <a:latin typeface="微软雅黑" pitchFamily="34" charset="-122"/>
                <a:ea typeface="微软雅黑" pitchFamily="34" charset="-122"/>
              </a:rPr>
              <a:t>采用</a:t>
            </a:r>
            <a:r>
              <a:rPr kumimoji="1" lang="zh-CN" altLang="zh-CN" sz="1600" b="1" dirty="0">
                <a:solidFill>
                  <a:srgbClr val="0000FF"/>
                </a:solidFill>
                <a:latin typeface="微软雅黑" pitchFamily="34" charset="-122"/>
                <a:ea typeface="微软雅黑" pitchFamily="34" charset="-122"/>
              </a:rPr>
              <a:t>单播方式</a:t>
            </a:r>
            <a:r>
              <a:rPr kumimoji="1" lang="zh-CN" altLang="en-US" sz="1600" b="1" dirty="0">
                <a:solidFill>
                  <a:srgbClr val="0000FF"/>
                </a:solidFill>
                <a:latin typeface="微软雅黑" pitchFamily="34" charset="-122"/>
                <a:ea typeface="微软雅黑" pitchFamily="34" charset="-122"/>
              </a:rPr>
              <a:t>，</a:t>
            </a:r>
            <a:endParaRPr kumimoji="1" lang="en-US" altLang="zh-CN" sz="1600" b="1" dirty="0">
              <a:solidFill>
                <a:srgbClr val="0000FF"/>
              </a:solidFill>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向</a:t>
            </a:r>
            <a:r>
              <a:rPr kumimoji="1" lang="en-US" altLang="zh-CN" sz="1600" b="1" dirty="0">
                <a:latin typeface="微软雅黑" pitchFamily="34" charset="-122"/>
                <a:ea typeface="微软雅黑" pitchFamily="34" charset="-122"/>
              </a:rPr>
              <a:t> 90 </a:t>
            </a:r>
            <a:r>
              <a:rPr kumimoji="1" lang="zh-CN" altLang="zh-CN" sz="1600" b="1" dirty="0">
                <a:latin typeface="微软雅黑" pitchFamily="34" charset="-122"/>
                <a:ea typeface="微软雅黑" pitchFamily="34" charset="-122"/>
              </a:rPr>
              <a:t>台主机传送</a:t>
            </a:r>
            <a:endParaRPr kumimoji="1" lang="en-US" altLang="zh-CN" sz="1600" b="1" dirty="0">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同样的视频节目</a:t>
            </a:r>
            <a:endParaRPr kumimoji="1" lang="en-US" altLang="zh-CN" sz="1600" b="1" dirty="0">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需要发送</a:t>
            </a:r>
            <a:r>
              <a:rPr kumimoji="1" lang="en-US" altLang="zh-CN" sz="1600" b="1" dirty="0">
                <a:latin typeface="微软雅黑" pitchFamily="34" charset="-122"/>
                <a:ea typeface="微软雅黑" pitchFamily="34" charset="-122"/>
              </a:rPr>
              <a:t> 90 </a:t>
            </a:r>
            <a:r>
              <a:rPr kumimoji="1" lang="zh-CN" altLang="zh-CN" sz="1600" b="1" dirty="0">
                <a:latin typeface="微软雅黑" pitchFamily="34" charset="-122"/>
                <a:ea typeface="微软雅黑" pitchFamily="34" charset="-122"/>
              </a:rPr>
              <a:t>个单播</a:t>
            </a:r>
            <a:endParaRPr kumimoji="1" lang="zh-CN" altLang="en-US" sz="1600" b="1" dirty="0">
              <a:latin typeface="微软雅黑" pitchFamily="34" charset="-122"/>
              <a:ea typeface="微软雅黑" pitchFamily="34" charset="-122"/>
            </a:endParaRPr>
          </a:p>
        </p:txBody>
      </p:sp>
      <p:pic>
        <p:nvPicPr>
          <p:cNvPr id="7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8366"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27547"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4312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896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3785"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1435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连接符 86"/>
          <p:cNvCxnSpPr>
            <a:stCxn id="9" idx="1"/>
            <a:endCxn id="85" idx="3"/>
          </p:cNvCxnSpPr>
          <p:nvPr/>
        </p:nvCxnSpPr>
        <p:spPr>
          <a:xfrm flipH="1">
            <a:off x="2776002" y="1488143"/>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31813"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40519"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51614"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44612" y="1186836"/>
            <a:ext cx="430439" cy="602615"/>
          </a:xfrm>
          <a:prstGeom prst="rect">
            <a:avLst/>
          </a:prstGeom>
        </p:spPr>
      </p:pic>
      <p:sp>
        <p:nvSpPr>
          <p:cNvPr id="7" name="Line 52"/>
          <p:cNvSpPr>
            <a:spLocks noChangeShapeType="1"/>
          </p:cNvSpPr>
          <p:nvPr/>
        </p:nvSpPr>
        <p:spPr bwMode="auto">
          <a:xfrm flipV="1">
            <a:off x="2412068" y="2011691"/>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Line 53"/>
          <p:cNvSpPr>
            <a:spLocks noChangeShapeType="1"/>
          </p:cNvSpPr>
          <p:nvPr/>
        </p:nvSpPr>
        <p:spPr bwMode="auto">
          <a:xfrm flipV="1">
            <a:off x="3431344" y="1488143"/>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54"/>
          <p:cNvSpPr>
            <a:spLocks noChangeShapeType="1"/>
          </p:cNvSpPr>
          <p:nvPr/>
        </p:nvSpPr>
        <p:spPr bwMode="auto">
          <a:xfrm flipH="1" flipV="1">
            <a:off x="3431344" y="2011691"/>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5"/>
          <p:cNvSpPr>
            <a:spLocks noChangeShapeType="1"/>
          </p:cNvSpPr>
          <p:nvPr/>
        </p:nvSpPr>
        <p:spPr bwMode="auto">
          <a:xfrm>
            <a:off x="4642758"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56"/>
          <p:cNvSpPr>
            <a:spLocks noChangeShapeType="1"/>
          </p:cNvSpPr>
          <p:nvPr/>
        </p:nvSpPr>
        <p:spPr bwMode="auto">
          <a:xfrm flipV="1">
            <a:off x="3431344"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57"/>
          <p:cNvSpPr>
            <a:spLocks noChangeShapeType="1"/>
          </p:cNvSpPr>
          <p:nvPr/>
        </p:nvSpPr>
        <p:spPr bwMode="auto">
          <a:xfrm>
            <a:off x="2348803"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58"/>
          <p:cNvSpPr>
            <a:spLocks noChangeShapeType="1"/>
          </p:cNvSpPr>
          <p:nvPr/>
        </p:nvSpPr>
        <p:spPr bwMode="auto">
          <a:xfrm>
            <a:off x="3560217" y="2011691"/>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59"/>
          <p:cNvSpPr txBox="1">
            <a:spLocks noChangeArrowheads="1"/>
          </p:cNvSpPr>
          <p:nvPr/>
        </p:nvSpPr>
        <p:spPr bwMode="auto">
          <a:xfrm>
            <a:off x="2453441" y="4010080"/>
            <a:ext cx="1947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多播组成员共有 </a:t>
            </a:r>
            <a:r>
              <a:rPr kumimoji="1" lang="en-US" altLang="zh-CN" sz="1400" b="1" dirty="0">
                <a:latin typeface="微软雅黑" pitchFamily="34" charset="-122"/>
                <a:ea typeface="微软雅黑" pitchFamily="34" charset="-122"/>
              </a:rPr>
              <a:t>90 </a:t>
            </a:r>
            <a:r>
              <a:rPr kumimoji="1" lang="zh-CN" altLang="en-US" sz="1400" b="1" dirty="0">
                <a:latin typeface="微软雅黑" pitchFamily="34" charset="-122"/>
                <a:ea typeface="微软雅黑" pitchFamily="34" charset="-122"/>
              </a:rPr>
              <a:t>个</a:t>
            </a:r>
          </a:p>
        </p:txBody>
      </p:sp>
      <p:sp>
        <p:nvSpPr>
          <p:cNvPr id="15" name="AutoShape 60"/>
          <p:cNvSpPr>
            <a:spLocks noChangeArrowheads="1"/>
          </p:cNvSpPr>
          <p:nvPr/>
        </p:nvSpPr>
        <p:spPr bwMode="auto">
          <a:xfrm rot="5400000">
            <a:off x="3361905" y="1588165"/>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AutoShape 61"/>
          <p:cNvSpPr>
            <a:spLocks noChangeArrowheads="1"/>
          </p:cNvSpPr>
          <p:nvPr/>
        </p:nvSpPr>
        <p:spPr bwMode="auto">
          <a:xfrm rot="8740270">
            <a:off x="2665130" y="2168502"/>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17"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0293" y="1876508"/>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63"/>
          <p:cNvSpPr txBox="1">
            <a:spLocks noChangeArrowheads="1"/>
          </p:cNvSpPr>
          <p:nvPr/>
        </p:nvSpPr>
        <p:spPr bwMode="auto">
          <a:xfrm>
            <a:off x="2984972" y="157694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p:txBody>
      </p:sp>
      <p:sp>
        <p:nvSpPr>
          <p:cNvPr id="19" name="Text Box 64"/>
          <p:cNvSpPr txBox="1">
            <a:spLocks noChangeArrowheads="1"/>
          </p:cNvSpPr>
          <p:nvPr/>
        </p:nvSpPr>
        <p:spPr bwMode="auto">
          <a:xfrm>
            <a:off x="2948653" y="235992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p:txBody>
      </p:sp>
      <p:sp>
        <p:nvSpPr>
          <p:cNvPr id="20" name="Text Box 65"/>
          <p:cNvSpPr txBox="1">
            <a:spLocks noChangeArrowheads="1"/>
          </p:cNvSpPr>
          <p:nvPr/>
        </p:nvSpPr>
        <p:spPr bwMode="auto">
          <a:xfrm>
            <a:off x="4117889" y="241074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endParaRPr kumimoji="1" lang="en-US" altLang="zh-CN" sz="1400" b="1">
              <a:latin typeface="微软雅黑" pitchFamily="34" charset="-122"/>
              <a:ea typeface="微软雅黑" pitchFamily="34" charset="-122"/>
            </a:endParaRPr>
          </a:p>
        </p:txBody>
      </p:sp>
      <p:sp>
        <p:nvSpPr>
          <p:cNvPr id="21" name="Text Box 66"/>
          <p:cNvSpPr txBox="1">
            <a:spLocks noChangeArrowheads="1"/>
          </p:cNvSpPr>
          <p:nvPr/>
        </p:nvSpPr>
        <p:spPr bwMode="auto">
          <a:xfrm>
            <a:off x="1839167" y="237938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22" name="Text Box 67"/>
          <p:cNvSpPr txBox="1">
            <a:spLocks noChangeArrowheads="1"/>
          </p:cNvSpPr>
          <p:nvPr/>
        </p:nvSpPr>
        <p:spPr bwMode="auto">
          <a:xfrm>
            <a:off x="1093683" y="1352345"/>
            <a:ext cx="13195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视频服务器 </a:t>
            </a:r>
            <a:r>
              <a:rPr kumimoji="1" lang="en-US" altLang="zh-CN" sz="1400" b="1" dirty="0">
                <a:solidFill>
                  <a:srgbClr val="0000FF"/>
                </a:solidFill>
                <a:latin typeface="微软雅黑" pitchFamily="34" charset="-122"/>
                <a:ea typeface="微软雅黑" pitchFamily="34" charset="-122"/>
              </a:rPr>
              <a:t>M</a:t>
            </a:r>
          </a:p>
        </p:txBody>
      </p:sp>
      <p:pic>
        <p:nvPicPr>
          <p:cNvPr id="23"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1791" y="2532955"/>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0293" y="253295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57836" y="2555665"/>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AutoShape 75"/>
          <p:cNvSpPr>
            <a:spLocks noChangeArrowheads="1"/>
          </p:cNvSpPr>
          <p:nvPr/>
        </p:nvSpPr>
        <p:spPr bwMode="auto">
          <a:xfrm rot="1858546">
            <a:off x="3924579" y="2134977"/>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Text Box 91"/>
          <p:cNvSpPr txBox="1">
            <a:spLocks noChangeArrowheads="1"/>
          </p:cNvSpPr>
          <p:nvPr/>
        </p:nvSpPr>
        <p:spPr bwMode="auto">
          <a:xfrm>
            <a:off x="2412800" y="2745460"/>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39" name="Text Box 92"/>
          <p:cNvSpPr txBox="1">
            <a:spLocks noChangeArrowheads="1"/>
          </p:cNvSpPr>
          <p:nvPr/>
        </p:nvSpPr>
        <p:spPr bwMode="auto">
          <a:xfrm>
            <a:off x="3529358" y="2745460"/>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0" name="Text Box 93"/>
          <p:cNvSpPr txBox="1">
            <a:spLocks noChangeArrowheads="1"/>
          </p:cNvSpPr>
          <p:nvPr/>
        </p:nvSpPr>
        <p:spPr bwMode="auto">
          <a:xfrm>
            <a:off x="4713626" y="2745460"/>
            <a:ext cx="4796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 </a:t>
            </a:r>
            <a:r>
              <a:rPr kumimoji="1" lang="zh-CN" altLang="en-US" sz="1200" b="1" dirty="0">
                <a:solidFill>
                  <a:srgbClr val="CC00CC"/>
                </a:solidFill>
                <a:latin typeface="微软雅黑" pitchFamily="34" charset="-122"/>
                <a:ea typeface="微软雅黑" pitchFamily="34" charset="-122"/>
              </a:rPr>
              <a:t>个</a:t>
            </a:r>
          </a:p>
        </p:txBody>
      </p:sp>
      <p:sp>
        <p:nvSpPr>
          <p:cNvPr id="41" name="Text Box 94"/>
          <p:cNvSpPr txBox="1">
            <a:spLocks noChangeArrowheads="1"/>
          </p:cNvSpPr>
          <p:nvPr/>
        </p:nvSpPr>
        <p:spPr bwMode="auto">
          <a:xfrm>
            <a:off x="3968278" y="1886175"/>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2" name="Text Box 95"/>
          <p:cNvSpPr txBox="1">
            <a:spLocks noChangeArrowheads="1"/>
          </p:cNvSpPr>
          <p:nvPr/>
        </p:nvSpPr>
        <p:spPr bwMode="auto">
          <a:xfrm>
            <a:off x="3509916" y="2115743"/>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3" name="Text Box 96"/>
          <p:cNvSpPr txBox="1">
            <a:spLocks noChangeArrowheads="1"/>
          </p:cNvSpPr>
          <p:nvPr/>
        </p:nvSpPr>
        <p:spPr bwMode="auto">
          <a:xfrm>
            <a:off x="2527386" y="1936415"/>
            <a:ext cx="4331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4" name="Text Box 97"/>
          <p:cNvSpPr txBox="1">
            <a:spLocks noChangeArrowheads="1"/>
          </p:cNvSpPr>
          <p:nvPr/>
        </p:nvSpPr>
        <p:spPr bwMode="auto">
          <a:xfrm>
            <a:off x="3534340" y="1455341"/>
            <a:ext cx="4796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 </a:t>
            </a:r>
            <a:r>
              <a:rPr kumimoji="1" lang="zh-CN" altLang="en-US" sz="1200" b="1" dirty="0">
                <a:solidFill>
                  <a:srgbClr val="CC00CC"/>
                </a:solidFill>
                <a:latin typeface="微软雅黑" pitchFamily="34" charset="-122"/>
                <a:ea typeface="微软雅黑" pitchFamily="34" charset="-122"/>
              </a:rPr>
              <a:t>个</a:t>
            </a:r>
          </a:p>
        </p:txBody>
      </p:sp>
      <p:sp>
        <p:nvSpPr>
          <p:cNvPr id="50" name="AutoShape 104"/>
          <p:cNvSpPr>
            <a:spLocks noChangeArrowheads="1"/>
          </p:cNvSpPr>
          <p:nvPr/>
        </p:nvSpPr>
        <p:spPr bwMode="auto">
          <a:xfrm rot="5400000">
            <a:off x="4575638" y="2862081"/>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AutoShape 113"/>
          <p:cNvSpPr>
            <a:spLocks noChangeArrowheads="1"/>
          </p:cNvSpPr>
          <p:nvPr/>
        </p:nvSpPr>
        <p:spPr bwMode="auto">
          <a:xfrm rot="5400000">
            <a:off x="3368054" y="2850985"/>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AutoShape 117"/>
          <p:cNvSpPr>
            <a:spLocks noChangeArrowheads="1"/>
          </p:cNvSpPr>
          <p:nvPr/>
        </p:nvSpPr>
        <p:spPr bwMode="auto">
          <a:xfrm rot="5400000">
            <a:off x="2265577" y="2898569"/>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AutoShape 121"/>
          <p:cNvSpPr>
            <a:spLocks noChangeArrowheads="1"/>
          </p:cNvSpPr>
          <p:nvPr/>
        </p:nvSpPr>
        <p:spPr bwMode="auto">
          <a:xfrm rot="5400000">
            <a:off x="3368054" y="2219413"/>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26"/>
          <p:cNvSpPr txBox="1">
            <a:spLocks noChangeArrowheads="1"/>
          </p:cNvSpPr>
          <p:nvPr/>
        </p:nvSpPr>
        <p:spPr bwMode="auto">
          <a:xfrm>
            <a:off x="5453670" y="1301860"/>
            <a:ext cx="2762115" cy="1502976"/>
          </a:xfrm>
          <a:prstGeom prst="rect">
            <a:avLst/>
          </a:prstGeom>
          <a:solidFill>
            <a:srgbClr val="00FF99"/>
          </a:solidFill>
          <a:ln w="9525">
            <a:solidFill>
              <a:schemeClr val="folHlink"/>
            </a:solidFill>
            <a:miter lim="800000"/>
            <a:headEnd/>
            <a:tailEnd/>
          </a:ln>
          <a:effectLst/>
        </p:spPr>
        <p:txBody>
          <a:bodyPr wrap="square">
            <a:spAutoFit/>
          </a:bodyPr>
          <a:lstStyle/>
          <a:p>
            <a:pPr algn="ctr">
              <a:lnSpc>
                <a:spcPts val="2200"/>
              </a:lnSpc>
            </a:pPr>
            <a:r>
              <a:rPr kumimoji="1" lang="zh-CN" altLang="en-US" sz="1600" b="1" dirty="0">
                <a:solidFill>
                  <a:srgbClr val="0000FF"/>
                </a:solidFill>
                <a:latin typeface="微软雅黑" pitchFamily="34" charset="-122"/>
                <a:ea typeface="微软雅黑" pitchFamily="34" charset="-122"/>
              </a:rPr>
              <a:t>采用多播方式，</a:t>
            </a:r>
          </a:p>
          <a:p>
            <a:pPr algn="ctr">
              <a:lnSpc>
                <a:spcPts val="2200"/>
              </a:lnSpc>
            </a:pPr>
            <a:r>
              <a:rPr kumimoji="1" lang="zh-CN" altLang="en-US" sz="1600" b="1" dirty="0">
                <a:latin typeface="微软雅黑" pitchFamily="34" charset="-122"/>
                <a:ea typeface="微软雅黑" pitchFamily="34" charset="-122"/>
              </a:rPr>
              <a:t>只需发送一次到多播组。</a:t>
            </a:r>
          </a:p>
          <a:p>
            <a:pPr algn="ctr">
              <a:lnSpc>
                <a:spcPts val="2200"/>
              </a:lnSpc>
            </a:pPr>
            <a:r>
              <a:rPr kumimoji="1" lang="zh-CN" altLang="en-US" sz="1600" b="1" dirty="0">
                <a:latin typeface="微软雅黑" pitchFamily="34" charset="-122"/>
                <a:ea typeface="微软雅黑" pitchFamily="34" charset="-122"/>
              </a:rPr>
              <a:t>路由器复制分组。</a:t>
            </a:r>
          </a:p>
          <a:p>
            <a:pPr algn="ctr">
              <a:lnSpc>
                <a:spcPts val="2200"/>
              </a:lnSpc>
            </a:pPr>
            <a:r>
              <a:rPr kumimoji="1" lang="zh-CN" altLang="en-US" sz="1600" b="1" dirty="0">
                <a:latin typeface="微软雅黑" pitchFamily="34" charset="-122"/>
                <a:ea typeface="微软雅黑" pitchFamily="34" charset="-122"/>
              </a:rPr>
              <a:t>局域网具有硬件多播功能，不需要复制分组。</a:t>
            </a:r>
          </a:p>
        </p:txBody>
      </p:sp>
      <p:cxnSp>
        <p:nvCxnSpPr>
          <p:cNvPr id="78" name="直接连接符 77"/>
          <p:cNvCxnSpPr>
            <a:stCxn id="8" idx="1"/>
            <a:endCxn id="3" idx="3"/>
          </p:cNvCxnSpPr>
          <p:nvPr/>
        </p:nvCxnSpPr>
        <p:spPr>
          <a:xfrm flipH="1">
            <a:off x="2775051" y="1488143"/>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
        <p:nvSpPr>
          <p:cNvPr id="79" name="Text Box 126"/>
          <p:cNvSpPr txBox="1">
            <a:spLocks noChangeArrowheads="1"/>
          </p:cNvSpPr>
          <p:nvPr/>
        </p:nvSpPr>
        <p:spPr bwMode="auto">
          <a:xfrm>
            <a:off x="5453671" y="2973630"/>
            <a:ext cx="2762114" cy="1220847"/>
          </a:xfrm>
          <a:prstGeom prst="rect">
            <a:avLst/>
          </a:prstGeom>
          <a:solidFill>
            <a:srgbClr val="00FFFF"/>
          </a:solidFill>
          <a:ln w="9525">
            <a:solidFill>
              <a:schemeClr val="folHlink"/>
            </a:solidFill>
            <a:miter lim="800000"/>
            <a:headEnd/>
            <a:tailEnd/>
          </a:ln>
          <a:effectLst/>
        </p:spPr>
        <p:txBody>
          <a:bodyPr wrap="square">
            <a:spAutoFit/>
          </a:bodyPr>
          <a:lstStyle/>
          <a:p>
            <a:pPr algn="ctr">
              <a:lnSpc>
                <a:spcPts val="2200"/>
              </a:lnSpc>
            </a:pPr>
            <a:r>
              <a:rPr kumimoji="1" lang="zh-CN" altLang="en-US" sz="1600" b="1" dirty="0">
                <a:latin typeface="微软雅黑" pitchFamily="34" charset="-122"/>
                <a:ea typeface="微软雅黑" pitchFamily="34" charset="-122"/>
              </a:rPr>
              <a:t>当多播组的主机数很大时（如成千上万个），采用多播方式就可明显地减轻网络中各种资源的消耗。</a:t>
            </a:r>
          </a:p>
        </p:txBody>
      </p:sp>
      <p:sp>
        <p:nvSpPr>
          <p:cNvPr id="80" name="Text Box 64"/>
          <p:cNvSpPr txBox="1">
            <a:spLocks noChangeArrowheads="1"/>
          </p:cNvSpPr>
          <p:nvPr/>
        </p:nvSpPr>
        <p:spPr bwMode="auto">
          <a:xfrm>
            <a:off x="1773304"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81" name="Text Box 64"/>
          <p:cNvSpPr txBox="1">
            <a:spLocks noChangeArrowheads="1"/>
          </p:cNvSpPr>
          <p:nvPr/>
        </p:nvSpPr>
        <p:spPr bwMode="auto">
          <a:xfrm>
            <a:off x="2922088"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82" name="Text Box 64"/>
          <p:cNvSpPr txBox="1">
            <a:spLocks noChangeArrowheads="1"/>
          </p:cNvSpPr>
          <p:nvPr/>
        </p:nvSpPr>
        <p:spPr bwMode="auto">
          <a:xfrm>
            <a:off x="4134504"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62" name="Line 77"/>
          <p:cNvSpPr>
            <a:spLocks noChangeShapeType="1"/>
          </p:cNvSpPr>
          <p:nvPr/>
        </p:nvSpPr>
        <p:spPr bwMode="auto">
          <a:xfrm>
            <a:off x="2358011" y="3406751"/>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Line 76"/>
          <p:cNvSpPr>
            <a:spLocks noChangeShapeType="1"/>
          </p:cNvSpPr>
          <p:nvPr/>
        </p:nvSpPr>
        <p:spPr bwMode="auto">
          <a:xfrm flipH="1">
            <a:off x="1961005" y="3393435"/>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Line 78"/>
          <p:cNvSpPr>
            <a:spLocks noChangeShapeType="1"/>
          </p:cNvSpPr>
          <p:nvPr/>
        </p:nvSpPr>
        <p:spPr bwMode="auto">
          <a:xfrm flipH="1">
            <a:off x="3106811" y="3406751"/>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6" name="Line 79"/>
          <p:cNvSpPr>
            <a:spLocks noChangeShapeType="1"/>
          </p:cNvSpPr>
          <p:nvPr/>
        </p:nvSpPr>
        <p:spPr bwMode="auto">
          <a:xfrm>
            <a:off x="3497230" y="3405917"/>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Line 80"/>
          <p:cNvSpPr>
            <a:spLocks noChangeShapeType="1"/>
          </p:cNvSpPr>
          <p:nvPr/>
        </p:nvSpPr>
        <p:spPr bwMode="auto">
          <a:xfrm flipH="1">
            <a:off x="4318225" y="3393435"/>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81"/>
          <p:cNvSpPr>
            <a:spLocks noChangeShapeType="1"/>
          </p:cNvSpPr>
          <p:nvPr/>
        </p:nvSpPr>
        <p:spPr bwMode="auto">
          <a:xfrm>
            <a:off x="4742569" y="3404111"/>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Text Box 88"/>
          <p:cNvSpPr txBox="1">
            <a:spLocks noChangeArrowheads="1"/>
          </p:cNvSpPr>
          <p:nvPr/>
        </p:nvSpPr>
        <p:spPr bwMode="auto">
          <a:xfrm>
            <a:off x="2106324"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t>
            </a:r>
          </a:p>
        </p:txBody>
      </p:sp>
      <p:sp>
        <p:nvSpPr>
          <p:cNvPr id="84" name="Text Box 89"/>
          <p:cNvSpPr txBox="1">
            <a:spLocks noChangeArrowheads="1"/>
          </p:cNvSpPr>
          <p:nvPr/>
        </p:nvSpPr>
        <p:spPr bwMode="auto">
          <a:xfrm>
            <a:off x="4516265"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t>
            </a:r>
          </a:p>
        </p:txBody>
      </p:sp>
      <p:sp>
        <p:nvSpPr>
          <p:cNvPr id="85" name="Text Box 90"/>
          <p:cNvSpPr txBox="1">
            <a:spLocks noChangeArrowheads="1"/>
          </p:cNvSpPr>
          <p:nvPr/>
        </p:nvSpPr>
        <p:spPr bwMode="auto">
          <a:xfrm>
            <a:off x="3304851" y="3573798"/>
            <a:ext cx="4334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400" b="1">
                <a:latin typeface="微软雅黑" pitchFamily="34" charset="-122"/>
                <a:ea typeface="微软雅黑" pitchFamily="34" charset="-122"/>
              </a:rPr>
              <a:t>…</a:t>
            </a:r>
          </a:p>
        </p:txBody>
      </p:sp>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1553"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20734"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3630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214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46972"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53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25000"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3"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33706"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44801"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p>
          <a:p>
            <a:endParaRPr lang="zh-CN" altLang="en-US" dirty="0"/>
          </a:p>
        </p:txBody>
      </p:sp>
      <p:sp>
        <p:nvSpPr>
          <p:cNvPr id="5" name="矩形 4"/>
          <p:cNvSpPr/>
          <p:nvPr/>
        </p:nvSpPr>
        <p:spPr>
          <a:xfrm>
            <a:off x="1321966" y="2838893"/>
            <a:ext cx="6500068" cy="400110"/>
          </a:xfrm>
          <a:prstGeom prst="rect">
            <a:avLst/>
          </a:prstGeom>
          <a:solidFill>
            <a:srgbClr val="990033"/>
          </a:solidFill>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多播地址只能用于目的地址，不能用于源地址</a:t>
            </a:r>
          </a:p>
        </p:txBody>
      </p:sp>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367110" y="1099459"/>
            <a:ext cx="6324322" cy="2817236"/>
            <a:chOff x="1275139" y="2040738"/>
            <a:chExt cx="7592627" cy="3382225"/>
          </a:xfrm>
        </p:grpSpPr>
        <p:sp>
          <p:nvSpPr>
            <p:cNvPr id="6" name="Rectangle 3"/>
            <p:cNvSpPr>
              <a:spLocks noChangeArrowheads="1"/>
            </p:cNvSpPr>
            <p:nvPr/>
          </p:nvSpPr>
          <p:spPr bwMode="auto">
            <a:xfrm>
              <a:off x="1275139" y="4148201"/>
              <a:ext cx="7467604" cy="457200"/>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Line 4"/>
            <p:cNvSpPr>
              <a:spLocks noChangeShapeType="1"/>
            </p:cNvSpPr>
            <p:nvPr/>
          </p:nvSpPr>
          <p:spPr bwMode="auto">
            <a:xfrm>
              <a:off x="143071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Line 5"/>
            <p:cNvSpPr>
              <a:spLocks noChangeShapeType="1"/>
            </p:cNvSpPr>
            <p:nvPr/>
          </p:nvSpPr>
          <p:spPr bwMode="auto">
            <a:xfrm>
              <a:off x="1586289"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Line 6"/>
            <p:cNvSpPr>
              <a:spLocks noChangeShapeType="1"/>
            </p:cNvSpPr>
            <p:nvPr/>
          </p:nvSpPr>
          <p:spPr bwMode="auto">
            <a:xfrm>
              <a:off x="174186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Line 7"/>
            <p:cNvSpPr>
              <a:spLocks noChangeShapeType="1"/>
            </p:cNvSpPr>
            <p:nvPr/>
          </p:nvSpPr>
          <p:spPr bwMode="auto">
            <a:xfrm>
              <a:off x="18974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 name="Line 8"/>
            <p:cNvSpPr>
              <a:spLocks noChangeShapeType="1"/>
            </p:cNvSpPr>
            <p:nvPr/>
          </p:nvSpPr>
          <p:spPr bwMode="auto">
            <a:xfrm>
              <a:off x="20530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 name="Line 9"/>
            <p:cNvSpPr>
              <a:spLocks noChangeShapeType="1"/>
            </p:cNvSpPr>
            <p:nvPr/>
          </p:nvSpPr>
          <p:spPr bwMode="auto">
            <a:xfrm>
              <a:off x="22085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 name="Line 10"/>
            <p:cNvSpPr>
              <a:spLocks noChangeShapeType="1"/>
            </p:cNvSpPr>
            <p:nvPr/>
          </p:nvSpPr>
          <p:spPr bwMode="auto">
            <a:xfrm>
              <a:off x="236416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 name="Line 11"/>
            <p:cNvSpPr>
              <a:spLocks noChangeShapeType="1"/>
            </p:cNvSpPr>
            <p:nvPr/>
          </p:nvSpPr>
          <p:spPr bwMode="auto">
            <a:xfrm>
              <a:off x="2519739"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Line 12"/>
            <p:cNvSpPr>
              <a:spLocks noChangeShapeType="1"/>
            </p:cNvSpPr>
            <p:nvPr/>
          </p:nvSpPr>
          <p:spPr bwMode="auto">
            <a:xfrm>
              <a:off x="267531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 name="Line 13"/>
            <p:cNvSpPr>
              <a:spLocks noChangeShapeType="1"/>
            </p:cNvSpPr>
            <p:nvPr/>
          </p:nvSpPr>
          <p:spPr bwMode="auto">
            <a:xfrm>
              <a:off x="28308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Line 14"/>
            <p:cNvSpPr>
              <a:spLocks noChangeShapeType="1"/>
            </p:cNvSpPr>
            <p:nvPr/>
          </p:nvSpPr>
          <p:spPr bwMode="auto">
            <a:xfrm>
              <a:off x="298646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Line 15"/>
            <p:cNvSpPr>
              <a:spLocks noChangeShapeType="1"/>
            </p:cNvSpPr>
            <p:nvPr/>
          </p:nvSpPr>
          <p:spPr bwMode="auto">
            <a:xfrm>
              <a:off x="31420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Line 16"/>
            <p:cNvSpPr>
              <a:spLocks noChangeShapeType="1"/>
            </p:cNvSpPr>
            <p:nvPr/>
          </p:nvSpPr>
          <p:spPr bwMode="auto">
            <a:xfrm>
              <a:off x="32976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0" name="Line 17"/>
            <p:cNvSpPr>
              <a:spLocks noChangeShapeType="1"/>
            </p:cNvSpPr>
            <p:nvPr/>
          </p:nvSpPr>
          <p:spPr bwMode="auto">
            <a:xfrm>
              <a:off x="34531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1" name="Line 18"/>
            <p:cNvSpPr>
              <a:spLocks noChangeShapeType="1"/>
            </p:cNvSpPr>
            <p:nvPr/>
          </p:nvSpPr>
          <p:spPr bwMode="auto">
            <a:xfrm>
              <a:off x="360876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2" name="Line 19"/>
            <p:cNvSpPr>
              <a:spLocks noChangeShapeType="1"/>
            </p:cNvSpPr>
            <p:nvPr/>
          </p:nvSpPr>
          <p:spPr bwMode="auto">
            <a:xfrm>
              <a:off x="37643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Line 20"/>
            <p:cNvSpPr>
              <a:spLocks noChangeShapeType="1"/>
            </p:cNvSpPr>
            <p:nvPr/>
          </p:nvSpPr>
          <p:spPr bwMode="auto">
            <a:xfrm>
              <a:off x="391991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4" name="Line 21"/>
            <p:cNvSpPr>
              <a:spLocks noChangeShapeType="1"/>
            </p:cNvSpPr>
            <p:nvPr/>
          </p:nvSpPr>
          <p:spPr bwMode="auto">
            <a:xfrm>
              <a:off x="407549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5" name="Line 22"/>
            <p:cNvSpPr>
              <a:spLocks noChangeShapeType="1"/>
            </p:cNvSpPr>
            <p:nvPr/>
          </p:nvSpPr>
          <p:spPr bwMode="auto">
            <a:xfrm>
              <a:off x="42310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6" name="Line 23"/>
            <p:cNvSpPr>
              <a:spLocks noChangeShapeType="1"/>
            </p:cNvSpPr>
            <p:nvPr/>
          </p:nvSpPr>
          <p:spPr bwMode="auto">
            <a:xfrm>
              <a:off x="43866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7" name="Line 24"/>
            <p:cNvSpPr>
              <a:spLocks noChangeShapeType="1"/>
            </p:cNvSpPr>
            <p:nvPr/>
          </p:nvSpPr>
          <p:spPr bwMode="auto">
            <a:xfrm>
              <a:off x="45422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8" name="Line 25"/>
            <p:cNvSpPr>
              <a:spLocks noChangeShapeType="1"/>
            </p:cNvSpPr>
            <p:nvPr/>
          </p:nvSpPr>
          <p:spPr bwMode="auto">
            <a:xfrm>
              <a:off x="46977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9" name="Line 26"/>
            <p:cNvSpPr>
              <a:spLocks noChangeShapeType="1"/>
            </p:cNvSpPr>
            <p:nvPr/>
          </p:nvSpPr>
          <p:spPr bwMode="auto">
            <a:xfrm>
              <a:off x="48533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0" name="Line 27"/>
            <p:cNvSpPr>
              <a:spLocks noChangeShapeType="1"/>
            </p:cNvSpPr>
            <p:nvPr/>
          </p:nvSpPr>
          <p:spPr bwMode="auto">
            <a:xfrm>
              <a:off x="50089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1" name="Rectangle 28"/>
            <p:cNvSpPr>
              <a:spLocks noChangeArrowheads="1"/>
            </p:cNvSpPr>
            <p:nvPr/>
          </p:nvSpPr>
          <p:spPr bwMode="auto">
            <a:xfrm>
              <a:off x="5170866" y="4170426"/>
              <a:ext cx="3563940" cy="42545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32" name="Line 29"/>
            <p:cNvSpPr>
              <a:spLocks noChangeShapeType="1"/>
            </p:cNvSpPr>
            <p:nvPr/>
          </p:nvSpPr>
          <p:spPr bwMode="auto">
            <a:xfrm>
              <a:off x="5164516" y="4148201"/>
              <a:ext cx="0" cy="4572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Line 30"/>
            <p:cNvSpPr>
              <a:spLocks noChangeShapeType="1"/>
            </p:cNvSpPr>
            <p:nvPr/>
          </p:nvSpPr>
          <p:spPr bwMode="auto">
            <a:xfrm>
              <a:off x="532009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4" name="Line 31"/>
            <p:cNvSpPr>
              <a:spLocks noChangeShapeType="1"/>
            </p:cNvSpPr>
            <p:nvPr/>
          </p:nvSpPr>
          <p:spPr bwMode="auto">
            <a:xfrm>
              <a:off x="54756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Line 32"/>
            <p:cNvSpPr>
              <a:spLocks noChangeShapeType="1"/>
            </p:cNvSpPr>
            <p:nvPr/>
          </p:nvSpPr>
          <p:spPr bwMode="auto">
            <a:xfrm>
              <a:off x="56312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Line 33"/>
            <p:cNvSpPr>
              <a:spLocks noChangeShapeType="1"/>
            </p:cNvSpPr>
            <p:nvPr/>
          </p:nvSpPr>
          <p:spPr bwMode="auto">
            <a:xfrm>
              <a:off x="578681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Line 34"/>
            <p:cNvSpPr>
              <a:spLocks noChangeShapeType="1"/>
            </p:cNvSpPr>
            <p:nvPr/>
          </p:nvSpPr>
          <p:spPr bwMode="auto">
            <a:xfrm>
              <a:off x="59423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8" name="Line 35"/>
            <p:cNvSpPr>
              <a:spLocks noChangeShapeType="1"/>
            </p:cNvSpPr>
            <p:nvPr/>
          </p:nvSpPr>
          <p:spPr bwMode="auto">
            <a:xfrm>
              <a:off x="609796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9" name="Line 36"/>
            <p:cNvSpPr>
              <a:spLocks noChangeShapeType="1"/>
            </p:cNvSpPr>
            <p:nvPr/>
          </p:nvSpPr>
          <p:spPr bwMode="auto">
            <a:xfrm>
              <a:off x="625354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0" name="Line 37"/>
            <p:cNvSpPr>
              <a:spLocks noChangeShapeType="1"/>
            </p:cNvSpPr>
            <p:nvPr/>
          </p:nvSpPr>
          <p:spPr bwMode="auto">
            <a:xfrm>
              <a:off x="64091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1" name="Line 38"/>
            <p:cNvSpPr>
              <a:spLocks noChangeShapeType="1"/>
            </p:cNvSpPr>
            <p:nvPr/>
          </p:nvSpPr>
          <p:spPr bwMode="auto">
            <a:xfrm>
              <a:off x="65646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2" name="Line 39"/>
            <p:cNvSpPr>
              <a:spLocks noChangeShapeType="1"/>
            </p:cNvSpPr>
            <p:nvPr/>
          </p:nvSpPr>
          <p:spPr bwMode="auto">
            <a:xfrm>
              <a:off x="67202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3" name="Line 40"/>
            <p:cNvSpPr>
              <a:spLocks noChangeShapeType="1"/>
            </p:cNvSpPr>
            <p:nvPr/>
          </p:nvSpPr>
          <p:spPr bwMode="auto">
            <a:xfrm>
              <a:off x="68758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4" name="Line 41"/>
            <p:cNvSpPr>
              <a:spLocks noChangeShapeType="1"/>
            </p:cNvSpPr>
            <p:nvPr/>
          </p:nvSpPr>
          <p:spPr bwMode="auto">
            <a:xfrm>
              <a:off x="70314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5" name="Line 42"/>
            <p:cNvSpPr>
              <a:spLocks noChangeShapeType="1"/>
            </p:cNvSpPr>
            <p:nvPr/>
          </p:nvSpPr>
          <p:spPr bwMode="auto">
            <a:xfrm>
              <a:off x="71869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6" name="Line 43"/>
            <p:cNvSpPr>
              <a:spLocks noChangeShapeType="1"/>
            </p:cNvSpPr>
            <p:nvPr/>
          </p:nvSpPr>
          <p:spPr bwMode="auto">
            <a:xfrm>
              <a:off x="734256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7" name="Line 44"/>
            <p:cNvSpPr>
              <a:spLocks noChangeShapeType="1"/>
            </p:cNvSpPr>
            <p:nvPr/>
          </p:nvSpPr>
          <p:spPr bwMode="auto">
            <a:xfrm>
              <a:off x="749814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8" name="Line 45"/>
            <p:cNvSpPr>
              <a:spLocks noChangeShapeType="1"/>
            </p:cNvSpPr>
            <p:nvPr/>
          </p:nvSpPr>
          <p:spPr bwMode="auto">
            <a:xfrm>
              <a:off x="76537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9" name="Line 46"/>
            <p:cNvSpPr>
              <a:spLocks noChangeShapeType="1"/>
            </p:cNvSpPr>
            <p:nvPr/>
          </p:nvSpPr>
          <p:spPr bwMode="auto">
            <a:xfrm>
              <a:off x="78092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0" name="Line 47"/>
            <p:cNvSpPr>
              <a:spLocks noChangeShapeType="1"/>
            </p:cNvSpPr>
            <p:nvPr/>
          </p:nvSpPr>
          <p:spPr bwMode="auto">
            <a:xfrm>
              <a:off x="796486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1" name="Line 48"/>
            <p:cNvSpPr>
              <a:spLocks noChangeShapeType="1"/>
            </p:cNvSpPr>
            <p:nvPr/>
          </p:nvSpPr>
          <p:spPr bwMode="auto">
            <a:xfrm>
              <a:off x="8120443"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2" name="Line 49"/>
            <p:cNvSpPr>
              <a:spLocks noChangeShapeType="1"/>
            </p:cNvSpPr>
            <p:nvPr/>
          </p:nvSpPr>
          <p:spPr bwMode="auto">
            <a:xfrm>
              <a:off x="827601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3" name="Line 50"/>
            <p:cNvSpPr>
              <a:spLocks noChangeShapeType="1"/>
            </p:cNvSpPr>
            <p:nvPr/>
          </p:nvSpPr>
          <p:spPr bwMode="auto">
            <a:xfrm>
              <a:off x="8431593"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4" name="Line 51"/>
            <p:cNvSpPr>
              <a:spLocks noChangeShapeType="1"/>
            </p:cNvSpPr>
            <p:nvPr/>
          </p:nvSpPr>
          <p:spPr bwMode="auto">
            <a:xfrm>
              <a:off x="858716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5" name="Rectangle 52"/>
            <p:cNvSpPr>
              <a:spLocks noChangeArrowheads="1"/>
            </p:cNvSpPr>
            <p:nvPr/>
          </p:nvSpPr>
          <p:spPr bwMode="auto">
            <a:xfrm>
              <a:off x="1352927"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6" name="Rectangle 53"/>
            <p:cNvSpPr>
              <a:spLocks noChangeArrowheads="1"/>
            </p:cNvSpPr>
            <p:nvPr/>
          </p:nvSpPr>
          <p:spPr bwMode="auto">
            <a:xfrm>
              <a:off x="19752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7" name="Rectangle 54"/>
            <p:cNvSpPr>
              <a:spLocks noChangeArrowheads="1"/>
            </p:cNvSpPr>
            <p:nvPr/>
          </p:nvSpPr>
          <p:spPr bwMode="auto">
            <a:xfrm>
              <a:off x="2597527"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Rectangle 55"/>
            <p:cNvSpPr>
              <a:spLocks noChangeArrowheads="1"/>
            </p:cNvSpPr>
            <p:nvPr/>
          </p:nvSpPr>
          <p:spPr bwMode="auto">
            <a:xfrm>
              <a:off x="32198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9" name="Rectangle 56"/>
            <p:cNvSpPr>
              <a:spLocks noChangeArrowheads="1"/>
            </p:cNvSpPr>
            <p:nvPr/>
          </p:nvSpPr>
          <p:spPr bwMode="auto">
            <a:xfrm>
              <a:off x="38421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0" name="Rectangle 57"/>
            <p:cNvSpPr>
              <a:spLocks noChangeArrowheads="1"/>
            </p:cNvSpPr>
            <p:nvPr/>
          </p:nvSpPr>
          <p:spPr bwMode="auto">
            <a:xfrm>
              <a:off x="4464429"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1" name="Rectangle 58"/>
            <p:cNvSpPr>
              <a:spLocks noChangeArrowheads="1"/>
            </p:cNvSpPr>
            <p:nvPr/>
          </p:nvSpPr>
          <p:spPr bwMode="auto">
            <a:xfrm>
              <a:off x="5172454" y="4224401"/>
              <a:ext cx="381000"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2" name="Rectangle 59"/>
            <p:cNvSpPr>
              <a:spLocks noChangeArrowheads="1"/>
            </p:cNvSpPr>
            <p:nvPr/>
          </p:nvSpPr>
          <p:spPr bwMode="auto">
            <a:xfrm>
              <a:off x="5709029"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3" name="Rectangle 60"/>
            <p:cNvSpPr>
              <a:spLocks noChangeArrowheads="1"/>
            </p:cNvSpPr>
            <p:nvPr/>
          </p:nvSpPr>
          <p:spPr bwMode="auto">
            <a:xfrm>
              <a:off x="6331330"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4" name="Rectangle 61"/>
            <p:cNvSpPr>
              <a:spLocks noChangeArrowheads="1"/>
            </p:cNvSpPr>
            <p:nvPr/>
          </p:nvSpPr>
          <p:spPr bwMode="auto">
            <a:xfrm>
              <a:off x="6953629"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5" name="Rectangle 62"/>
            <p:cNvSpPr>
              <a:spLocks noChangeArrowheads="1"/>
            </p:cNvSpPr>
            <p:nvPr/>
          </p:nvSpPr>
          <p:spPr bwMode="auto">
            <a:xfrm>
              <a:off x="7575930"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6" name="Rectangle 63"/>
            <p:cNvSpPr>
              <a:spLocks noChangeArrowheads="1"/>
            </p:cNvSpPr>
            <p:nvPr/>
          </p:nvSpPr>
          <p:spPr bwMode="auto">
            <a:xfrm>
              <a:off x="8198231"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7" name="Rectangle 64"/>
            <p:cNvSpPr>
              <a:spLocks noChangeArrowheads="1"/>
            </p:cNvSpPr>
            <p:nvPr/>
          </p:nvSpPr>
          <p:spPr bwMode="auto">
            <a:xfrm>
              <a:off x="1819652"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8" name="Rectangle 65"/>
            <p:cNvSpPr>
              <a:spLocks noChangeArrowheads="1"/>
            </p:cNvSpPr>
            <p:nvPr/>
          </p:nvSpPr>
          <p:spPr bwMode="auto">
            <a:xfrm>
              <a:off x="3064253"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9" name="Rectangle 66"/>
            <p:cNvSpPr>
              <a:spLocks noChangeArrowheads="1"/>
            </p:cNvSpPr>
            <p:nvPr/>
          </p:nvSpPr>
          <p:spPr bwMode="auto">
            <a:xfrm>
              <a:off x="4321553"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0" name="Rectangle 67"/>
            <p:cNvSpPr>
              <a:spLocks noChangeArrowheads="1"/>
            </p:cNvSpPr>
            <p:nvPr/>
          </p:nvSpPr>
          <p:spPr bwMode="auto">
            <a:xfrm>
              <a:off x="5540755"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1" name="Rectangle 68"/>
            <p:cNvSpPr>
              <a:spLocks noChangeArrowheads="1"/>
            </p:cNvSpPr>
            <p:nvPr/>
          </p:nvSpPr>
          <p:spPr bwMode="auto">
            <a:xfrm>
              <a:off x="6759955"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2" name="Rectangle 69"/>
            <p:cNvSpPr>
              <a:spLocks noChangeArrowheads="1"/>
            </p:cNvSpPr>
            <p:nvPr/>
          </p:nvSpPr>
          <p:spPr bwMode="auto">
            <a:xfrm>
              <a:off x="8082342"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3" name="Rectangle 70"/>
            <p:cNvSpPr>
              <a:spLocks noChangeArrowheads="1"/>
            </p:cNvSpPr>
            <p:nvPr/>
          </p:nvSpPr>
          <p:spPr bwMode="auto">
            <a:xfrm>
              <a:off x="3764340" y="2852803"/>
              <a:ext cx="4965702" cy="457200"/>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4" name="Line 71"/>
            <p:cNvSpPr>
              <a:spLocks noChangeShapeType="1"/>
            </p:cNvSpPr>
            <p:nvPr/>
          </p:nvSpPr>
          <p:spPr bwMode="auto">
            <a:xfrm>
              <a:off x="39199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5" name="Line 72"/>
            <p:cNvSpPr>
              <a:spLocks noChangeShapeType="1"/>
            </p:cNvSpPr>
            <p:nvPr/>
          </p:nvSpPr>
          <p:spPr bwMode="auto">
            <a:xfrm>
              <a:off x="407549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6" name="Line 73"/>
            <p:cNvSpPr>
              <a:spLocks noChangeShapeType="1"/>
            </p:cNvSpPr>
            <p:nvPr/>
          </p:nvSpPr>
          <p:spPr bwMode="auto">
            <a:xfrm>
              <a:off x="422947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7" name="Line 74"/>
            <p:cNvSpPr>
              <a:spLocks noChangeShapeType="1"/>
            </p:cNvSpPr>
            <p:nvPr/>
          </p:nvSpPr>
          <p:spPr bwMode="auto">
            <a:xfrm>
              <a:off x="4385053"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8" name="Line 75"/>
            <p:cNvSpPr>
              <a:spLocks noChangeShapeType="1"/>
            </p:cNvSpPr>
            <p:nvPr/>
          </p:nvSpPr>
          <p:spPr bwMode="auto">
            <a:xfrm>
              <a:off x="454062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9" name="Line 76"/>
            <p:cNvSpPr>
              <a:spLocks noChangeShapeType="1"/>
            </p:cNvSpPr>
            <p:nvPr/>
          </p:nvSpPr>
          <p:spPr bwMode="auto">
            <a:xfrm>
              <a:off x="4696203"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0" name="Line 77"/>
            <p:cNvSpPr>
              <a:spLocks noChangeShapeType="1"/>
            </p:cNvSpPr>
            <p:nvPr/>
          </p:nvSpPr>
          <p:spPr bwMode="auto">
            <a:xfrm>
              <a:off x="485019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1" name="Line 78"/>
            <p:cNvSpPr>
              <a:spLocks noChangeShapeType="1"/>
            </p:cNvSpPr>
            <p:nvPr/>
          </p:nvSpPr>
          <p:spPr bwMode="auto">
            <a:xfrm>
              <a:off x="5005764" y="2852806"/>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2" name="Line 79"/>
            <p:cNvSpPr>
              <a:spLocks noChangeShapeType="1"/>
            </p:cNvSpPr>
            <p:nvPr/>
          </p:nvSpPr>
          <p:spPr bwMode="auto">
            <a:xfrm>
              <a:off x="516134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3" name="Rectangle 80"/>
            <p:cNvSpPr>
              <a:spLocks noChangeArrowheads="1"/>
            </p:cNvSpPr>
            <p:nvPr/>
          </p:nvSpPr>
          <p:spPr bwMode="auto">
            <a:xfrm>
              <a:off x="5161341" y="2871853"/>
              <a:ext cx="3562351" cy="428624"/>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84" name="Line 81"/>
            <p:cNvSpPr>
              <a:spLocks noChangeShapeType="1"/>
            </p:cNvSpPr>
            <p:nvPr/>
          </p:nvSpPr>
          <p:spPr bwMode="auto">
            <a:xfrm>
              <a:off x="53169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5" name="Line 82"/>
            <p:cNvSpPr>
              <a:spLocks noChangeShapeType="1"/>
            </p:cNvSpPr>
            <p:nvPr/>
          </p:nvSpPr>
          <p:spPr bwMode="auto">
            <a:xfrm>
              <a:off x="547090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6" name="Line 83"/>
            <p:cNvSpPr>
              <a:spLocks noChangeShapeType="1"/>
            </p:cNvSpPr>
            <p:nvPr/>
          </p:nvSpPr>
          <p:spPr bwMode="auto">
            <a:xfrm>
              <a:off x="5626480"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7" name="Line 84"/>
            <p:cNvSpPr>
              <a:spLocks noChangeShapeType="1"/>
            </p:cNvSpPr>
            <p:nvPr/>
          </p:nvSpPr>
          <p:spPr bwMode="auto">
            <a:xfrm>
              <a:off x="578205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8" name="Line 85"/>
            <p:cNvSpPr>
              <a:spLocks noChangeShapeType="1"/>
            </p:cNvSpPr>
            <p:nvPr/>
          </p:nvSpPr>
          <p:spPr bwMode="auto">
            <a:xfrm>
              <a:off x="593762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9" name="Line 86"/>
            <p:cNvSpPr>
              <a:spLocks noChangeShapeType="1"/>
            </p:cNvSpPr>
            <p:nvPr/>
          </p:nvSpPr>
          <p:spPr bwMode="auto">
            <a:xfrm>
              <a:off x="60916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0" name="Line 87"/>
            <p:cNvSpPr>
              <a:spLocks noChangeShapeType="1"/>
            </p:cNvSpPr>
            <p:nvPr/>
          </p:nvSpPr>
          <p:spPr bwMode="auto">
            <a:xfrm>
              <a:off x="624719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1" name="Line 88"/>
            <p:cNvSpPr>
              <a:spLocks noChangeShapeType="1"/>
            </p:cNvSpPr>
            <p:nvPr/>
          </p:nvSpPr>
          <p:spPr bwMode="auto">
            <a:xfrm>
              <a:off x="6402767"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2" name="Line 89"/>
            <p:cNvSpPr>
              <a:spLocks noChangeShapeType="1"/>
            </p:cNvSpPr>
            <p:nvPr/>
          </p:nvSpPr>
          <p:spPr bwMode="auto">
            <a:xfrm>
              <a:off x="655834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3" name="Line 90"/>
            <p:cNvSpPr>
              <a:spLocks noChangeShapeType="1"/>
            </p:cNvSpPr>
            <p:nvPr/>
          </p:nvSpPr>
          <p:spPr bwMode="auto">
            <a:xfrm>
              <a:off x="6712330"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4" name="Line 91"/>
            <p:cNvSpPr>
              <a:spLocks noChangeShapeType="1"/>
            </p:cNvSpPr>
            <p:nvPr/>
          </p:nvSpPr>
          <p:spPr bwMode="auto">
            <a:xfrm>
              <a:off x="686790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5" name="Line 92"/>
            <p:cNvSpPr>
              <a:spLocks noChangeShapeType="1"/>
            </p:cNvSpPr>
            <p:nvPr/>
          </p:nvSpPr>
          <p:spPr bwMode="auto">
            <a:xfrm>
              <a:off x="702347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6" name="Line 93"/>
            <p:cNvSpPr>
              <a:spLocks noChangeShapeType="1"/>
            </p:cNvSpPr>
            <p:nvPr/>
          </p:nvSpPr>
          <p:spPr bwMode="auto">
            <a:xfrm>
              <a:off x="717905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7" name="Line 94"/>
            <p:cNvSpPr>
              <a:spLocks noChangeShapeType="1"/>
            </p:cNvSpPr>
            <p:nvPr/>
          </p:nvSpPr>
          <p:spPr bwMode="auto">
            <a:xfrm>
              <a:off x="733304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8" name="Line 95"/>
            <p:cNvSpPr>
              <a:spLocks noChangeShapeType="1"/>
            </p:cNvSpPr>
            <p:nvPr/>
          </p:nvSpPr>
          <p:spPr bwMode="auto">
            <a:xfrm>
              <a:off x="7488617"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9" name="Line 96"/>
            <p:cNvSpPr>
              <a:spLocks noChangeShapeType="1"/>
            </p:cNvSpPr>
            <p:nvPr/>
          </p:nvSpPr>
          <p:spPr bwMode="auto">
            <a:xfrm>
              <a:off x="764419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0" name="Line 97"/>
            <p:cNvSpPr>
              <a:spLocks noChangeShapeType="1"/>
            </p:cNvSpPr>
            <p:nvPr/>
          </p:nvSpPr>
          <p:spPr bwMode="auto">
            <a:xfrm>
              <a:off x="779976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1" name="Line 98"/>
            <p:cNvSpPr>
              <a:spLocks noChangeShapeType="1"/>
            </p:cNvSpPr>
            <p:nvPr/>
          </p:nvSpPr>
          <p:spPr bwMode="auto">
            <a:xfrm>
              <a:off x="795375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2" name="Line 99"/>
            <p:cNvSpPr>
              <a:spLocks noChangeShapeType="1"/>
            </p:cNvSpPr>
            <p:nvPr/>
          </p:nvSpPr>
          <p:spPr bwMode="auto">
            <a:xfrm>
              <a:off x="810933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3" name="Line 100"/>
            <p:cNvSpPr>
              <a:spLocks noChangeShapeType="1"/>
            </p:cNvSpPr>
            <p:nvPr/>
          </p:nvSpPr>
          <p:spPr bwMode="auto">
            <a:xfrm>
              <a:off x="826490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4" name="Line 101"/>
            <p:cNvSpPr>
              <a:spLocks noChangeShapeType="1"/>
            </p:cNvSpPr>
            <p:nvPr/>
          </p:nvSpPr>
          <p:spPr bwMode="auto">
            <a:xfrm>
              <a:off x="842048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5" name="Line 102"/>
            <p:cNvSpPr>
              <a:spLocks noChangeShapeType="1"/>
            </p:cNvSpPr>
            <p:nvPr/>
          </p:nvSpPr>
          <p:spPr bwMode="auto">
            <a:xfrm>
              <a:off x="857446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6" name="Rectangle 103"/>
            <p:cNvSpPr>
              <a:spLocks noChangeArrowheads="1"/>
            </p:cNvSpPr>
            <p:nvPr/>
          </p:nvSpPr>
          <p:spPr bwMode="auto">
            <a:xfrm>
              <a:off x="3842128" y="2929003"/>
              <a:ext cx="465138"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7" name="Rectangle 104"/>
            <p:cNvSpPr>
              <a:spLocks noChangeArrowheads="1"/>
            </p:cNvSpPr>
            <p:nvPr/>
          </p:nvSpPr>
          <p:spPr bwMode="auto">
            <a:xfrm>
              <a:off x="5159754" y="2929003"/>
              <a:ext cx="388937"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08" name="Rectangle 105"/>
            <p:cNvSpPr>
              <a:spLocks noChangeArrowheads="1"/>
            </p:cNvSpPr>
            <p:nvPr/>
          </p:nvSpPr>
          <p:spPr bwMode="auto">
            <a:xfrm>
              <a:off x="4462840" y="2929003"/>
              <a:ext cx="599213"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9" name="Rectangle 106"/>
            <p:cNvSpPr>
              <a:spLocks noChangeArrowheads="1"/>
            </p:cNvSpPr>
            <p:nvPr/>
          </p:nvSpPr>
          <p:spPr bwMode="auto">
            <a:xfrm>
              <a:off x="5704266"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0" name="Rectangle 107"/>
            <p:cNvSpPr>
              <a:spLocks noChangeArrowheads="1"/>
            </p:cNvSpPr>
            <p:nvPr/>
          </p:nvSpPr>
          <p:spPr bwMode="auto">
            <a:xfrm>
              <a:off x="6324980" y="2929003"/>
              <a:ext cx="465138"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1" name="Rectangle 108"/>
            <p:cNvSpPr>
              <a:spLocks noChangeArrowheads="1"/>
            </p:cNvSpPr>
            <p:nvPr/>
          </p:nvSpPr>
          <p:spPr bwMode="auto">
            <a:xfrm>
              <a:off x="6945691"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2" name="Rectangle 109"/>
            <p:cNvSpPr>
              <a:spLocks noChangeArrowheads="1"/>
            </p:cNvSpPr>
            <p:nvPr/>
          </p:nvSpPr>
          <p:spPr bwMode="auto">
            <a:xfrm>
              <a:off x="7566405" y="2929003"/>
              <a:ext cx="465138"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3" name="Rectangle 110"/>
            <p:cNvSpPr>
              <a:spLocks noChangeArrowheads="1"/>
            </p:cNvSpPr>
            <p:nvPr/>
          </p:nvSpPr>
          <p:spPr bwMode="auto">
            <a:xfrm>
              <a:off x="8187118"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4" name="Rectangle 111"/>
            <p:cNvSpPr>
              <a:spLocks noChangeArrowheads="1"/>
            </p:cNvSpPr>
            <p:nvPr/>
          </p:nvSpPr>
          <p:spPr bwMode="auto">
            <a:xfrm>
              <a:off x="4319966" y="2967103"/>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5" name="Rectangle 112"/>
            <p:cNvSpPr>
              <a:spLocks noChangeArrowheads="1"/>
            </p:cNvSpPr>
            <p:nvPr/>
          </p:nvSpPr>
          <p:spPr bwMode="auto">
            <a:xfrm>
              <a:off x="5535991" y="2967103"/>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6" name="Rectangle 113"/>
            <p:cNvSpPr>
              <a:spLocks noChangeArrowheads="1"/>
            </p:cNvSpPr>
            <p:nvPr/>
          </p:nvSpPr>
          <p:spPr bwMode="auto">
            <a:xfrm>
              <a:off x="6752017" y="2967103"/>
              <a:ext cx="153988"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7" name="Rectangle 114"/>
            <p:cNvSpPr>
              <a:spLocks noChangeArrowheads="1"/>
            </p:cNvSpPr>
            <p:nvPr/>
          </p:nvSpPr>
          <p:spPr bwMode="auto">
            <a:xfrm>
              <a:off x="8071230" y="2967103"/>
              <a:ext cx="153987"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21" name="Text Box 118"/>
            <p:cNvSpPr txBox="1">
              <a:spLocks noChangeArrowheads="1"/>
            </p:cNvSpPr>
            <p:nvPr/>
          </p:nvSpPr>
          <p:spPr bwMode="auto">
            <a:xfrm>
              <a:off x="4914947" y="4188850"/>
              <a:ext cx="354489"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00000"/>
                  </a:solidFill>
                  <a:latin typeface="微软雅黑" pitchFamily="34" charset="-122"/>
                  <a:ea typeface="微软雅黑" pitchFamily="34" charset="-122"/>
                </a:rPr>
                <a:t>0</a:t>
              </a:r>
            </a:p>
          </p:txBody>
        </p:sp>
        <p:sp>
          <p:nvSpPr>
            <p:cNvPr id="123" name="Line 120"/>
            <p:cNvSpPr>
              <a:spLocks noChangeShapeType="1"/>
            </p:cNvSpPr>
            <p:nvPr/>
          </p:nvSpPr>
          <p:spPr bwMode="auto">
            <a:xfrm>
              <a:off x="5161341" y="3386202"/>
              <a:ext cx="0" cy="761999"/>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4" name="Line 121"/>
            <p:cNvSpPr>
              <a:spLocks noChangeShapeType="1"/>
            </p:cNvSpPr>
            <p:nvPr/>
          </p:nvSpPr>
          <p:spPr bwMode="auto">
            <a:xfrm>
              <a:off x="8742743" y="3386202"/>
              <a:ext cx="0" cy="761999"/>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5" name="Text Box 122"/>
            <p:cNvSpPr txBox="1">
              <a:spLocks noChangeArrowheads="1"/>
            </p:cNvSpPr>
            <p:nvPr/>
          </p:nvSpPr>
          <p:spPr bwMode="auto">
            <a:xfrm>
              <a:off x="3643775" y="2521405"/>
              <a:ext cx="335245"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26" name="Text Box 123"/>
            <p:cNvSpPr txBox="1">
              <a:spLocks noChangeArrowheads="1"/>
            </p:cNvSpPr>
            <p:nvPr/>
          </p:nvSpPr>
          <p:spPr bwMode="auto">
            <a:xfrm>
              <a:off x="4888376" y="2521405"/>
              <a:ext cx="335245"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8</a:t>
              </a:r>
            </a:p>
          </p:txBody>
        </p:sp>
        <p:sp>
          <p:nvSpPr>
            <p:cNvPr id="127" name="Text Box 124"/>
            <p:cNvSpPr txBox="1">
              <a:spLocks noChangeArrowheads="1"/>
            </p:cNvSpPr>
            <p:nvPr/>
          </p:nvSpPr>
          <p:spPr bwMode="auto">
            <a:xfrm>
              <a:off x="6120275"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16</a:t>
              </a:r>
            </a:p>
          </p:txBody>
        </p:sp>
        <p:sp>
          <p:nvSpPr>
            <p:cNvPr id="128" name="Text Box 125"/>
            <p:cNvSpPr txBox="1">
              <a:spLocks noChangeArrowheads="1"/>
            </p:cNvSpPr>
            <p:nvPr/>
          </p:nvSpPr>
          <p:spPr bwMode="auto">
            <a:xfrm>
              <a:off x="7339478"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24</a:t>
              </a:r>
            </a:p>
          </p:txBody>
        </p:sp>
        <p:sp>
          <p:nvSpPr>
            <p:cNvPr id="129" name="Text Box 126"/>
            <p:cNvSpPr txBox="1">
              <a:spLocks noChangeArrowheads="1"/>
            </p:cNvSpPr>
            <p:nvPr/>
          </p:nvSpPr>
          <p:spPr bwMode="auto">
            <a:xfrm>
              <a:off x="8418979"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31</a:t>
              </a:r>
            </a:p>
          </p:txBody>
        </p:sp>
        <p:sp>
          <p:nvSpPr>
            <p:cNvPr id="130" name="Text Box 127"/>
            <p:cNvSpPr txBox="1">
              <a:spLocks noChangeArrowheads="1"/>
            </p:cNvSpPr>
            <p:nvPr/>
          </p:nvSpPr>
          <p:spPr bwMode="auto">
            <a:xfrm>
              <a:off x="2014720" y="2876543"/>
              <a:ext cx="1445666"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D </a:t>
              </a:r>
              <a:r>
                <a:rPr kumimoji="1" lang="zh-CN" altLang="zh-CN" sz="1400" b="1" dirty="0">
                  <a:latin typeface="微软雅黑" pitchFamily="34" charset="-122"/>
                  <a:ea typeface="微软雅黑" pitchFamily="34" charset="-122"/>
                </a:rPr>
                <a:t>类 </a:t>
              </a:r>
              <a:r>
                <a:rPr kumimoji="1" lang="en-US" altLang="zh-CN" sz="1400" b="1" dirty="0">
                  <a:latin typeface="微软雅黑" pitchFamily="34" charset="-122"/>
                  <a:ea typeface="微软雅黑" pitchFamily="34" charset="-122"/>
                </a:rPr>
                <a:t>IP </a:t>
              </a:r>
              <a:r>
                <a:rPr kumimoji="1" lang="zh-CN" altLang="zh-CN" sz="1400" b="1" dirty="0">
                  <a:latin typeface="微软雅黑" pitchFamily="34" charset="-122"/>
                  <a:ea typeface="微软雅黑" pitchFamily="34" charset="-122"/>
                </a:rPr>
                <a:t>地址</a:t>
              </a:r>
              <a:endParaRPr kumimoji="1" lang="zh-CN" altLang="en-US" sz="1400" b="1" dirty="0">
                <a:latin typeface="微软雅黑" pitchFamily="34" charset="-122"/>
                <a:ea typeface="微软雅黑" pitchFamily="34" charset="-122"/>
              </a:endParaRPr>
            </a:p>
          </p:txBody>
        </p:sp>
        <p:sp>
          <p:nvSpPr>
            <p:cNvPr id="131" name="Line 128"/>
            <p:cNvSpPr>
              <a:spLocks noChangeShapeType="1"/>
            </p:cNvSpPr>
            <p:nvPr/>
          </p:nvSpPr>
          <p:spPr bwMode="auto">
            <a:xfrm flipV="1">
              <a:off x="4386641" y="2395604"/>
              <a:ext cx="0" cy="38100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2" name="Line 129"/>
            <p:cNvSpPr>
              <a:spLocks noChangeShapeType="1"/>
            </p:cNvSpPr>
            <p:nvPr/>
          </p:nvSpPr>
          <p:spPr bwMode="auto">
            <a:xfrm flipV="1">
              <a:off x="5161341" y="2395604"/>
              <a:ext cx="0" cy="90804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3" name="Line 130"/>
            <p:cNvSpPr>
              <a:spLocks noChangeShapeType="1"/>
            </p:cNvSpPr>
            <p:nvPr/>
          </p:nvSpPr>
          <p:spPr bwMode="auto">
            <a:xfrm>
              <a:off x="4399341" y="2471803"/>
              <a:ext cx="762001"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4" name="Line 131"/>
            <p:cNvSpPr>
              <a:spLocks noChangeShapeType="1"/>
            </p:cNvSpPr>
            <p:nvPr/>
          </p:nvSpPr>
          <p:spPr bwMode="auto">
            <a:xfrm>
              <a:off x="5170866" y="4870513"/>
              <a:ext cx="3581402"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5" name="Text Box 133"/>
            <p:cNvSpPr txBox="1">
              <a:spLocks noChangeArrowheads="1"/>
            </p:cNvSpPr>
            <p:nvPr/>
          </p:nvSpPr>
          <p:spPr bwMode="auto">
            <a:xfrm>
              <a:off x="5222330" y="2040738"/>
              <a:ext cx="1559210" cy="369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这</a:t>
              </a:r>
              <a:r>
                <a:rPr kumimoji="1" lang="zh-CN" altLang="zh-CN" sz="1400" b="1" dirty="0">
                  <a:solidFill>
                    <a:srgbClr val="C00000"/>
                  </a:solidFill>
                  <a:latin typeface="微软雅黑" pitchFamily="34" charset="-122"/>
                  <a:ea typeface="微软雅黑" pitchFamily="34" charset="-122"/>
                </a:rPr>
                <a:t> 5</a:t>
              </a:r>
              <a:r>
                <a:rPr kumimoji="1" lang="en-US" altLang="zh-CN" sz="1400" b="1" dirty="0">
                  <a:solidFill>
                    <a:srgbClr val="C00000"/>
                  </a:solidFill>
                  <a:latin typeface="微软雅黑" pitchFamily="34" charset="-122"/>
                  <a:ea typeface="微软雅黑" pitchFamily="34" charset="-122"/>
                </a:rPr>
                <a:t> </a:t>
              </a:r>
              <a:r>
                <a:rPr kumimoji="1" lang="zh-CN" altLang="en-US" sz="1400" b="1" dirty="0">
                  <a:solidFill>
                    <a:srgbClr val="C00000"/>
                  </a:solidFill>
                  <a:latin typeface="微软雅黑" pitchFamily="34" charset="-122"/>
                  <a:ea typeface="微软雅黑" pitchFamily="34" charset="-122"/>
                </a:rPr>
                <a:t>位不使用</a:t>
              </a:r>
            </a:p>
          </p:txBody>
        </p:sp>
        <p:sp>
          <p:nvSpPr>
            <p:cNvPr id="136" name="Arc 134"/>
            <p:cNvSpPr>
              <a:spLocks/>
            </p:cNvSpPr>
            <p:nvPr/>
          </p:nvSpPr>
          <p:spPr bwMode="auto">
            <a:xfrm flipH="1">
              <a:off x="4781929" y="2243204"/>
              <a:ext cx="498475" cy="228600"/>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7" name="Line 135"/>
            <p:cNvSpPr>
              <a:spLocks noChangeShapeType="1"/>
            </p:cNvSpPr>
            <p:nvPr/>
          </p:nvSpPr>
          <p:spPr bwMode="auto">
            <a:xfrm>
              <a:off x="1275139" y="4681601"/>
              <a:ext cx="0" cy="7413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8" name="Line 136"/>
            <p:cNvSpPr>
              <a:spLocks noChangeShapeType="1"/>
            </p:cNvSpPr>
            <p:nvPr/>
          </p:nvSpPr>
          <p:spPr bwMode="auto">
            <a:xfrm flipH="1">
              <a:off x="8737981" y="4681601"/>
              <a:ext cx="4763" cy="6905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9" name="Line 137"/>
            <p:cNvSpPr>
              <a:spLocks noChangeShapeType="1"/>
            </p:cNvSpPr>
            <p:nvPr/>
          </p:nvSpPr>
          <p:spPr bwMode="auto">
            <a:xfrm>
              <a:off x="1287840" y="5245163"/>
              <a:ext cx="746760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0" name="Text Box 138"/>
            <p:cNvSpPr txBox="1">
              <a:spLocks noChangeArrowheads="1"/>
            </p:cNvSpPr>
            <p:nvPr/>
          </p:nvSpPr>
          <p:spPr bwMode="auto">
            <a:xfrm>
              <a:off x="4057608" y="5082042"/>
              <a:ext cx="1613096" cy="33255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b="1" dirty="0">
                  <a:solidFill>
                    <a:srgbClr val="0000FF"/>
                  </a:solidFill>
                  <a:latin typeface="微软雅黑" pitchFamily="34" charset="-122"/>
                  <a:ea typeface="微软雅黑" pitchFamily="34" charset="-122"/>
                </a:rPr>
                <a:t>48 </a:t>
              </a:r>
              <a:r>
                <a:rPr kumimoji="1" lang="zh-CN" altLang="en-US" sz="1200" b="1" dirty="0">
                  <a:solidFill>
                    <a:srgbClr val="0000FF"/>
                  </a:solidFill>
                  <a:latin typeface="微软雅黑" pitchFamily="34" charset="-122"/>
                  <a:ea typeface="微软雅黑" pitchFamily="34" charset="-122"/>
                </a:rPr>
                <a:t>位</a:t>
              </a:r>
              <a:r>
                <a:rPr kumimoji="1" lang="zh-CN" altLang="zh-CN" sz="1200" b="1" dirty="0">
                  <a:solidFill>
                    <a:srgbClr val="0000FF"/>
                  </a:solidFill>
                  <a:latin typeface="微软雅黑" pitchFamily="34" charset="-122"/>
                  <a:ea typeface="微软雅黑" pitchFamily="34" charset="-122"/>
                </a:rPr>
                <a:t>以太网地址</a:t>
              </a:r>
              <a:endParaRPr kumimoji="1" lang="zh-CN" altLang="en-US" sz="1200" b="1" dirty="0">
                <a:solidFill>
                  <a:srgbClr val="0000FF"/>
                </a:solidFill>
                <a:latin typeface="微软雅黑" pitchFamily="34" charset="-122"/>
                <a:ea typeface="微软雅黑" pitchFamily="34" charset="-122"/>
              </a:endParaRPr>
            </a:p>
          </p:txBody>
        </p:sp>
        <p:sp>
          <p:nvSpPr>
            <p:cNvPr id="141" name="Text Box 139"/>
            <p:cNvSpPr txBox="1">
              <a:spLocks noChangeArrowheads="1"/>
            </p:cNvSpPr>
            <p:nvPr/>
          </p:nvSpPr>
          <p:spPr bwMode="auto">
            <a:xfrm>
              <a:off x="1448177" y="3754504"/>
              <a:ext cx="3389387" cy="406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latin typeface="微软雅黑" pitchFamily="34" charset="-122"/>
                  <a:ea typeface="微软雅黑" pitchFamily="34" charset="-122"/>
                </a:rPr>
                <a:t>0      1      0      0       5      E</a:t>
              </a:r>
            </a:p>
          </p:txBody>
        </p:sp>
        <p:sp>
          <p:nvSpPr>
            <p:cNvPr id="142" name="Text Box 140"/>
            <p:cNvSpPr txBox="1">
              <a:spLocks noChangeArrowheads="1"/>
            </p:cNvSpPr>
            <p:nvPr/>
          </p:nvSpPr>
          <p:spPr bwMode="auto">
            <a:xfrm>
              <a:off x="1879468" y="4737470"/>
              <a:ext cx="1083864"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990099"/>
                  </a:solidFill>
                  <a:latin typeface="微软雅黑" pitchFamily="34" charset="-122"/>
                  <a:ea typeface="微软雅黑" pitchFamily="34" charset="-122"/>
                </a:rPr>
                <a:t>表示多播</a:t>
              </a:r>
            </a:p>
          </p:txBody>
        </p:sp>
        <p:sp>
          <p:nvSpPr>
            <p:cNvPr id="143" name="Line 141"/>
            <p:cNvSpPr>
              <a:spLocks noChangeShapeType="1"/>
            </p:cNvSpPr>
            <p:nvPr/>
          </p:nvSpPr>
          <p:spPr bwMode="auto">
            <a:xfrm flipH="1" flipV="1">
              <a:off x="2455161" y="4503803"/>
              <a:ext cx="6350" cy="282575"/>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44" name="Text Box 132"/>
            <p:cNvSpPr txBox="1">
              <a:spLocks noChangeArrowheads="1"/>
            </p:cNvSpPr>
            <p:nvPr/>
          </p:nvSpPr>
          <p:spPr bwMode="auto">
            <a:xfrm>
              <a:off x="5719249" y="4683193"/>
              <a:ext cx="2590729" cy="33255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最</a:t>
              </a:r>
              <a:r>
                <a:rPr kumimoji="1" lang="zh-CN" altLang="zh-CN" sz="1200" b="1">
                  <a:solidFill>
                    <a:srgbClr val="0000FF"/>
                  </a:solidFill>
                  <a:latin typeface="微软雅黑" pitchFamily="34" charset="-122"/>
                  <a:ea typeface="微软雅黑" pitchFamily="34" charset="-122"/>
                </a:rPr>
                <a:t>低 23</a:t>
              </a:r>
              <a:r>
                <a:rPr kumimoji="1" lang="en-US" altLang="zh-CN" sz="1200" b="1">
                  <a:solidFill>
                    <a:srgbClr val="0000FF"/>
                  </a:solidFill>
                  <a:latin typeface="微软雅黑" pitchFamily="34" charset="-122"/>
                  <a:ea typeface="微软雅黑" pitchFamily="34" charset="-122"/>
                </a:rPr>
                <a:t> </a:t>
              </a:r>
              <a:r>
                <a:rPr kumimoji="1" lang="zh-CN" altLang="en-US" sz="1200" b="1">
                  <a:solidFill>
                    <a:srgbClr val="0000FF"/>
                  </a:solidFill>
                  <a:latin typeface="微软雅黑" pitchFamily="34" charset="-122"/>
                  <a:ea typeface="微软雅黑" pitchFamily="34" charset="-122"/>
                </a:rPr>
                <a:t>位来自 </a:t>
              </a:r>
              <a:r>
                <a:rPr kumimoji="1" lang="en-US" altLang="zh-CN" sz="1200" b="1">
                  <a:solidFill>
                    <a:srgbClr val="0000FF"/>
                  </a:solidFill>
                  <a:latin typeface="微软雅黑" pitchFamily="34" charset="-122"/>
                  <a:ea typeface="微软雅黑" pitchFamily="34" charset="-122"/>
                </a:rPr>
                <a:t>D </a:t>
              </a:r>
              <a:r>
                <a:rPr kumimoji="1" lang="zh-CN" altLang="en-US" sz="1200" b="1">
                  <a:solidFill>
                    <a:srgbClr val="0000FF"/>
                  </a:solidFill>
                  <a:latin typeface="微软雅黑" pitchFamily="34" charset="-122"/>
                  <a:ea typeface="微软雅黑" pitchFamily="34" charset="-122"/>
                </a:rPr>
                <a:t>类 </a:t>
              </a:r>
              <a:r>
                <a:rPr kumimoji="1" lang="en-US" altLang="zh-CN" sz="1200" b="1">
                  <a:solidFill>
                    <a:srgbClr val="0000FF"/>
                  </a:solidFill>
                  <a:latin typeface="微软雅黑" pitchFamily="34" charset="-122"/>
                  <a:ea typeface="微软雅黑" pitchFamily="34" charset="-122"/>
                </a:rPr>
                <a:t>IP </a:t>
              </a:r>
              <a:r>
                <a:rPr kumimoji="1" lang="zh-CN" altLang="zh-CN" sz="1200" b="1">
                  <a:solidFill>
                    <a:srgbClr val="0000FF"/>
                  </a:solidFill>
                  <a:latin typeface="微软雅黑" pitchFamily="34" charset="-122"/>
                  <a:ea typeface="微软雅黑" pitchFamily="34" charset="-122"/>
                </a:rPr>
                <a:t>地址</a:t>
              </a:r>
              <a:endParaRPr kumimoji="1" lang="zh-CN" altLang="en-US" sz="1200" b="1">
                <a:solidFill>
                  <a:srgbClr val="0000FF"/>
                </a:solidFill>
                <a:latin typeface="微软雅黑" pitchFamily="34" charset="-122"/>
                <a:ea typeface="微软雅黑" pitchFamily="34" charset="-122"/>
              </a:endParaRPr>
            </a:p>
          </p:txBody>
        </p:sp>
        <p:sp>
          <p:nvSpPr>
            <p:cNvPr id="145" name="Line 142"/>
            <p:cNvSpPr>
              <a:spLocks noChangeShapeType="1"/>
            </p:cNvSpPr>
            <p:nvPr/>
          </p:nvSpPr>
          <p:spPr bwMode="auto">
            <a:xfrm>
              <a:off x="5166102" y="4668905"/>
              <a:ext cx="0" cy="30480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6" name="AutoShape 143"/>
            <p:cNvSpPr>
              <a:spLocks noChangeArrowheads="1"/>
            </p:cNvSpPr>
            <p:nvPr/>
          </p:nvSpPr>
          <p:spPr bwMode="auto">
            <a:xfrm>
              <a:off x="6799372" y="3348105"/>
              <a:ext cx="334487" cy="781305"/>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latin typeface="微软雅黑" pitchFamily="34" charset="-122"/>
                <a:ea typeface="微软雅黑" pitchFamily="34" charset="-122"/>
              </a:endParaRPr>
            </a:p>
          </p:txBody>
        </p:sp>
      </p:grpSp>
      <p:sp>
        <p:nvSpPr>
          <p:cNvPr id="148" name="Text Box 119"/>
          <p:cNvSpPr txBox="1">
            <a:spLocks noChangeArrowheads="1"/>
          </p:cNvSpPr>
          <p:nvPr/>
        </p:nvSpPr>
        <p:spPr bwMode="auto">
          <a:xfrm>
            <a:off x="3349326" y="1826103"/>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93515" y="2910403"/>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312628" y="2910403"/>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349326" y="2910403"/>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8" name="矩形 117"/>
          <p:cNvSpPr/>
          <p:nvPr/>
        </p:nvSpPr>
        <p:spPr>
          <a:xfrm>
            <a:off x="1626283" y="4029243"/>
            <a:ext cx="6344699" cy="679801"/>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收到多播数据报的主机，还要在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地址进行过滤，把不是本主机要接收的数据报丢弃。</a:t>
            </a:r>
          </a:p>
        </p:txBody>
      </p:sp>
      <p:sp>
        <p:nvSpPr>
          <p:cNvPr id="119" name="乘号 118"/>
          <p:cNvSpPr/>
          <p:nvPr/>
        </p:nvSpPr>
        <p:spPr>
          <a:xfrm>
            <a:off x="4130642" y="1837911"/>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815369" y="1798717"/>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0" presetClass="entr" presetSubtype="0" fill="hold" grpId="0" nodeType="afterEffect">
                                  <p:stCondLst>
                                    <p:cond delay="0"/>
                                  </p:stCondLst>
                                  <p:childTnLst>
                                    <p:set>
                                      <p:cBhvr>
                                        <p:cTn id="11" dur="1" fill="hold">
                                          <p:stCondLst>
                                            <p:cond delay="0"/>
                                          </p:stCondLst>
                                        </p:cTn>
                                        <p:tgtEl>
                                          <p:spTgt spid="118"/>
                                        </p:tgtEl>
                                        <p:attrNameLst>
                                          <p:attrName>style.visibility</p:attrName>
                                        </p:attrNameLst>
                                      </p:cBhvr>
                                      <p:to>
                                        <p:strVal val="visible"/>
                                      </p:to>
                                    </p:set>
                                    <p:animEffect transition="in" filter="fade">
                                      <p:cBhvr>
                                        <p:cTn id="12" dur="10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149" grpId="0"/>
      <p:bldP spid="149" grpId="1"/>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组合 16"/>
          <p:cNvGrpSpPr/>
          <p:nvPr/>
        </p:nvGrpSpPr>
        <p:grpSpPr>
          <a:xfrm>
            <a:off x="802441" y="1046469"/>
            <a:ext cx="7344924" cy="2788875"/>
            <a:chOff x="802276" y="1148065"/>
            <a:chExt cx="7464911" cy="3115769"/>
          </a:xfrm>
        </p:grpSpPr>
        <p:sp>
          <p:nvSpPr>
            <p:cNvPr id="86" name="Text Box 7"/>
            <p:cNvSpPr txBox="1">
              <a:spLocks noChangeArrowheads="1"/>
            </p:cNvSpPr>
            <p:nvPr/>
          </p:nvSpPr>
          <p:spPr bwMode="auto">
            <a:xfrm>
              <a:off x="3082055" y="1325308"/>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87" name="Text Box 7"/>
            <p:cNvSpPr txBox="1">
              <a:spLocks noChangeArrowheads="1"/>
            </p:cNvSpPr>
            <p:nvPr/>
          </p:nvSpPr>
          <p:spPr bwMode="auto">
            <a:xfrm>
              <a:off x="5207325" y="1366899"/>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88" name="Line 47"/>
            <p:cNvSpPr>
              <a:spLocks noChangeShapeType="1"/>
            </p:cNvSpPr>
            <p:nvPr/>
          </p:nvSpPr>
          <p:spPr bwMode="auto">
            <a:xfrm>
              <a:off x="4501286" y="3209812"/>
              <a:ext cx="0" cy="41313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9" name="Line 46"/>
            <p:cNvSpPr>
              <a:spLocks noChangeShapeType="1"/>
            </p:cNvSpPr>
            <p:nvPr/>
          </p:nvSpPr>
          <p:spPr bwMode="auto">
            <a:xfrm flipV="1">
              <a:off x="2373147" y="2872270"/>
              <a:ext cx="282797" cy="46265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0" name="Line 45"/>
            <p:cNvSpPr>
              <a:spLocks noChangeShapeType="1"/>
            </p:cNvSpPr>
            <p:nvPr/>
          </p:nvSpPr>
          <p:spPr bwMode="auto">
            <a:xfrm>
              <a:off x="2373147" y="2507359"/>
              <a:ext cx="294525" cy="35448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1" name="Line 44"/>
            <p:cNvSpPr>
              <a:spLocks noChangeShapeType="1"/>
            </p:cNvSpPr>
            <p:nvPr/>
          </p:nvSpPr>
          <p:spPr bwMode="auto">
            <a:xfrm>
              <a:off x="4501286" y="1974328"/>
              <a:ext cx="0" cy="41443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2" name="Line 43"/>
            <p:cNvSpPr>
              <a:spLocks noChangeShapeType="1"/>
            </p:cNvSpPr>
            <p:nvPr/>
          </p:nvSpPr>
          <p:spPr bwMode="auto">
            <a:xfrm>
              <a:off x="5268875" y="2861843"/>
              <a:ext cx="10060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3" name="Line 42"/>
            <p:cNvSpPr>
              <a:spLocks noChangeShapeType="1"/>
            </p:cNvSpPr>
            <p:nvPr/>
          </p:nvSpPr>
          <p:spPr bwMode="auto">
            <a:xfrm>
              <a:off x="2786264" y="2861843"/>
              <a:ext cx="94612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4" name="Line 37"/>
            <p:cNvSpPr>
              <a:spLocks noChangeShapeType="1"/>
            </p:cNvSpPr>
            <p:nvPr/>
          </p:nvSpPr>
          <p:spPr bwMode="auto">
            <a:xfrm>
              <a:off x="6333596" y="2920489"/>
              <a:ext cx="354473" cy="47308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5" name="Line 36"/>
            <p:cNvSpPr>
              <a:spLocks noChangeShapeType="1"/>
            </p:cNvSpPr>
            <p:nvPr/>
          </p:nvSpPr>
          <p:spPr bwMode="auto">
            <a:xfrm flipV="1">
              <a:off x="6333596" y="2566005"/>
              <a:ext cx="295828"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6" name="Line 31"/>
            <p:cNvSpPr>
              <a:spLocks noChangeShapeType="1"/>
            </p:cNvSpPr>
            <p:nvPr/>
          </p:nvSpPr>
          <p:spPr bwMode="auto">
            <a:xfrm flipV="1">
              <a:off x="4618575" y="1619843"/>
              <a:ext cx="354473"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7" name="Line 30"/>
            <p:cNvSpPr>
              <a:spLocks noChangeShapeType="1"/>
            </p:cNvSpPr>
            <p:nvPr/>
          </p:nvSpPr>
          <p:spPr bwMode="auto">
            <a:xfrm flipH="1" flipV="1">
              <a:off x="3909630" y="1619843"/>
              <a:ext cx="531709"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2051220"/>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32393" y="1385257"/>
              <a:ext cx="410510"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Text Box 7"/>
            <p:cNvSpPr txBox="1">
              <a:spLocks noChangeArrowheads="1"/>
            </p:cNvSpPr>
            <p:nvPr/>
          </p:nvSpPr>
          <p:spPr bwMode="auto">
            <a:xfrm>
              <a:off x="4479132" y="1148065"/>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128.56.24.34</a:t>
              </a:r>
            </a:p>
          </p:txBody>
        </p:sp>
        <p:sp>
          <p:nvSpPr>
            <p:cNvPr id="101" name="Text Box 8"/>
            <p:cNvSpPr txBox="1">
              <a:spLocks noChangeArrowheads="1"/>
            </p:cNvSpPr>
            <p:nvPr/>
          </p:nvSpPr>
          <p:spPr bwMode="auto">
            <a:xfrm>
              <a:off x="1836225"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135.27.74.52</a:t>
              </a:r>
            </a:p>
          </p:txBody>
        </p:sp>
        <p:sp>
          <p:nvSpPr>
            <p:cNvPr id="102" name="Text Box 9"/>
            <p:cNvSpPr txBox="1">
              <a:spLocks noChangeArrowheads="1"/>
            </p:cNvSpPr>
            <p:nvPr/>
          </p:nvSpPr>
          <p:spPr bwMode="auto">
            <a:xfrm>
              <a:off x="6252797"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130.12.14.56</a:t>
              </a:r>
            </a:p>
          </p:txBody>
        </p:sp>
        <p:sp>
          <p:nvSpPr>
            <p:cNvPr id="103" name="Text Box 10"/>
            <p:cNvSpPr txBox="1">
              <a:spLocks noChangeArrowheads="1"/>
            </p:cNvSpPr>
            <p:nvPr/>
          </p:nvSpPr>
          <p:spPr bwMode="auto">
            <a:xfrm>
              <a:off x="6370086" y="2881392"/>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130.12.14.43</a:t>
              </a:r>
            </a:p>
          </p:txBody>
        </p:sp>
        <p:pic>
          <p:nvPicPr>
            <p:cNvPr id="10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443" y="1374831"/>
              <a:ext cx="410511"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5"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7319" y="3099036"/>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8596"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Picture 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69476" y="3096429"/>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Picture 2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21258"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 name="Line 32"/>
            <p:cNvSpPr>
              <a:spLocks noChangeShapeType="1"/>
            </p:cNvSpPr>
            <p:nvPr/>
          </p:nvSpPr>
          <p:spPr bwMode="auto">
            <a:xfrm flipV="1">
              <a:off x="4028221" y="3689409"/>
              <a:ext cx="413117"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0"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0133" y="3748056"/>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 name="Line 34"/>
            <p:cNvSpPr>
              <a:spLocks noChangeShapeType="1"/>
            </p:cNvSpPr>
            <p:nvPr/>
          </p:nvSpPr>
          <p:spPr bwMode="auto">
            <a:xfrm flipH="1" flipV="1">
              <a:off x="4559930" y="3689409"/>
              <a:ext cx="473065"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2" name="Picture 1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604" y="3768908"/>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4651" y="2743247"/>
              <a:ext cx="414420" cy="2358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328931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3448" y="274455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6" name="Group 48"/>
            <p:cNvGrpSpPr>
              <a:grpSpLocks/>
            </p:cNvGrpSpPr>
            <p:nvPr/>
          </p:nvGrpSpPr>
          <p:grpSpPr bwMode="auto">
            <a:xfrm>
              <a:off x="3673749" y="2388762"/>
              <a:ext cx="1713719" cy="827566"/>
              <a:chOff x="912" y="768"/>
              <a:chExt cx="2400" cy="1584"/>
            </a:xfrm>
            <a:solidFill>
              <a:srgbClr val="0066FF"/>
            </a:solidFill>
          </p:grpSpPr>
          <p:sp>
            <p:nvSpPr>
              <p:cNvPr id="117" name="Oval 49"/>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50"/>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51"/>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52"/>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53"/>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54"/>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55"/>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4" name="Oval 56"/>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5" name="Oval 57"/>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26" name="Group 58"/>
              <p:cNvGrpSpPr>
                <a:grpSpLocks/>
              </p:cNvGrpSpPr>
              <p:nvPr/>
            </p:nvGrpSpPr>
            <p:grpSpPr bwMode="auto">
              <a:xfrm>
                <a:off x="912" y="768"/>
                <a:ext cx="2386" cy="1553"/>
                <a:chOff x="912" y="768"/>
                <a:chExt cx="2386" cy="1553"/>
              </a:xfrm>
              <a:grpFill/>
            </p:grpSpPr>
            <p:sp>
              <p:nvSpPr>
                <p:cNvPr id="127" name="Oval 59"/>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60"/>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61"/>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62"/>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63"/>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64"/>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65"/>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4" name="Oval 66"/>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5" name="Oval 67"/>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36" name="Text Box 68"/>
            <p:cNvSpPr txBox="1">
              <a:spLocks noChangeArrowheads="1"/>
            </p:cNvSpPr>
            <p:nvPr/>
          </p:nvSpPr>
          <p:spPr bwMode="auto">
            <a:xfrm>
              <a:off x="3919838" y="2552111"/>
              <a:ext cx="1338327" cy="515778"/>
            </a:xfrm>
            <a:prstGeom prst="rect">
              <a:avLst/>
            </a:prstGeom>
            <a:solidFill>
              <a:srgbClr val="99FFCC"/>
            </a:solidFill>
            <a:ln w="9525">
              <a:solidFill>
                <a:schemeClr val="tx1"/>
              </a:solidFill>
              <a:miter lim="800000"/>
              <a:headEnd/>
              <a:tailEnd/>
            </a:ln>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多播组</a:t>
              </a:r>
            </a:p>
            <a:p>
              <a:pPr algn="ctr" eaLnBrk="1" hangingPunct="1"/>
              <a:r>
                <a:rPr lang="en-US" altLang="zh-CN" sz="1200" b="1" dirty="0">
                  <a:latin typeface="微软雅黑" panose="020B0503020204020204" pitchFamily="34" charset="-122"/>
                  <a:ea typeface="微软雅黑" panose="020B0503020204020204" pitchFamily="34" charset="-122"/>
                </a:rPr>
                <a:t>226.15.37.123</a:t>
              </a:r>
            </a:p>
          </p:txBody>
        </p:sp>
        <p:sp>
          <p:nvSpPr>
            <p:cNvPr id="137" name="Text Box 74"/>
            <p:cNvSpPr txBox="1">
              <a:spLocks noChangeArrowheads="1"/>
            </p:cNvSpPr>
            <p:nvPr/>
          </p:nvSpPr>
          <p:spPr bwMode="auto">
            <a:xfrm>
              <a:off x="2727619" y="23887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8" name="Text Box 77"/>
            <p:cNvSpPr txBox="1">
              <a:spLocks noChangeArrowheads="1"/>
            </p:cNvSpPr>
            <p:nvPr/>
          </p:nvSpPr>
          <p:spPr bwMode="auto">
            <a:xfrm>
              <a:off x="5831333" y="2373659"/>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9" name="Text Box 78"/>
            <p:cNvSpPr txBox="1">
              <a:spLocks noChangeArrowheads="1"/>
            </p:cNvSpPr>
            <p:nvPr/>
          </p:nvSpPr>
          <p:spPr bwMode="auto">
            <a:xfrm>
              <a:off x="4726741" y="1837486"/>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0" name="Text Box 79"/>
            <p:cNvSpPr txBox="1">
              <a:spLocks noChangeArrowheads="1"/>
            </p:cNvSpPr>
            <p:nvPr/>
          </p:nvSpPr>
          <p:spPr bwMode="auto">
            <a:xfrm>
              <a:off x="5768004" y="31094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1" name="Text Box 81"/>
            <p:cNvSpPr txBox="1">
              <a:spLocks noChangeArrowheads="1"/>
            </p:cNvSpPr>
            <p:nvPr/>
          </p:nvSpPr>
          <p:spPr bwMode="auto">
            <a:xfrm>
              <a:off x="4028220" y="1974328"/>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1</a:t>
              </a:r>
            </a:p>
          </p:txBody>
        </p:sp>
        <p:sp>
          <p:nvSpPr>
            <p:cNvPr id="142" name="Text Box 82"/>
            <p:cNvSpPr txBox="1">
              <a:spLocks noChangeArrowheads="1"/>
            </p:cNvSpPr>
            <p:nvPr/>
          </p:nvSpPr>
          <p:spPr bwMode="auto">
            <a:xfrm>
              <a:off x="4003461" y="323587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4</a:t>
              </a:r>
            </a:p>
          </p:txBody>
        </p:sp>
        <p:sp>
          <p:nvSpPr>
            <p:cNvPr id="143" name="Text Box 83"/>
            <p:cNvSpPr txBox="1">
              <a:spLocks noChangeArrowheads="1"/>
            </p:cNvSpPr>
            <p:nvPr/>
          </p:nvSpPr>
          <p:spPr bwMode="auto">
            <a:xfrm>
              <a:off x="5422653" y="252690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3</a:t>
              </a:r>
            </a:p>
          </p:txBody>
        </p:sp>
        <p:sp>
          <p:nvSpPr>
            <p:cNvPr id="144" name="Text Box 84"/>
            <p:cNvSpPr txBox="1">
              <a:spLocks noChangeArrowheads="1"/>
            </p:cNvSpPr>
            <p:nvPr/>
          </p:nvSpPr>
          <p:spPr bwMode="auto">
            <a:xfrm>
              <a:off x="3354463" y="2585554"/>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2</a:t>
              </a:r>
            </a:p>
          </p:txBody>
        </p:sp>
        <p:sp>
          <p:nvSpPr>
            <p:cNvPr id="145" name="Text Box 7"/>
            <p:cNvSpPr txBox="1">
              <a:spLocks noChangeArrowheads="1"/>
            </p:cNvSpPr>
            <p:nvPr/>
          </p:nvSpPr>
          <p:spPr bwMode="auto">
            <a:xfrm>
              <a:off x="802276" y="2270166"/>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146" name="Text Box 7"/>
            <p:cNvSpPr txBox="1">
              <a:spLocks noChangeArrowheads="1"/>
            </p:cNvSpPr>
            <p:nvPr/>
          </p:nvSpPr>
          <p:spPr bwMode="auto">
            <a:xfrm>
              <a:off x="6986319" y="2270166"/>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147" name="Text Box 7"/>
            <p:cNvSpPr txBox="1">
              <a:spLocks noChangeArrowheads="1"/>
            </p:cNvSpPr>
            <p:nvPr/>
          </p:nvSpPr>
          <p:spPr bwMode="auto">
            <a:xfrm>
              <a:off x="5262323" y="3748056"/>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148" name="Text Box 7"/>
            <p:cNvSpPr txBox="1">
              <a:spLocks noChangeArrowheads="1"/>
            </p:cNvSpPr>
            <p:nvPr/>
          </p:nvSpPr>
          <p:spPr bwMode="auto">
            <a:xfrm>
              <a:off x="3140700" y="3741540"/>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149" name="Text Box 7"/>
            <p:cNvSpPr txBox="1">
              <a:spLocks noChangeArrowheads="1"/>
            </p:cNvSpPr>
            <p:nvPr/>
          </p:nvSpPr>
          <p:spPr bwMode="auto">
            <a:xfrm>
              <a:off x="1368338" y="3097732"/>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未参加</a:t>
              </a:r>
              <a:endParaRPr lang="en-US" altLang="zh-CN" sz="1200" b="1" dirty="0">
                <a:latin typeface="微软雅黑" panose="020B0503020204020204" pitchFamily="34" charset="-122"/>
                <a:ea typeface="微软雅黑" panose="020B0503020204020204" pitchFamily="34" charset="-122"/>
              </a:endParaRPr>
            </a:p>
            <a:p>
              <a:pPr algn="ctr" eaLnBrk="1" hangingPunct="1"/>
              <a:r>
                <a:rPr lang="zh-CN" altLang="en-US" sz="1200" b="1" dirty="0">
                  <a:latin typeface="微软雅黑" panose="020B0503020204020204" pitchFamily="34" charset="-122"/>
                  <a:ea typeface="微软雅黑" panose="020B0503020204020204" pitchFamily="34" charset="-122"/>
                </a:rPr>
                <a:t>多播组</a:t>
              </a:r>
              <a:endParaRPr lang="en-US" altLang="zh-CN" sz="1200" b="1" dirty="0">
                <a:latin typeface="微软雅黑" panose="020B0503020204020204" pitchFamily="34" charset="-122"/>
                <a:ea typeface="微软雅黑" panose="020B0503020204020204" pitchFamily="34" charset="-122"/>
              </a:endParaRPr>
            </a:p>
          </p:txBody>
        </p:sp>
        <p:sp>
          <p:nvSpPr>
            <p:cNvPr id="150" name="Text Box 7"/>
            <p:cNvSpPr txBox="1">
              <a:spLocks noChangeArrowheads="1"/>
            </p:cNvSpPr>
            <p:nvPr/>
          </p:nvSpPr>
          <p:spPr bwMode="auto">
            <a:xfrm>
              <a:off x="6986318" y="3157682"/>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pic>
          <p:nvPicPr>
            <p:cNvPr id="1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4023" y="1859641"/>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1173" y="2803197"/>
              <a:ext cx="328408"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34475" y="3587755"/>
              <a:ext cx="327105"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84267" y="2807107"/>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a:endCxn id="104" idx="2"/>
            </p:cNvCxnSpPr>
            <p:nvPr/>
          </p:nvCxnSpPr>
          <p:spPr>
            <a:xfrm flipV="1">
              <a:off x="4559930" y="1746259"/>
              <a:ext cx="414420" cy="34666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6028646" y="2479990"/>
              <a:ext cx="518677" cy="337543"/>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06" idx="3"/>
            </p:cNvCxnSpPr>
            <p:nvPr/>
          </p:nvCxnSpPr>
          <p:spPr>
            <a:xfrm>
              <a:off x="2519106" y="2448712"/>
              <a:ext cx="504342" cy="35448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6018220" y="2993472"/>
              <a:ext cx="534315" cy="342756"/>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20" name="矩形 19"/>
          <p:cNvSpPr/>
          <p:nvPr/>
        </p:nvSpPr>
        <p:spPr>
          <a:xfrm>
            <a:off x="768976" y="3962036"/>
            <a:ext cx="7617319" cy="605294"/>
          </a:xfrm>
          <a:prstGeom prst="rect">
            <a:avLst/>
          </a:prstGeom>
        </p:spPr>
        <p:txBody>
          <a:bodyPr wrap="square">
            <a:spAutoFit/>
          </a:bodyPr>
          <a:lstStyle/>
          <a:p>
            <a:pPr>
              <a:lnSpc>
                <a:spcPts val="2000"/>
              </a:lnSpc>
            </a:pPr>
            <a:r>
              <a:rPr lang="en-US" altLang="zh-CN" sz="1400" b="1" dirty="0">
                <a:latin typeface="微软雅黑" panose="020B0503020204020204" pitchFamily="34" charset="-122"/>
                <a:ea typeface="微软雅黑" panose="020B0503020204020204" pitchFamily="34" charset="-122"/>
              </a:rPr>
              <a:t>IGMP </a:t>
            </a:r>
            <a:r>
              <a:rPr lang="zh-CN" altLang="en-US" sz="1400" b="1" dirty="0">
                <a:latin typeface="微软雅黑" panose="020B0503020204020204" pitchFamily="34" charset="-122"/>
                <a:ea typeface="微软雅黑" panose="020B0503020204020204" pitchFamily="34" charset="-122"/>
              </a:rPr>
              <a:t>协议是让连接在</a:t>
            </a:r>
            <a:r>
              <a:rPr lang="zh-CN" altLang="en-US" sz="1400" b="1" dirty="0">
                <a:solidFill>
                  <a:srgbClr val="C00000"/>
                </a:solidFill>
                <a:latin typeface="微软雅黑" panose="020B0503020204020204" pitchFamily="34" charset="-122"/>
                <a:ea typeface="微软雅黑" panose="020B0503020204020204" pitchFamily="34" charset="-122"/>
              </a:rPr>
              <a:t>本地局域网上</a:t>
            </a:r>
            <a:r>
              <a:rPr lang="zh-CN" altLang="en-US" sz="1400" b="1" dirty="0">
                <a:latin typeface="微软雅黑" panose="020B0503020204020204" pitchFamily="34" charset="-122"/>
                <a:ea typeface="微软雅黑" panose="020B0503020204020204" pitchFamily="34" charset="-122"/>
              </a:rPr>
              <a:t>的</a:t>
            </a:r>
            <a:r>
              <a:rPr lang="zh-CN" altLang="en-US" sz="1400" b="1" dirty="0">
                <a:solidFill>
                  <a:srgbClr val="0000FF"/>
                </a:solidFill>
                <a:latin typeface="微软雅黑" panose="020B0503020204020204" pitchFamily="34" charset="-122"/>
                <a:ea typeface="微软雅黑" panose="020B0503020204020204" pitchFamily="34" charset="-122"/>
              </a:rPr>
              <a:t>多播路由器</a:t>
            </a:r>
            <a:r>
              <a:rPr lang="zh-CN" altLang="en-US" sz="1400" b="1" dirty="0">
                <a:latin typeface="微软雅黑" panose="020B0503020204020204" pitchFamily="34" charset="-122"/>
                <a:ea typeface="微软雅黑" panose="020B0503020204020204" pitchFamily="34" charset="-122"/>
              </a:rPr>
              <a:t>知道</a:t>
            </a:r>
            <a:r>
              <a:rPr lang="zh-CN" altLang="en-US" sz="1400" b="1" dirty="0">
                <a:solidFill>
                  <a:srgbClr val="C00000"/>
                </a:solidFill>
                <a:latin typeface="微软雅黑" panose="020B0503020204020204" pitchFamily="34" charset="-122"/>
                <a:ea typeface="微软雅黑" panose="020B0503020204020204" pitchFamily="34" charset="-122"/>
              </a:rPr>
              <a:t>本局域网上</a:t>
            </a:r>
            <a:r>
              <a:rPr lang="zh-CN" altLang="en-US" sz="1400" b="1" dirty="0">
                <a:solidFill>
                  <a:srgbClr val="0000FF"/>
                </a:solidFill>
                <a:latin typeface="微软雅黑" panose="020B0503020204020204" pitchFamily="34" charset="-122"/>
                <a:ea typeface="微软雅黑" panose="020B0503020204020204" pitchFamily="34" charset="-122"/>
              </a:rPr>
              <a:t>是否</a:t>
            </a:r>
            <a:r>
              <a:rPr lang="zh-CN" altLang="en-US" sz="1400" b="1" dirty="0">
                <a:latin typeface="微软雅黑" panose="020B0503020204020204" pitchFamily="34" charset="-122"/>
                <a:ea typeface="微软雅黑" panose="020B0503020204020204" pitchFamily="34" charset="-122"/>
              </a:rPr>
              <a:t>有主机参加或退出了某个多播组。</a:t>
            </a:r>
            <a:r>
              <a:rPr lang="en-US" altLang="zh-CN" sz="1400" b="1" dirty="0">
                <a:latin typeface="微软雅黑" panose="020B0503020204020204" pitchFamily="34" charset="-122"/>
                <a:ea typeface="微软雅黑" panose="020B0503020204020204" pitchFamily="34" charset="-122"/>
              </a:rPr>
              <a:t>IGMP </a:t>
            </a:r>
            <a:r>
              <a:rPr lang="zh-CN" altLang="en-US" sz="1400" b="1" dirty="0">
                <a:solidFill>
                  <a:srgbClr val="C00000"/>
                </a:solidFill>
                <a:latin typeface="微软雅黑" panose="020B0503020204020204" pitchFamily="34" charset="-122"/>
                <a:ea typeface="微软雅黑" panose="020B0503020204020204" pitchFamily="34" charset="-122"/>
              </a:rPr>
              <a:t>不知道</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多播组包含的成员数，也</a:t>
            </a:r>
            <a:r>
              <a:rPr lang="zh-CN" altLang="en-US" sz="1400" b="1" dirty="0">
                <a:solidFill>
                  <a:srgbClr val="C00000"/>
                </a:solidFill>
                <a:latin typeface="微软雅黑" panose="020B0503020204020204" pitchFamily="34" charset="-122"/>
                <a:ea typeface="微软雅黑" panose="020B0503020204020204" pitchFamily="34" charset="-122"/>
              </a:rPr>
              <a:t>不知道</a:t>
            </a:r>
            <a:r>
              <a:rPr lang="zh-CN" altLang="en-US" sz="1400" b="1" dirty="0">
                <a:latin typeface="微软雅黑" panose="020B0503020204020204" pitchFamily="34" charset="-122"/>
                <a:ea typeface="微软雅黑" panose="020B0503020204020204" pitchFamily="34" charset="-122"/>
              </a:rPr>
              <a:t>这些成员都分布在哪些网络上。</a:t>
            </a:r>
          </a:p>
        </p:txBody>
      </p: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16"/>
          <p:cNvSpPr>
            <a:spLocks noChangeShapeType="1"/>
          </p:cNvSpPr>
          <p:nvPr/>
        </p:nvSpPr>
        <p:spPr bwMode="auto">
          <a:xfrm>
            <a:off x="2653864" y="2291645"/>
            <a:ext cx="535673" cy="839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 name="任意多边形 43"/>
          <p:cNvSpPr/>
          <p:nvPr/>
        </p:nvSpPr>
        <p:spPr>
          <a:xfrm>
            <a:off x="2064116" y="2289778"/>
            <a:ext cx="4351289" cy="1377058"/>
          </a:xfrm>
          <a:custGeom>
            <a:avLst/>
            <a:gdLst>
              <a:gd name="connsiteX0" fmla="*/ 147204 w 4266044"/>
              <a:gd name="connsiteY0" fmla="*/ 77932 h 1078345"/>
              <a:gd name="connsiteX1" fmla="*/ 337704 w 4266044"/>
              <a:gd name="connsiteY1" fmla="*/ 46759 h 1078345"/>
              <a:gd name="connsiteX2" fmla="*/ 393122 w 4266044"/>
              <a:gd name="connsiteY2" fmla="*/ 50223 h 1078345"/>
              <a:gd name="connsiteX3" fmla="*/ 642504 w 4266044"/>
              <a:gd name="connsiteY3" fmla="*/ 195696 h 1078345"/>
              <a:gd name="connsiteX4" fmla="*/ 749877 w 4266044"/>
              <a:gd name="connsiteY4" fmla="*/ 355023 h 1078345"/>
              <a:gd name="connsiteX5" fmla="*/ 749877 w 4266044"/>
              <a:gd name="connsiteY5" fmla="*/ 365414 h 1078345"/>
              <a:gd name="connsiteX6" fmla="*/ 819149 w 4266044"/>
              <a:gd name="connsiteY6" fmla="*/ 538596 h 1078345"/>
              <a:gd name="connsiteX7" fmla="*/ 954231 w 4266044"/>
              <a:gd name="connsiteY7" fmla="*/ 808759 h 1078345"/>
              <a:gd name="connsiteX8" fmla="*/ 1459922 w 4266044"/>
              <a:gd name="connsiteY8" fmla="*/ 947305 h 1078345"/>
              <a:gd name="connsiteX9" fmla="*/ 2530186 w 4266044"/>
              <a:gd name="connsiteY9" fmla="*/ 1016578 h 1078345"/>
              <a:gd name="connsiteX10" fmla="*/ 2744931 w 4266044"/>
              <a:gd name="connsiteY10" fmla="*/ 1013114 h 1078345"/>
              <a:gd name="connsiteX11" fmla="*/ 2873086 w 4266044"/>
              <a:gd name="connsiteY11" fmla="*/ 957696 h 1078345"/>
              <a:gd name="connsiteX12" fmla="*/ 2949286 w 4266044"/>
              <a:gd name="connsiteY12" fmla="*/ 697923 h 1078345"/>
              <a:gd name="connsiteX13" fmla="*/ 2945822 w 4266044"/>
              <a:gd name="connsiteY13" fmla="*/ 445078 h 1078345"/>
              <a:gd name="connsiteX14" fmla="*/ 3060122 w 4266044"/>
              <a:gd name="connsiteY14" fmla="*/ 126423 h 1078345"/>
              <a:gd name="connsiteX15" fmla="*/ 3784022 w 4266044"/>
              <a:gd name="connsiteY15" fmla="*/ 88323 h 1078345"/>
              <a:gd name="connsiteX16" fmla="*/ 4009159 w 4266044"/>
              <a:gd name="connsiteY16" fmla="*/ 126423 h 1078345"/>
              <a:gd name="connsiteX17" fmla="*/ 4109604 w 4266044"/>
              <a:gd name="connsiteY17" fmla="*/ 237259 h 1078345"/>
              <a:gd name="connsiteX18" fmla="*/ 4213513 w 4266044"/>
              <a:gd name="connsiteY18" fmla="*/ 427759 h 1078345"/>
              <a:gd name="connsiteX19" fmla="*/ 4258540 w 4266044"/>
              <a:gd name="connsiteY19" fmla="*/ 635578 h 1078345"/>
              <a:gd name="connsiteX20" fmla="*/ 4258540 w 4266044"/>
              <a:gd name="connsiteY20" fmla="*/ 791441 h 1078345"/>
              <a:gd name="connsiteX21" fmla="*/ 4251613 w 4266044"/>
              <a:gd name="connsiteY21" fmla="*/ 815687 h 1078345"/>
              <a:gd name="connsiteX22" fmla="*/ 4223904 w 4266044"/>
              <a:gd name="connsiteY22" fmla="*/ 871105 h 1078345"/>
              <a:gd name="connsiteX23" fmla="*/ 4137313 w 4266044"/>
              <a:gd name="connsiteY23" fmla="*/ 912668 h 1078345"/>
              <a:gd name="connsiteX24" fmla="*/ 3905249 w 4266044"/>
              <a:gd name="connsiteY24" fmla="*/ 964623 h 1078345"/>
              <a:gd name="connsiteX25" fmla="*/ 3448049 w 4266044"/>
              <a:gd name="connsiteY25" fmla="*/ 1033896 h 1078345"/>
              <a:gd name="connsiteX26" fmla="*/ 2734540 w 4266044"/>
              <a:gd name="connsiteY26" fmla="*/ 1065068 h 1078345"/>
              <a:gd name="connsiteX27" fmla="*/ 555913 w 4266044"/>
              <a:gd name="connsiteY27" fmla="*/ 954232 h 1078345"/>
              <a:gd name="connsiteX28" fmla="*/ 555913 w 4266044"/>
              <a:gd name="connsiteY28" fmla="*/ 954232 h 1078345"/>
              <a:gd name="connsiteX29" fmla="*/ 285749 w 4266044"/>
              <a:gd name="connsiteY29" fmla="*/ 919596 h 1078345"/>
              <a:gd name="connsiteX30" fmla="*/ 46759 w 4266044"/>
              <a:gd name="connsiteY30" fmla="*/ 774123 h 1078345"/>
              <a:gd name="connsiteX31" fmla="*/ 15586 w 4266044"/>
              <a:gd name="connsiteY31" fmla="*/ 514350 h 1078345"/>
              <a:gd name="connsiteX32" fmla="*/ 147204 w 4266044"/>
              <a:gd name="connsiteY32" fmla="*/ 77932 h 1078345"/>
              <a:gd name="connsiteX0" fmla="*/ 147204 w 4266044"/>
              <a:gd name="connsiteY0" fmla="*/ 77932 h 1122920"/>
              <a:gd name="connsiteX1" fmla="*/ 337704 w 4266044"/>
              <a:gd name="connsiteY1" fmla="*/ 46759 h 1122920"/>
              <a:gd name="connsiteX2" fmla="*/ 393122 w 4266044"/>
              <a:gd name="connsiteY2" fmla="*/ 50223 h 1122920"/>
              <a:gd name="connsiteX3" fmla="*/ 642504 w 4266044"/>
              <a:gd name="connsiteY3" fmla="*/ 195696 h 1122920"/>
              <a:gd name="connsiteX4" fmla="*/ 749877 w 4266044"/>
              <a:gd name="connsiteY4" fmla="*/ 355023 h 1122920"/>
              <a:gd name="connsiteX5" fmla="*/ 749877 w 4266044"/>
              <a:gd name="connsiteY5" fmla="*/ 365414 h 1122920"/>
              <a:gd name="connsiteX6" fmla="*/ 819149 w 4266044"/>
              <a:gd name="connsiteY6" fmla="*/ 538596 h 1122920"/>
              <a:gd name="connsiteX7" fmla="*/ 954231 w 4266044"/>
              <a:gd name="connsiteY7" fmla="*/ 808759 h 1122920"/>
              <a:gd name="connsiteX8" fmla="*/ 1459922 w 4266044"/>
              <a:gd name="connsiteY8" fmla="*/ 947305 h 1122920"/>
              <a:gd name="connsiteX9" fmla="*/ 2530186 w 4266044"/>
              <a:gd name="connsiteY9" fmla="*/ 1016578 h 1122920"/>
              <a:gd name="connsiteX10" fmla="*/ 2744931 w 4266044"/>
              <a:gd name="connsiteY10" fmla="*/ 1013114 h 1122920"/>
              <a:gd name="connsiteX11" fmla="*/ 2873086 w 4266044"/>
              <a:gd name="connsiteY11" fmla="*/ 957696 h 1122920"/>
              <a:gd name="connsiteX12" fmla="*/ 2949286 w 4266044"/>
              <a:gd name="connsiteY12" fmla="*/ 697923 h 1122920"/>
              <a:gd name="connsiteX13" fmla="*/ 2945822 w 4266044"/>
              <a:gd name="connsiteY13" fmla="*/ 445078 h 1122920"/>
              <a:gd name="connsiteX14" fmla="*/ 3060122 w 4266044"/>
              <a:gd name="connsiteY14" fmla="*/ 126423 h 1122920"/>
              <a:gd name="connsiteX15" fmla="*/ 3784022 w 4266044"/>
              <a:gd name="connsiteY15" fmla="*/ 88323 h 1122920"/>
              <a:gd name="connsiteX16" fmla="*/ 4009159 w 4266044"/>
              <a:gd name="connsiteY16" fmla="*/ 126423 h 1122920"/>
              <a:gd name="connsiteX17" fmla="*/ 4109604 w 4266044"/>
              <a:gd name="connsiteY17" fmla="*/ 237259 h 1122920"/>
              <a:gd name="connsiteX18" fmla="*/ 4213513 w 4266044"/>
              <a:gd name="connsiteY18" fmla="*/ 427759 h 1122920"/>
              <a:gd name="connsiteX19" fmla="*/ 4258540 w 4266044"/>
              <a:gd name="connsiteY19" fmla="*/ 635578 h 1122920"/>
              <a:gd name="connsiteX20" fmla="*/ 4258540 w 4266044"/>
              <a:gd name="connsiteY20" fmla="*/ 791441 h 1122920"/>
              <a:gd name="connsiteX21" fmla="*/ 4251613 w 4266044"/>
              <a:gd name="connsiteY21" fmla="*/ 815687 h 1122920"/>
              <a:gd name="connsiteX22" fmla="*/ 4223904 w 4266044"/>
              <a:gd name="connsiteY22" fmla="*/ 871105 h 1122920"/>
              <a:gd name="connsiteX23" fmla="*/ 4137313 w 4266044"/>
              <a:gd name="connsiteY23" fmla="*/ 912668 h 1122920"/>
              <a:gd name="connsiteX24" fmla="*/ 3905249 w 4266044"/>
              <a:gd name="connsiteY24" fmla="*/ 964623 h 1122920"/>
              <a:gd name="connsiteX25" fmla="*/ 3448049 w 4266044"/>
              <a:gd name="connsiteY25" fmla="*/ 1033896 h 1122920"/>
              <a:gd name="connsiteX26" fmla="*/ 2734540 w 4266044"/>
              <a:gd name="connsiteY26" fmla="*/ 1065068 h 1122920"/>
              <a:gd name="connsiteX27" fmla="*/ 1916200 w 4266044"/>
              <a:gd name="connsiteY27" fmla="*/ 1104447 h 1122920"/>
              <a:gd name="connsiteX28" fmla="*/ 555913 w 4266044"/>
              <a:gd name="connsiteY28" fmla="*/ 954232 h 1122920"/>
              <a:gd name="connsiteX29" fmla="*/ 555913 w 4266044"/>
              <a:gd name="connsiteY29" fmla="*/ 954232 h 1122920"/>
              <a:gd name="connsiteX30" fmla="*/ 285749 w 4266044"/>
              <a:gd name="connsiteY30" fmla="*/ 919596 h 1122920"/>
              <a:gd name="connsiteX31" fmla="*/ 46759 w 4266044"/>
              <a:gd name="connsiteY31" fmla="*/ 774123 h 1122920"/>
              <a:gd name="connsiteX32" fmla="*/ 15586 w 4266044"/>
              <a:gd name="connsiteY32" fmla="*/ 514350 h 1122920"/>
              <a:gd name="connsiteX33" fmla="*/ 147204 w 4266044"/>
              <a:gd name="connsiteY33" fmla="*/ 77932 h 1122920"/>
              <a:gd name="connsiteX0" fmla="*/ 147204 w 4266044"/>
              <a:gd name="connsiteY0" fmla="*/ 77932 h 1188212"/>
              <a:gd name="connsiteX1" fmla="*/ 337704 w 4266044"/>
              <a:gd name="connsiteY1" fmla="*/ 46759 h 1188212"/>
              <a:gd name="connsiteX2" fmla="*/ 393122 w 4266044"/>
              <a:gd name="connsiteY2" fmla="*/ 50223 h 1188212"/>
              <a:gd name="connsiteX3" fmla="*/ 642504 w 4266044"/>
              <a:gd name="connsiteY3" fmla="*/ 195696 h 1188212"/>
              <a:gd name="connsiteX4" fmla="*/ 749877 w 4266044"/>
              <a:gd name="connsiteY4" fmla="*/ 355023 h 1188212"/>
              <a:gd name="connsiteX5" fmla="*/ 749877 w 4266044"/>
              <a:gd name="connsiteY5" fmla="*/ 365414 h 1188212"/>
              <a:gd name="connsiteX6" fmla="*/ 819149 w 4266044"/>
              <a:gd name="connsiteY6" fmla="*/ 538596 h 1188212"/>
              <a:gd name="connsiteX7" fmla="*/ 954231 w 4266044"/>
              <a:gd name="connsiteY7" fmla="*/ 808759 h 1188212"/>
              <a:gd name="connsiteX8" fmla="*/ 1459922 w 4266044"/>
              <a:gd name="connsiteY8" fmla="*/ 947305 h 1188212"/>
              <a:gd name="connsiteX9" fmla="*/ 2530186 w 4266044"/>
              <a:gd name="connsiteY9" fmla="*/ 1016578 h 1188212"/>
              <a:gd name="connsiteX10" fmla="*/ 2744931 w 4266044"/>
              <a:gd name="connsiteY10" fmla="*/ 1013114 h 1188212"/>
              <a:gd name="connsiteX11" fmla="*/ 2873086 w 4266044"/>
              <a:gd name="connsiteY11" fmla="*/ 957696 h 1188212"/>
              <a:gd name="connsiteX12" fmla="*/ 2949286 w 4266044"/>
              <a:gd name="connsiteY12" fmla="*/ 697923 h 1188212"/>
              <a:gd name="connsiteX13" fmla="*/ 2945822 w 4266044"/>
              <a:gd name="connsiteY13" fmla="*/ 445078 h 1188212"/>
              <a:gd name="connsiteX14" fmla="*/ 3060122 w 4266044"/>
              <a:gd name="connsiteY14" fmla="*/ 126423 h 1188212"/>
              <a:gd name="connsiteX15" fmla="*/ 3784022 w 4266044"/>
              <a:gd name="connsiteY15" fmla="*/ 88323 h 1188212"/>
              <a:gd name="connsiteX16" fmla="*/ 4009159 w 4266044"/>
              <a:gd name="connsiteY16" fmla="*/ 126423 h 1188212"/>
              <a:gd name="connsiteX17" fmla="*/ 4109604 w 4266044"/>
              <a:gd name="connsiteY17" fmla="*/ 237259 h 1188212"/>
              <a:gd name="connsiteX18" fmla="*/ 4213513 w 4266044"/>
              <a:gd name="connsiteY18" fmla="*/ 427759 h 1188212"/>
              <a:gd name="connsiteX19" fmla="*/ 4258540 w 4266044"/>
              <a:gd name="connsiteY19" fmla="*/ 635578 h 1188212"/>
              <a:gd name="connsiteX20" fmla="*/ 4258540 w 4266044"/>
              <a:gd name="connsiteY20" fmla="*/ 791441 h 1188212"/>
              <a:gd name="connsiteX21" fmla="*/ 4251613 w 4266044"/>
              <a:gd name="connsiteY21" fmla="*/ 815687 h 1188212"/>
              <a:gd name="connsiteX22" fmla="*/ 4223904 w 4266044"/>
              <a:gd name="connsiteY22" fmla="*/ 871105 h 1188212"/>
              <a:gd name="connsiteX23" fmla="*/ 4137313 w 4266044"/>
              <a:gd name="connsiteY23" fmla="*/ 912668 h 1188212"/>
              <a:gd name="connsiteX24" fmla="*/ 3905249 w 4266044"/>
              <a:gd name="connsiteY24" fmla="*/ 964623 h 1188212"/>
              <a:gd name="connsiteX25" fmla="*/ 3448049 w 4266044"/>
              <a:gd name="connsiteY25" fmla="*/ 1033896 h 1188212"/>
              <a:gd name="connsiteX26" fmla="*/ 2780296 w 4266044"/>
              <a:gd name="connsiteY26" fmla="*/ 1176454 h 1188212"/>
              <a:gd name="connsiteX27" fmla="*/ 1916200 w 4266044"/>
              <a:gd name="connsiteY27" fmla="*/ 1104447 h 1188212"/>
              <a:gd name="connsiteX28" fmla="*/ 555913 w 4266044"/>
              <a:gd name="connsiteY28" fmla="*/ 954232 h 1188212"/>
              <a:gd name="connsiteX29" fmla="*/ 555913 w 4266044"/>
              <a:gd name="connsiteY29" fmla="*/ 954232 h 1188212"/>
              <a:gd name="connsiteX30" fmla="*/ 285749 w 4266044"/>
              <a:gd name="connsiteY30" fmla="*/ 919596 h 1188212"/>
              <a:gd name="connsiteX31" fmla="*/ 46759 w 4266044"/>
              <a:gd name="connsiteY31" fmla="*/ 774123 h 1188212"/>
              <a:gd name="connsiteX32" fmla="*/ 15586 w 4266044"/>
              <a:gd name="connsiteY32" fmla="*/ 514350 h 1188212"/>
              <a:gd name="connsiteX33" fmla="*/ 147204 w 4266044"/>
              <a:gd name="connsiteY33" fmla="*/ 77932 h 1188212"/>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05249 w 4266044"/>
              <a:gd name="connsiteY24" fmla="*/ 964623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836080 w 4266044"/>
              <a:gd name="connsiteY28" fmla="*/ 1104446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200457"/>
              <a:gd name="connsiteX1" fmla="*/ 337704 w 4266044"/>
              <a:gd name="connsiteY1" fmla="*/ 46759 h 1200457"/>
              <a:gd name="connsiteX2" fmla="*/ 393122 w 4266044"/>
              <a:gd name="connsiteY2" fmla="*/ 50223 h 1200457"/>
              <a:gd name="connsiteX3" fmla="*/ 642504 w 4266044"/>
              <a:gd name="connsiteY3" fmla="*/ 195696 h 1200457"/>
              <a:gd name="connsiteX4" fmla="*/ 749877 w 4266044"/>
              <a:gd name="connsiteY4" fmla="*/ 355023 h 1200457"/>
              <a:gd name="connsiteX5" fmla="*/ 749877 w 4266044"/>
              <a:gd name="connsiteY5" fmla="*/ 365414 h 1200457"/>
              <a:gd name="connsiteX6" fmla="*/ 819149 w 4266044"/>
              <a:gd name="connsiteY6" fmla="*/ 538596 h 1200457"/>
              <a:gd name="connsiteX7" fmla="*/ 954231 w 4266044"/>
              <a:gd name="connsiteY7" fmla="*/ 808759 h 1200457"/>
              <a:gd name="connsiteX8" fmla="*/ 1459922 w 4266044"/>
              <a:gd name="connsiteY8" fmla="*/ 947305 h 1200457"/>
              <a:gd name="connsiteX9" fmla="*/ 2530186 w 4266044"/>
              <a:gd name="connsiteY9" fmla="*/ 1016578 h 1200457"/>
              <a:gd name="connsiteX10" fmla="*/ 2744931 w 4266044"/>
              <a:gd name="connsiteY10" fmla="*/ 1013114 h 1200457"/>
              <a:gd name="connsiteX11" fmla="*/ 2873086 w 4266044"/>
              <a:gd name="connsiteY11" fmla="*/ 957696 h 1200457"/>
              <a:gd name="connsiteX12" fmla="*/ 2949286 w 4266044"/>
              <a:gd name="connsiteY12" fmla="*/ 697923 h 1200457"/>
              <a:gd name="connsiteX13" fmla="*/ 2945822 w 4266044"/>
              <a:gd name="connsiteY13" fmla="*/ 445078 h 1200457"/>
              <a:gd name="connsiteX14" fmla="*/ 3060122 w 4266044"/>
              <a:gd name="connsiteY14" fmla="*/ 126423 h 1200457"/>
              <a:gd name="connsiteX15" fmla="*/ 3784022 w 4266044"/>
              <a:gd name="connsiteY15" fmla="*/ 88323 h 1200457"/>
              <a:gd name="connsiteX16" fmla="*/ 4009159 w 4266044"/>
              <a:gd name="connsiteY16" fmla="*/ 126423 h 1200457"/>
              <a:gd name="connsiteX17" fmla="*/ 4109604 w 4266044"/>
              <a:gd name="connsiteY17" fmla="*/ 237259 h 1200457"/>
              <a:gd name="connsiteX18" fmla="*/ 4213513 w 4266044"/>
              <a:gd name="connsiteY18" fmla="*/ 427759 h 1200457"/>
              <a:gd name="connsiteX19" fmla="*/ 4258540 w 4266044"/>
              <a:gd name="connsiteY19" fmla="*/ 635578 h 1200457"/>
              <a:gd name="connsiteX20" fmla="*/ 4258540 w 4266044"/>
              <a:gd name="connsiteY20" fmla="*/ 791441 h 1200457"/>
              <a:gd name="connsiteX21" fmla="*/ 4251613 w 4266044"/>
              <a:gd name="connsiteY21" fmla="*/ 815687 h 1200457"/>
              <a:gd name="connsiteX22" fmla="*/ 4223904 w 4266044"/>
              <a:gd name="connsiteY22" fmla="*/ 871105 h 1200457"/>
              <a:gd name="connsiteX23" fmla="*/ 4137313 w 4266044"/>
              <a:gd name="connsiteY23" fmla="*/ 912668 h 1200457"/>
              <a:gd name="connsiteX24" fmla="*/ 3932424 w 4266044"/>
              <a:gd name="connsiteY24" fmla="*/ 1032438 h 1200457"/>
              <a:gd name="connsiteX25" fmla="*/ 3500376 w 4266044"/>
              <a:gd name="connsiteY25" fmla="*/ 1176454 h 1200457"/>
              <a:gd name="connsiteX26" fmla="*/ 2780296 w 4266044"/>
              <a:gd name="connsiteY26" fmla="*/ 1176454 h 1200457"/>
              <a:gd name="connsiteX27" fmla="*/ 1916200 w 4266044"/>
              <a:gd name="connsiteY27" fmla="*/ 1176454 h 1200457"/>
              <a:gd name="connsiteX28" fmla="*/ 836080 w 4266044"/>
              <a:gd name="connsiteY28" fmla="*/ 1104446 h 1200457"/>
              <a:gd name="connsiteX29" fmla="*/ 548048 w 4266044"/>
              <a:gd name="connsiteY29" fmla="*/ 1032438 h 1200457"/>
              <a:gd name="connsiteX30" fmla="*/ 285749 w 4266044"/>
              <a:gd name="connsiteY30" fmla="*/ 919596 h 1200457"/>
              <a:gd name="connsiteX31" fmla="*/ 46759 w 4266044"/>
              <a:gd name="connsiteY31" fmla="*/ 774123 h 1200457"/>
              <a:gd name="connsiteX32" fmla="*/ 15586 w 4266044"/>
              <a:gd name="connsiteY32" fmla="*/ 514350 h 1200457"/>
              <a:gd name="connsiteX33" fmla="*/ 147204 w 4266044"/>
              <a:gd name="connsiteY33" fmla="*/ 77932 h 1200457"/>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4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3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642504 w 4266044"/>
              <a:gd name="connsiteY2" fmla="*/ 195696 h 1248462"/>
              <a:gd name="connsiteX3" fmla="*/ 749877 w 4266044"/>
              <a:gd name="connsiteY3" fmla="*/ 355023 h 1248462"/>
              <a:gd name="connsiteX4" fmla="*/ 749877 w 4266044"/>
              <a:gd name="connsiteY4" fmla="*/ 365414 h 1248462"/>
              <a:gd name="connsiteX5" fmla="*/ 819149 w 4266044"/>
              <a:gd name="connsiteY5" fmla="*/ 538596 h 1248462"/>
              <a:gd name="connsiteX6" fmla="*/ 954231 w 4266044"/>
              <a:gd name="connsiteY6" fmla="*/ 808759 h 1248462"/>
              <a:gd name="connsiteX7" fmla="*/ 1459922 w 4266044"/>
              <a:gd name="connsiteY7" fmla="*/ 947305 h 1248462"/>
              <a:gd name="connsiteX8" fmla="*/ 2530186 w 4266044"/>
              <a:gd name="connsiteY8" fmla="*/ 1016578 h 1248462"/>
              <a:gd name="connsiteX9" fmla="*/ 2744931 w 4266044"/>
              <a:gd name="connsiteY9" fmla="*/ 1013114 h 1248462"/>
              <a:gd name="connsiteX10" fmla="*/ 2873086 w 4266044"/>
              <a:gd name="connsiteY10" fmla="*/ 957696 h 1248462"/>
              <a:gd name="connsiteX11" fmla="*/ 2949286 w 4266044"/>
              <a:gd name="connsiteY11" fmla="*/ 697923 h 1248462"/>
              <a:gd name="connsiteX12" fmla="*/ 2945822 w 4266044"/>
              <a:gd name="connsiteY12" fmla="*/ 445078 h 1248462"/>
              <a:gd name="connsiteX13" fmla="*/ 3060122 w 4266044"/>
              <a:gd name="connsiteY13" fmla="*/ 126423 h 1248462"/>
              <a:gd name="connsiteX14" fmla="*/ 3784022 w 4266044"/>
              <a:gd name="connsiteY14" fmla="*/ 88323 h 1248462"/>
              <a:gd name="connsiteX15" fmla="*/ 4009159 w 4266044"/>
              <a:gd name="connsiteY15" fmla="*/ 126423 h 1248462"/>
              <a:gd name="connsiteX16" fmla="*/ 4109604 w 4266044"/>
              <a:gd name="connsiteY16" fmla="*/ 237259 h 1248462"/>
              <a:gd name="connsiteX17" fmla="*/ 4213513 w 4266044"/>
              <a:gd name="connsiteY17" fmla="*/ 427759 h 1248462"/>
              <a:gd name="connsiteX18" fmla="*/ 4258540 w 4266044"/>
              <a:gd name="connsiteY18" fmla="*/ 635578 h 1248462"/>
              <a:gd name="connsiteX19" fmla="*/ 4258540 w 4266044"/>
              <a:gd name="connsiteY19" fmla="*/ 791441 h 1248462"/>
              <a:gd name="connsiteX20" fmla="*/ 4251613 w 4266044"/>
              <a:gd name="connsiteY20" fmla="*/ 815687 h 1248462"/>
              <a:gd name="connsiteX21" fmla="*/ 4223904 w 4266044"/>
              <a:gd name="connsiteY21" fmla="*/ 871105 h 1248462"/>
              <a:gd name="connsiteX22" fmla="*/ 4137313 w 4266044"/>
              <a:gd name="connsiteY22" fmla="*/ 912668 h 1248462"/>
              <a:gd name="connsiteX23" fmla="*/ 3932424 w 4266044"/>
              <a:gd name="connsiteY23" fmla="*/ 1032438 h 1248462"/>
              <a:gd name="connsiteX24" fmla="*/ 3500376 w 4266044"/>
              <a:gd name="connsiteY24" fmla="*/ 1176454 h 1248462"/>
              <a:gd name="connsiteX25" fmla="*/ 2780296 w 4266044"/>
              <a:gd name="connsiteY25" fmla="*/ 1248462 h 1248462"/>
              <a:gd name="connsiteX26" fmla="*/ 1916200 w 4266044"/>
              <a:gd name="connsiteY26" fmla="*/ 1176453 h 1248462"/>
              <a:gd name="connsiteX27" fmla="*/ 836080 w 4266044"/>
              <a:gd name="connsiteY27" fmla="*/ 1104446 h 1248462"/>
              <a:gd name="connsiteX28" fmla="*/ 548048 w 4266044"/>
              <a:gd name="connsiteY28" fmla="*/ 1032438 h 1248462"/>
              <a:gd name="connsiteX29" fmla="*/ 285749 w 4266044"/>
              <a:gd name="connsiteY29" fmla="*/ 919596 h 1248462"/>
              <a:gd name="connsiteX30" fmla="*/ 46759 w 4266044"/>
              <a:gd name="connsiteY30" fmla="*/ 774123 h 1248462"/>
              <a:gd name="connsiteX31" fmla="*/ 15586 w 4266044"/>
              <a:gd name="connsiteY31" fmla="*/ 514350 h 1248462"/>
              <a:gd name="connsiteX32" fmla="*/ 147204 w 4266044"/>
              <a:gd name="connsiteY32" fmla="*/ 77932 h 1248462"/>
              <a:gd name="connsiteX0" fmla="*/ 114268 w 4264312"/>
              <a:gd name="connsiteY0" fmla="*/ 126142 h 1206262"/>
              <a:gd name="connsiteX1" fmla="*/ 335972 w 4264312"/>
              <a:gd name="connsiteY1" fmla="*/ 4559 h 1206262"/>
              <a:gd name="connsiteX2" fmla="*/ 640772 w 4264312"/>
              <a:gd name="connsiteY2" fmla="*/ 153496 h 1206262"/>
              <a:gd name="connsiteX3" fmla="*/ 748145 w 4264312"/>
              <a:gd name="connsiteY3" fmla="*/ 312823 h 1206262"/>
              <a:gd name="connsiteX4" fmla="*/ 748145 w 4264312"/>
              <a:gd name="connsiteY4" fmla="*/ 323214 h 1206262"/>
              <a:gd name="connsiteX5" fmla="*/ 817417 w 4264312"/>
              <a:gd name="connsiteY5" fmla="*/ 496396 h 1206262"/>
              <a:gd name="connsiteX6" fmla="*/ 952499 w 4264312"/>
              <a:gd name="connsiteY6" fmla="*/ 766559 h 1206262"/>
              <a:gd name="connsiteX7" fmla="*/ 1458190 w 4264312"/>
              <a:gd name="connsiteY7" fmla="*/ 905105 h 1206262"/>
              <a:gd name="connsiteX8" fmla="*/ 2528454 w 4264312"/>
              <a:gd name="connsiteY8" fmla="*/ 974378 h 1206262"/>
              <a:gd name="connsiteX9" fmla="*/ 2743199 w 4264312"/>
              <a:gd name="connsiteY9" fmla="*/ 970914 h 1206262"/>
              <a:gd name="connsiteX10" fmla="*/ 2871354 w 4264312"/>
              <a:gd name="connsiteY10" fmla="*/ 915496 h 1206262"/>
              <a:gd name="connsiteX11" fmla="*/ 2947554 w 4264312"/>
              <a:gd name="connsiteY11" fmla="*/ 655723 h 1206262"/>
              <a:gd name="connsiteX12" fmla="*/ 2944090 w 4264312"/>
              <a:gd name="connsiteY12" fmla="*/ 402878 h 1206262"/>
              <a:gd name="connsiteX13" fmla="*/ 3058390 w 4264312"/>
              <a:gd name="connsiteY13" fmla="*/ 84223 h 1206262"/>
              <a:gd name="connsiteX14" fmla="*/ 3782290 w 4264312"/>
              <a:gd name="connsiteY14" fmla="*/ 46123 h 1206262"/>
              <a:gd name="connsiteX15" fmla="*/ 4007427 w 4264312"/>
              <a:gd name="connsiteY15" fmla="*/ 84223 h 1206262"/>
              <a:gd name="connsiteX16" fmla="*/ 4107872 w 4264312"/>
              <a:gd name="connsiteY16" fmla="*/ 195059 h 1206262"/>
              <a:gd name="connsiteX17" fmla="*/ 4211781 w 4264312"/>
              <a:gd name="connsiteY17" fmla="*/ 385559 h 1206262"/>
              <a:gd name="connsiteX18" fmla="*/ 4256808 w 4264312"/>
              <a:gd name="connsiteY18" fmla="*/ 593378 h 1206262"/>
              <a:gd name="connsiteX19" fmla="*/ 4256808 w 4264312"/>
              <a:gd name="connsiteY19" fmla="*/ 749241 h 1206262"/>
              <a:gd name="connsiteX20" fmla="*/ 4249881 w 4264312"/>
              <a:gd name="connsiteY20" fmla="*/ 773487 h 1206262"/>
              <a:gd name="connsiteX21" fmla="*/ 4222172 w 4264312"/>
              <a:gd name="connsiteY21" fmla="*/ 828905 h 1206262"/>
              <a:gd name="connsiteX22" fmla="*/ 4135581 w 4264312"/>
              <a:gd name="connsiteY22" fmla="*/ 870468 h 1206262"/>
              <a:gd name="connsiteX23" fmla="*/ 3930692 w 4264312"/>
              <a:gd name="connsiteY23" fmla="*/ 990238 h 1206262"/>
              <a:gd name="connsiteX24" fmla="*/ 3498644 w 4264312"/>
              <a:gd name="connsiteY24" fmla="*/ 1134254 h 1206262"/>
              <a:gd name="connsiteX25" fmla="*/ 2778564 w 4264312"/>
              <a:gd name="connsiteY25" fmla="*/ 1206262 h 1206262"/>
              <a:gd name="connsiteX26" fmla="*/ 1914468 w 4264312"/>
              <a:gd name="connsiteY26" fmla="*/ 1134253 h 1206262"/>
              <a:gd name="connsiteX27" fmla="*/ 834348 w 4264312"/>
              <a:gd name="connsiteY27" fmla="*/ 1062246 h 1206262"/>
              <a:gd name="connsiteX28" fmla="*/ 546316 w 4264312"/>
              <a:gd name="connsiteY28" fmla="*/ 990238 h 1206262"/>
              <a:gd name="connsiteX29" fmla="*/ 284017 w 4264312"/>
              <a:gd name="connsiteY29" fmla="*/ 877396 h 1206262"/>
              <a:gd name="connsiteX30" fmla="*/ 45027 w 4264312"/>
              <a:gd name="connsiteY30" fmla="*/ 731923 h 1206262"/>
              <a:gd name="connsiteX31" fmla="*/ 13854 w 4264312"/>
              <a:gd name="connsiteY31" fmla="*/ 472150 h 1206262"/>
              <a:gd name="connsiteX32" fmla="*/ 114268 w 4264312"/>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29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2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24735"/>
              <a:gd name="connsiteX1" fmla="*/ 343685 w 4272025"/>
              <a:gd name="connsiteY1" fmla="*/ 4559 h 1224735"/>
              <a:gd name="connsiteX2" fmla="*/ 648485 w 4272025"/>
              <a:gd name="connsiteY2" fmla="*/ 153496 h 1224735"/>
              <a:gd name="connsiteX3" fmla="*/ 755858 w 4272025"/>
              <a:gd name="connsiteY3" fmla="*/ 312823 h 1224735"/>
              <a:gd name="connsiteX4" fmla="*/ 755858 w 4272025"/>
              <a:gd name="connsiteY4" fmla="*/ 323214 h 1224735"/>
              <a:gd name="connsiteX5" fmla="*/ 825130 w 4272025"/>
              <a:gd name="connsiteY5" fmla="*/ 496396 h 1224735"/>
              <a:gd name="connsiteX6" fmla="*/ 960212 w 4272025"/>
              <a:gd name="connsiteY6" fmla="*/ 766559 h 1224735"/>
              <a:gd name="connsiteX7" fmla="*/ 1465903 w 4272025"/>
              <a:gd name="connsiteY7" fmla="*/ 905105 h 1224735"/>
              <a:gd name="connsiteX8" fmla="*/ 2536167 w 4272025"/>
              <a:gd name="connsiteY8" fmla="*/ 974378 h 1224735"/>
              <a:gd name="connsiteX9" fmla="*/ 2750912 w 4272025"/>
              <a:gd name="connsiteY9" fmla="*/ 970914 h 1224735"/>
              <a:gd name="connsiteX10" fmla="*/ 2879067 w 4272025"/>
              <a:gd name="connsiteY10" fmla="*/ 915496 h 1224735"/>
              <a:gd name="connsiteX11" fmla="*/ 2955267 w 4272025"/>
              <a:gd name="connsiteY11" fmla="*/ 655723 h 1224735"/>
              <a:gd name="connsiteX12" fmla="*/ 2951803 w 4272025"/>
              <a:gd name="connsiteY12" fmla="*/ 402878 h 1224735"/>
              <a:gd name="connsiteX13" fmla="*/ 3066103 w 4272025"/>
              <a:gd name="connsiteY13" fmla="*/ 84223 h 1224735"/>
              <a:gd name="connsiteX14" fmla="*/ 3790003 w 4272025"/>
              <a:gd name="connsiteY14" fmla="*/ 46123 h 1224735"/>
              <a:gd name="connsiteX15" fmla="*/ 4015140 w 4272025"/>
              <a:gd name="connsiteY15" fmla="*/ 84223 h 1224735"/>
              <a:gd name="connsiteX16" fmla="*/ 4115585 w 4272025"/>
              <a:gd name="connsiteY16" fmla="*/ 195059 h 1224735"/>
              <a:gd name="connsiteX17" fmla="*/ 4219494 w 4272025"/>
              <a:gd name="connsiteY17" fmla="*/ 385559 h 1224735"/>
              <a:gd name="connsiteX18" fmla="*/ 4264521 w 4272025"/>
              <a:gd name="connsiteY18" fmla="*/ 593378 h 1224735"/>
              <a:gd name="connsiteX19" fmla="*/ 4264521 w 4272025"/>
              <a:gd name="connsiteY19" fmla="*/ 749241 h 1224735"/>
              <a:gd name="connsiteX20" fmla="*/ 4257594 w 4272025"/>
              <a:gd name="connsiteY20" fmla="*/ 773487 h 1224735"/>
              <a:gd name="connsiteX21" fmla="*/ 4229885 w 4272025"/>
              <a:gd name="connsiteY21" fmla="*/ 828905 h 1224735"/>
              <a:gd name="connsiteX22" fmla="*/ 4143294 w 4272025"/>
              <a:gd name="connsiteY22" fmla="*/ 870468 h 1224735"/>
              <a:gd name="connsiteX23" fmla="*/ 3938405 w 4272025"/>
              <a:gd name="connsiteY23" fmla="*/ 990238 h 1224735"/>
              <a:gd name="connsiteX24" fmla="*/ 3506357 w 4272025"/>
              <a:gd name="connsiteY24" fmla="*/ 1134254 h 1224735"/>
              <a:gd name="connsiteX25" fmla="*/ 2786277 w 4272025"/>
              <a:gd name="connsiteY25" fmla="*/ 1206262 h 1224735"/>
              <a:gd name="connsiteX26" fmla="*/ 1922182 w 4272025"/>
              <a:gd name="connsiteY26" fmla="*/ 1206262 h 1224735"/>
              <a:gd name="connsiteX27" fmla="*/ 842062 w 4272025"/>
              <a:gd name="connsiteY27" fmla="*/ 1062246 h 1224735"/>
              <a:gd name="connsiteX28" fmla="*/ 554030 w 4272025"/>
              <a:gd name="connsiteY28" fmla="*/ 990238 h 1224735"/>
              <a:gd name="connsiteX29" fmla="*/ 338005 w 4272025"/>
              <a:gd name="connsiteY29" fmla="*/ 918230 h 1224735"/>
              <a:gd name="connsiteX30" fmla="*/ 52740 w 4272025"/>
              <a:gd name="connsiteY30" fmla="*/ 731923 h 1224735"/>
              <a:gd name="connsiteX31" fmla="*/ 21567 w 4272025"/>
              <a:gd name="connsiteY31" fmla="*/ 472150 h 1224735"/>
              <a:gd name="connsiteX32" fmla="*/ 121981 w 4272025"/>
              <a:gd name="connsiteY32" fmla="*/ 126142 h 1224735"/>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062246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554030 w 4272025"/>
              <a:gd name="connsiteY28" fmla="*/ 990238 h 1224128"/>
              <a:gd name="connsiteX29" fmla="*/ 338005 w 4272025"/>
              <a:gd name="connsiteY29" fmla="*/ 918230 h 1224128"/>
              <a:gd name="connsiteX30" fmla="*/ 52740 w 4272025"/>
              <a:gd name="connsiteY30" fmla="*/ 731923 h 1224128"/>
              <a:gd name="connsiteX31" fmla="*/ 21567 w 4272025"/>
              <a:gd name="connsiteY31" fmla="*/ 472150 h 1224128"/>
              <a:gd name="connsiteX32" fmla="*/ 121981 w 4272025"/>
              <a:gd name="connsiteY32" fmla="*/ 126142 h 1224128"/>
              <a:gd name="connsiteX0" fmla="*/ 121981 w 4272025"/>
              <a:gd name="connsiteY0" fmla="*/ 101378 h 1199364"/>
              <a:gd name="connsiteX1" fmla="*/ 337225 w 4272025"/>
              <a:gd name="connsiteY1" fmla="*/ 173328 h 1199364"/>
              <a:gd name="connsiteX2" fmla="*/ 648485 w 4272025"/>
              <a:gd name="connsiteY2" fmla="*/ 128732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981 w 4272025"/>
              <a:gd name="connsiteY0" fmla="*/ 101378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198 w 4272025"/>
              <a:gd name="connsiteY0" fmla="*/ 245345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34201 w 4272025"/>
              <a:gd name="connsiteY0" fmla="*/ 271384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024577 w 4272025"/>
              <a:gd name="connsiteY16" fmla="*/ 196314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94416"/>
              <a:gd name="connsiteY0" fmla="*/ 271384 h 1199364"/>
              <a:gd name="connsiteX1" fmla="*/ 332897 w 4294416"/>
              <a:gd name="connsiteY1" fmla="*/ 212360 h 1199364"/>
              <a:gd name="connsiteX2" fmla="*/ 625261 w 4294416"/>
              <a:gd name="connsiteY2" fmla="*/ 245345 h 1199364"/>
              <a:gd name="connsiteX3" fmla="*/ 703277 w 4294416"/>
              <a:gd name="connsiteY3" fmla="*/ 275364 h 1199364"/>
              <a:gd name="connsiteX4" fmla="*/ 769279 w 4294416"/>
              <a:gd name="connsiteY4" fmla="*/ 389381 h 1199364"/>
              <a:gd name="connsiteX5" fmla="*/ 825130 w 4294416"/>
              <a:gd name="connsiteY5" fmla="*/ 471632 h 1199364"/>
              <a:gd name="connsiteX6" fmla="*/ 960212 w 4294416"/>
              <a:gd name="connsiteY6" fmla="*/ 741795 h 1199364"/>
              <a:gd name="connsiteX7" fmla="*/ 1465903 w 4294416"/>
              <a:gd name="connsiteY7" fmla="*/ 880341 h 1199364"/>
              <a:gd name="connsiteX8" fmla="*/ 2536167 w 4294416"/>
              <a:gd name="connsiteY8" fmla="*/ 949614 h 1199364"/>
              <a:gd name="connsiteX9" fmla="*/ 2750912 w 4294416"/>
              <a:gd name="connsiteY9" fmla="*/ 946150 h 1199364"/>
              <a:gd name="connsiteX10" fmla="*/ 2879067 w 4294416"/>
              <a:gd name="connsiteY10" fmla="*/ 890732 h 1199364"/>
              <a:gd name="connsiteX11" fmla="*/ 2955267 w 4294416"/>
              <a:gd name="connsiteY11" fmla="*/ 630959 h 1199364"/>
              <a:gd name="connsiteX12" fmla="*/ 2951803 w 4294416"/>
              <a:gd name="connsiteY12" fmla="*/ 378114 h 1199364"/>
              <a:gd name="connsiteX13" fmla="*/ 3066103 w 4294416"/>
              <a:gd name="connsiteY13" fmla="*/ 59459 h 1199364"/>
              <a:gd name="connsiteX14" fmla="*/ 3790003 w 4294416"/>
              <a:gd name="connsiteY14" fmla="*/ 21359 h 1199364"/>
              <a:gd name="connsiteX15" fmla="*/ 3972426 w 4294416"/>
              <a:gd name="connsiteY15" fmla="*/ 89425 h 1199364"/>
              <a:gd name="connsiteX16" fmla="*/ 4024577 w 4294416"/>
              <a:gd name="connsiteY16" fmla="*/ 196314 h 1199364"/>
              <a:gd name="connsiteX17" fmla="*/ 4085149 w 4294416"/>
              <a:gd name="connsiteY17" fmla="*/ 391151 h 1199364"/>
              <a:gd name="connsiteX18" fmla="*/ 4264521 w 4294416"/>
              <a:gd name="connsiteY18" fmla="*/ 568614 h 1199364"/>
              <a:gd name="connsiteX19" fmla="*/ 4264521 w 4294416"/>
              <a:gd name="connsiteY19" fmla="*/ 724477 h 1199364"/>
              <a:gd name="connsiteX20" fmla="*/ 4257594 w 4294416"/>
              <a:gd name="connsiteY20" fmla="*/ 748723 h 1199364"/>
              <a:gd name="connsiteX21" fmla="*/ 4229885 w 4294416"/>
              <a:gd name="connsiteY21" fmla="*/ 804141 h 1199364"/>
              <a:gd name="connsiteX22" fmla="*/ 4143294 w 4294416"/>
              <a:gd name="connsiteY22" fmla="*/ 845704 h 1199364"/>
              <a:gd name="connsiteX23" fmla="*/ 3938405 w 4294416"/>
              <a:gd name="connsiteY23" fmla="*/ 965474 h 1199364"/>
              <a:gd name="connsiteX24" fmla="*/ 3506357 w 4294416"/>
              <a:gd name="connsiteY24" fmla="*/ 1109490 h 1199364"/>
              <a:gd name="connsiteX25" fmla="*/ 2786277 w 4294416"/>
              <a:gd name="connsiteY25" fmla="*/ 1181498 h 1199364"/>
              <a:gd name="connsiteX26" fmla="*/ 1922182 w 4294416"/>
              <a:gd name="connsiteY26" fmla="*/ 1181498 h 1199364"/>
              <a:gd name="connsiteX27" fmla="*/ 1130094 w 4294416"/>
              <a:gd name="connsiteY27" fmla="*/ 1109490 h 1199364"/>
              <a:gd name="connsiteX28" fmla="*/ 554030 w 4294416"/>
              <a:gd name="connsiteY28" fmla="*/ 965474 h 1199364"/>
              <a:gd name="connsiteX29" fmla="*/ 338005 w 4294416"/>
              <a:gd name="connsiteY29" fmla="*/ 893466 h 1199364"/>
              <a:gd name="connsiteX30" fmla="*/ 52740 w 4294416"/>
              <a:gd name="connsiteY30" fmla="*/ 707159 h 1199364"/>
              <a:gd name="connsiteX31" fmla="*/ 21567 w 4294416"/>
              <a:gd name="connsiteY31" fmla="*/ 447386 h 1199364"/>
              <a:gd name="connsiteX32" fmla="*/ 134201 w 4294416"/>
              <a:gd name="connsiteY32" fmla="*/ 271384 h 1199364"/>
              <a:gd name="connsiteX0" fmla="*/ 134201 w 4301068"/>
              <a:gd name="connsiteY0" fmla="*/ 271384 h 1199364"/>
              <a:gd name="connsiteX1" fmla="*/ 332897 w 4301068"/>
              <a:gd name="connsiteY1" fmla="*/ 212360 h 1199364"/>
              <a:gd name="connsiteX2" fmla="*/ 625261 w 4301068"/>
              <a:gd name="connsiteY2" fmla="*/ 245345 h 1199364"/>
              <a:gd name="connsiteX3" fmla="*/ 703277 w 4301068"/>
              <a:gd name="connsiteY3" fmla="*/ 275364 h 1199364"/>
              <a:gd name="connsiteX4" fmla="*/ 769279 w 4301068"/>
              <a:gd name="connsiteY4" fmla="*/ 389381 h 1199364"/>
              <a:gd name="connsiteX5" fmla="*/ 825130 w 4301068"/>
              <a:gd name="connsiteY5" fmla="*/ 471632 h 1199364"/>
              <a:gd name="connsiteX6" fmla="*/ 960212 w 4301068"/>
              <a:gd name="connsiteY6" fmla="*/ 741795 h 1199364"/>
              <a:gd name="connsiteX7" fmla="*/ 1465903 w 4301068"/>
              <a:gd name="connsiteY7" fmla="*/ 880341 h 1199364"/>
              <a:gd name="connsiteX8" fmla="*/ 2536167 w 4301068"/>
              <a:gd name="connsiteY8" fmla="*/ 949614 h 1199364"/>
              <a:gd name="connsiteX9" fmla="*/ 2750912 w 4301068"/>
              <a:gd name="connsiteY9" fmla="*/ 946150 h 1199364"/>
              <a:gd name="connsiteX10" fmla="*/ 2879067 w 4301068"/>
              <a:gd name="connsiteY10" fmla="*/ 890732 h 1199364"/>
              <a:gd name="connsiteX11" fmla="*/ 2955267 w 4301068"/>
              <a:gd name="connsiteY11" fmla="*/ 630959 h 1199364"/>
              <a:gd name="connsiteX12" fmla="*/ 2951803 w 4301068"/>
              <a:gd name="connsiteY12" fmla="*/ 378114 h 1199364"/>
              <a:gd name="connsiteX13" fmla="*/ 3066103 w 4301068"/>
              <a:gd name="connsiteY13" fmla="*/ 59459 h 1199364"/>
              <a:gd name="connsiteX14" fmla="*/ 3790003 w 4301068"/>
              <a:gd name="connsiteY14" fmla="*/ 21359 h 1199364"/>
              <a:gd name="connsiteX15" fmla="*/ 3972426 w 4301068"/>
              <a:gd name="connsiteY15" fmla="*/ 89425 h 1199364"/>
              <a:gd name="connsiteX16" fmla="*/ 4024577 w 4301068"/>
              <a:gd name="connsiteY16" fmla="*/ 196314 h 1199364"/>
              <a:gd name="connsiteX17" fmla="*/ 4085149 w 4301068"/>
              <a:gd name="connsiteY17" fmla="*/ 391151 h 1199364"/>
              <a:gd name="connsiteX18" fmla="*/ 4264521 w 4301068"/>
              <a:gd name="connsiteY18" fmla="*/ 568614 h 1199364"/>
              <a:gd name="connsiteX19" fmla="*/ 4264521 w 4301068"/>
              <a:gd name="connsiteY19" fmla="*/ 724477 h 1199364"/>
              <a:gd name="connsiteX20" fmla="*/ 4045242 w 4301068"/>
              <a:gd name="connsiteY20" fmla="*/ 670664 h 1199364"/>
              <a:gd name="connsiteX21" fmla="*/ 4229885 w 4301068"/>
              <a:gd name="connsiteY21" fmla="*/ 804141 h 1199364"/>
              <a:gd name="connsiteX22" fmla="*/ 4143294 w 4301068"/>
              <a:gd name="connsiteY22" fmla="*/ 845704 h 1199364"/>
              <a:gd name="connsiteX23" fmla="*/ 3938405 w 4301068"/>
              <a:gd name="connsiteY23" fmla="*/ 965474 h 1199364"/>
              <a:gd name="connsiteX24" fmla="*/ 3506357 w 4301068"/>
              <a:gd name="connsiteY24" fmla="*/ 1109490 h 1199364"/>
              <a:gd name="connsiteX25" fmla="*/ 2786277 w 4301068"/>
              <a:gd name="connsiteY25" fmla="*/ 1181498 h 1199364"/>
              <a:gd name="connsiteX26" fmla="*/ 1922182 w 4301068"/>
              <a:gd name="connsiteY26" fmla="*/ 1181498 h 1199364"/>
              <a:gd name="connsiteX27" fmla="*/ 1130094 w 4301068"/>
              <a:gd name="connsiteY27" fmla="*/ 1109490 h 1199364"/>
              <a:gd name="connsiteX28" fmla="*/ 554030 w 4301068"/>
              <a:gd name="connsiteY28" fmla="*/ 965474 h 1199364"/>
              <a:gd name="connsiteX29" fmla="*/ 338005 w 4301068"/>
              <a:gd name="connsiteY29" fmla="*/ 893466 h 1199364"/>
              <a:gd name="connsiteX30" fmla="*/ 52740 w 4301068"/>
              <a:gd name="connsiteY30" fmla="*/ 707159 h 1199364"/>
              <a:gd name="connsiteX31" fmla="*/ 21567 w 4301068"/>
              <a:gd name="connsiteY31" fmla="*/ 447386 h 1199364"/>
              <a:gd name="connsiteX32" fmla="*/ 134201 w 4301068"/>
              <a:gd name="connsiteY32" fmla="*/ 271384 h 1199364"/>
              <a:gd name="connsiteX0" fmla="*/ 134201 w 4277232"/>
              <a:gd name="connsiteY0" fmla="*/ 271384 h 1199364"/>
              <a:gd name="connsiteX1" fmla="*/ 332897 w 4277232"/>
              <a:gd name="connsiteY1" fmla="*/ 212360 h 1199364"/>
              <a:gd name="connsiteX2" fmla="*/ 625261 w 4277232"/>
              <a:gd name="connsiteY2" fmla="*/ 245345 h 1199364"/>
              <a:gd name="connsiteX3" fmla="*/ 703277 w 4277232"/>
              <a:gd name="connsiteY3" fmla="*/ 275364 h 1199364"/>
              <a:gd name="connsiteX4" fmla="*/ 769279 w 4277232"/>
              <a:gd name="connsiteY4" fmla="*/ 389381 h 1199364"/>
              <a:gd name="connsiteX5" fmla="*/ 825130 w 4277232"/>
              <a:gd name="connsiteY5" fmla="*/ 471632 h 1199364"/>
              <a:gd name="connsiteX6" fmla="*/ 960212 w 4277232"/>
              <a:gd name="connsiteY6" fmla="*/ 741795 h 1199364"/>
              <a:gd name="connsiteX7" fmla="*/ 1465903 w 4277232"/>
              <a:gd name="connsiteY7" fmla="*/ 880341 h 1199364"/>
              <a:gd name="connsiteX8" fmla="*/ 2536167 w 4277232"/>
              <a:gd name="connsiteY8" fmla="*/ 949614 h 1199364"/>
              <a:gd name="connsiteX9" fmla="*/ 2750912 w 4277232"/>
              <a:gd name="connsiteY9" fmla="*/ 946150 h 1199364"/>
              <a:gd name="connsiteX10" fmla="*/ 2879067 w 4277232"/>
              <a:gd name="connsiteY10" fmla="*/ 890732 h 1199364"/>
              <a:gd name="connsiteX11" fmla="*/ 2955267 w 4277232"/>
              <a:gd name="connsiteY11" fmla="*/ 630959 h 1199364"/>
              <a:gd name="connsiteX12" fmla="*/ 2951803 w 4277232"/>
              <a:gd name="connsiteY12" fmla="*/ 378114 h 1199364"/>
              <a:gd name="connsiteX13" fmla="*/ 3066103 w 4277232"/>
              <a:gd name="connsiteY13" fmla="*/ 59459 h 1199364"/>
              <a:gd name="connsiteX14" fmla="*/ 3790003 w 4277232"/>
              <a:gd name="connsiteY14" fmla="*/ 21359 h 1199364"/>
              <a:gd name="connsiteX15" fmla="*/ 3972426 w 4277232"/>
              <a:gd name="connsiteY15" fmla="*/ 89425 h 1199364"/>
              <a:gd name="connsiteX16" fmla="*/ 4024577 w 4277232"/>
              <a:gd name="connsiteY16" fmla="*/ 196314 h 1199364"/>
              <a:gd name="connsiteX17" fmla="*/ 4085149 w 4277232"/>
              <a:gd name="connsiteY17" fmla="*/ 391151 h 1199364"/>
              <a:gd name="connsiteX18" fmla="*/ 4121509 w 4277232"/>
              <a:gd name="connsiteY18" fmla="*/ 542595 h 1199364"/>
              <a:gd name="connsiteX19" fmla="*/ 4264521 w 4277232"/>
              <a:gd name="connsiteY19" fmla="*/ 724477 h 1199364"/>
              <a:gd name="connsiteX20" fmla="*/ 4045242 w 4277232"/>
              <a:gd name="connsiteY20" fmla="*/ 670664 h 1199364"/>
              <a:gd name="connsiteX21" fmla="*/ 4229885 w 4277232"/>
              <a:gd name="connsiteY21" fmla="*/ 804141 h 1199364"/>
              <a:gd name="connsiteX22" fmla="*/ 4143294 w 4277232"/>
              <a:gd name="connsiteY22" fmla="*/ 845704 h 1199364"/>
              <a:gd name="connsiteX23" fmla="*/ 3938405 w 4277232"/>
              <a:gd name="connsiteY23" fmla="*/ 965474 h 1199364"/>
              <a:gd name="connsiteX24" fmla="*/ 3506357 w 4277232"/>
              <a:gd name="connsiteY24" fmla="*/ 1109490 h 1199364"/>
              <a:gd name="connsiteX25" fmla="*/ 2786277 w 4277232"/>
              <a:gd name="connsiteY25" fmla="*/ 1181498 h 1199364"/>
              <a:gd name="connsiteX26" fmla="*/ 1922182 w 4277232"/>
              <a:gd name="connsiteY26" fmla="*/ 1181498 h 1199364"/>
              <a:gd name="connsiteX27" fmla="*/ 1130094 w 4277232"/>
              <a:gd name="connsiteY27" fmla="*/ 1109490 h 1199364"/>
              <a:gd name="connsiteX28" fmla="*/ 554030 w 4277232"/>
              <a:gd name="connsiteY28" fmla="*/ 965474 h 1199364"/>
              <a:gd name="connsiteX29" fmla="*/ 338005 w 4277232"/>
              <a:gd name="connsiteY29" fmla="*/ 893466 h 1199364"/>
              <a:gd name="connsiteX30" fmla="*/ 52740 w 4277232"/>
              <a:gd name="connsiteY30" fmla="*/ 707159 h 1199364"/>
              <a:gd name="connsiteX31" fmla="*/ 21567 w 4277232"/>
              <a:gd name="connsiteY31" fmla="*/ 447386 h 1199364"/>
              <a:gd name="connsiteX32" fmla="*/ 134201 w 4277232"/>
              <a:gd name="connsiteY32" fmla="*/ 271384 h 1199364"/>
              <a:gd name="connsiteX0" fmla="*/ 134201 w 4246227"/>
              <a:gd name="connsiteY0" fmla="*/ 271384 h 1199364"/>
              <a:gd name="connsiteX1" fmla="*/ 332897 w 4246227"/>
              <a:gd name="connsiteY1" fmla="*/ 212360 h 1199364"/>
              <a:gd name="connsiteX2" fmla="*/ 625261 w 4246227"/>
              <a:gd name="connsiteY2" fmla="*/ 245345 h 1199364"/>
              <a:gd name="connsiteX3" fmla="*/ 703277 w 4246227"/>
              <a:gd name="connsiteY3" fmla="*/ 275364 h 1199364"/>
              <a:gd name="connsiteX4" fmla="*/ 769279 w 4246227"/>
              <a:gd name="connsiteY4" fmla="*/ 389381 h 1199364"/>
              <a:gd name="connsiteX5" fmla="*/ 825130 w 4246227"/>
              <a:gd name="connsiteY5" fmla="*/ 471632 h 1199364"/>
              <a:gd name="connsiteX6" fmla="*/ 960212 w 4246227"/>
              <a:gd name="connsiteY6" fmla="*/ 741795 h 1199364"/>
              <a:gd name="connsiteX7" fmla="*/ 1465903 w 4246227"/>
              <a:gd name="connsiteY7" fmla="*/ 880341 h 1199364"/>
              <a:gd name="connsiteX8" fmla="*/ 2536167 w 4246227"/>
              <a:gd name="connsiteY8" fmla="*/ 949614 h 1199364"/>
              <a:gd name="connsiteX9" fmla="*/ 2750912 w 4246227"/>
              <a:gd name="connsiteY9" fmla="*/ 946150 h 1199364"/>
              <a:gd name="connsiteX10" fmla="*/ 2879067 w 4246227"/>
              <a:gd name="connsiteY10" fmla="*/ 890732 h 1199364"/>
              <a:gd name="connsiteX11" fmla="*/ 2955267 w 4246227"/>
              <a:gd name="connsiteY11" fmla="*/ 630959 h 1199364"/>
              <a:gd name="connsiteX12" fmla="*/ 2951803 w 4246227"/>
              <a:gd name="connsiteY12" fmla="*/ 378114 h 1199364"/>
              <a:gd name="connsiteX13" fmla="*/ 3066103 w 4246227"/>
              <a:gd name="connsiteY13" fmla="*/ 59459 h 1199364"/>
              <a:gd name="connsiteX14" fmla="*/ 3790003 w 4246227"/>
              <a:gd name="connsiteY14" fmla="*/ 21359 h 1199364"/>
              <a:gd name="connsiteX15" fmla="*/ 3972426 w 4246227"/>
              <a:gd name="connsiteY15" fmla="*/ 89425 h 1199364"/>
              <a:gd name="connsiteX16" fmla="*/ 4024577 w 4246227"/>
              <a:gd name="connsiteY16" fmla="*/ 196314 h 1199364"/>
              <a:gd name="connsiteX17" fmla="*/ 4085149 w 4246227"/>
              <a:gd name="connsiteY17" fmla="*/ 391151 h 1199364"/>
              <a:gd name="connsiteX18" fmla="*/ 4121509 w 4246227"/>
              <a:gd name="connsiteY18" fmla="*/ 542595 h 1199364"/>
              <a:gd name="connsiteX19" fmla="*/ 4045242 w 4246227"/>
              <a:gd name="connsiteY19" fmla="*/ 670664 h 1199364"/>
              <a:gd name="connsiteX20" fmla="*/ 4229885 w 4246227"/>
              <a:gd name="connsiteY20" fmla="*/ 804141 h 1199364"/>
              <a:gd name="connsiteX21" fmla="*/ 4143294 w 4246227"/>
              <a:gd name="connsiteY21" fmla="*/ 845704 h 1199364"/>
              <a:gd name="connsiteX22" fmla="*/ 3938405 w 4246227"/>
              <a:gd name="connsiteY22" fmla="*/ 965474 h 1199364"/>
              <a:gd name="connsiteX23" fmla="*/ 3506357 w 4246227"/>
              <a:gd name="connsiteY23" fmla="*/ 1109490 h 1199364"/>
              <a:gd name="connsiteX24" fmla="*/ 2786277 w 4246227"/>
              <a:gd name="connsiteY24" fmla="*/ 1181498 h 1199364"/>
              <a:gd name="connsiteX25" fmla="*/ 1922182 w 4246227"/>
              <a:gd name="connsiteY25" fmla="*/ 1181498 h 1199364"/>
              <a:gd name="connsiteX26" fmla="*/ 1130094 w 4246227"/>
              <a:gd name="connsiteY26" fmla="*/ 1109490 h 1199364"/>
              <a:gd name="connsiteX27" fmla="*/ 554030 w 4246227"/>
              <a:gd name="connsiteY27" fmla="*/ 965474 h 1199364"/>
              <a:gd name="connsiteX28" fmla="*/ 338005 w 4246227"/>
              <a:gd name="connsiteY28" fmla="*/ 893466 h 1199364"/>
              <a:gd name="connsiteX29" fmla="*/ 52740 w 4246227"/>
              <a:gd name="connsiteY29" fmla="*/ 707159 h 1199364"/>
              <a:gd name="connsiteX30" fmla="*/ 21567 w 4246227"/>
              <a:gd name="connsiteY30" fmla="*/ 447386 h 1199364"/>
              <a:gd name="connsiteX31" fmla="*/ 134201 w 4246227"/>
              <a:gd name="connsiteY31" fmla="*/ 271384 h 1199364"/>
              <a:gd name="connsiteX0" fmla="*/ 134201 w 4161100"/>
              <a:gd name="connsiteY0" fmla="*/ 271384 h 1199364"/>
              <a:gd name="connsiteX1" fmla="*/ 332897 w 4161100"/>
              <a:gd name="connsiteY1" fmla="*/ 212360 h 1199364"/>
              <a:gd name="connsiteX2" fmla="*/ 625261 w 4161100"/>
              <a:gd name="connsiteY2" fmla="*/ 245345 h 1199364"/>
              <a:gd name="connsiteX3" fmla="*/ 703277 w 4161100"/>
              <a:gd name="connsiteY3" fmla="*/ 275364 h 1199364"/>
              <a:gd name="connsiteX4" fmla="*/ 769279 w 4161100"/>
              <a:gd name="connsiteY4" fmla="*/ 389381 h 1199364"/>
              <a:gd name="connsiteX5" fmla="*/ 825130 w 4161100"/>
              <a:gd name="connsiteY5" fmla="*/ 471632 h 1199364"/>
              <a:gd name="connsiteX6" fmla="*/ 960212 w 4161100"/>
              <a:gd name="connsiteY6" fmla="*/ 741795 h 1199364"/>
              <a:gd name="connsiteX7" fmla="*/ 1465903 w 4161100"/>
              <a:gd name="connsiteY7" fmla="*/ 880341 h 1199364"/>
              <a:gd name="connsiteX8" fmla="*/ 2536167 w 4161100"/>
              <a:gd name="connsiteY8" fmla="*/ 949614 h 1199364"/>
              <a:gd name="connsiteX9" fmla="*/ 2750912 w 4161100"/>
              <a:gd name="connsiteY9" fmla="*/ 946150 h 1199364"/>
              <a:gd name="connsiteX10" fmla="*/ 2879067 w 4161100"/>
              <a:gd name="connsiteY10" fmla="*/ 890732 h 1199364"/>
              <a:gd name="connsiteX11" fmla="*/ 2955267 w 4161100"/>
              <a:gd name="connsiteY11" fmla="*/ 630959 h 1199364"/>
              <a:gd name="connsiteX12" fmla="*/ 2951803 w 4161100"/>
              <a:gd name="connsiteY12" fmla="*/ 378114 h 1199364"/>
              <a:gd name="connsiteX13" fmla="*/ 3066103 w 4161100"/>
              <a:gd name="connsiteY13" fmla="*/ 59459 h 1199364"/>
              <a:gd name="connsiteX14" fmla="*/ 3790003 w 4161100"/>
              <a:gd name="connsiteY14" fmla="*/ 21359 h 1199364"/>
              <a:gd name="connsiteX15" fmla="*/ 3972426 w 4161100"/>
              <a:gd name="connsiteY15" fmla="*/ 89425 h 1199364"/>
              <a:gd name="connsiteX16" fmla="*/ 4024577 w 4161100"/>
              <a:gd name="connsiteY16" fmla="*/ 196314 h 1199364"/>
              <a:gd name="connsiteX17" fmla="*/ 4085149 w 4161100"/>
              <a:gd name="connsiteY17" fmla="*/ 391151 h 1199364"/>
              <a:gd name="connsiteX18" fmla="*/ 4121509 w 4161100"/>
              <a:gd name="connsiteY18" fmla="*/ 542595 h 1199364"/>
              <a:gd name="connsiteX19" fmla="*/ 4045242 w 4161100"/>
              <a:gd name="connsiteY19" fmla="*/ 670664 h 1199364"/>
              <a:gd name="connsiteX20" fmla="*/ 4143294 w 4161100"/>
              <a:gd name="connsiteY20" fmla="*/ 845704 h 1199364"/>
              <a:gd name="connsiteX21" fmla="*/ 3938405 w 4161100"/>
              <a:gd name="connsiteY21" fmla="*/ 965474 h 1199364"/>
              <a:gd name="connsiteX22" fmla="*/ 3506357 w 4161100"/>
              <a:gd name="connsiteY22" fmla="*/ 1109490 h 1199364"/>
              <a:gd name="connsiteX23" fmla="*/ 2786277 w 4161100"/>
              <a:gd name="connsiteY23" fmla="*/ 1181498 h 1199364"/>
              <a:gd name="connsiteX24" fmla="*/ 1922182 w 4161100"/>
              <a:gd name="connsiteY24" fmla="*/ 1181498 h 1199364"/>
              <a:gd name="connsiteX25" fmla="*/ 1130094 w 4161100"/>
              <a:gd name="connsiteY25" fmla="*/ 1109490 h 1199364"/>
              <a:gd name="connsiteX26" fmla="*/ 554030 w 4161100"/>
              <a:gd name="connsiteY26" fmla="*/ 965474 h 1199364"/>
              <a:gd name="connsiteX27" fmla="*/ 338005 w 4161100"/>
              <a:gd name="connsiteY27" fmla="*/ 893466 h 1199364"/>
              <a:gd name="connsiteX28" fmla="*/ 52740 w 4161100"/>
              <a:gd name="connsiteY28" fmla="*/ 707159 h 1199364"/>
              <a:gd name="connsiteX29" fmla="*/ 21567 w 4161100"/>
              <a:gd name="connsiteY29" fmla="*/ 447386 h 1199364"/>
              <a:gd name="connsiteX30" fmla="*/ 134201 w 4161100"/>
              <a:gd name="connsiteY30" fmla="*/ 271384 h 1199364"/>
              <a:gd name="connsiteX0" fmla="*/ 134201 w 4128160"/>
              <a:gd name="connsiteY0" fmla="*/ 271384 h 1199364"/>
              <a:gd name="connsiteX1" fmla="*/ 332897 w 4128160"/>
              <a:gd name="connsiteY1" fmla="*/ 212360 h 1199364"/>
              <a:gd name="connsiteX2" fmla="*/ 625261 w 4128160"/>
              <a:gd name="connsiteY2" fmla="*/ 245345 h 1199364"/>
              <a:gd name="connsiteX3" fmla="*/ 703277 w 4128160"/>
              <a:gd name="connsiteY3" fmla="*/ 275364 h 1199364"/>
              <a:gd name="connsiteX4" fmla="*/ 769279 w 4128160"/>
              <a:gd name="connsiteY4" fmla="*/ 389381 h 1199364"/>
              <a:gd name="connsiteX5" fmla="*/ 825130 w 4128160"/>
              <a:gd name="connsiteY5" fmla="*/ 471632 h 1199364"/>
              <a:gd name="connsiteX6" fmla="*/ 960212 w 4128160"/>
              <a:gd name="connsiteY6" fmla="*/ 741795 h 1199364"/>
              <a:gd name="connsiteX7" fmla="*/ 1465903 w 4128160"/>
              <a:gd name="connsiteY7" fmla="*/ 880341 h 1199364"/>
              <a:gd name="connsiteX8" fmla="*/ 2536167 w 4128160"/>
              <a:gd name="connsiteY8" fmla="*/ 949614 h 1199364"/>
              <a:gd name="connsiteX9" fmla="*/ 2750912 w 4128160"/>
              <a:gd name="connsiteY9" fmla="*/ 946150 h 1199364"/>
              <a:gd name="connsiteX10" fmla="*/ 2879067 w 4128160"/>
              <a:gd name="connsiteY10" fmla="*/ 890732 h 1199364"/>
              <a:gd name="connsiteX11" fmla="*/ 2955267 w 4128160"/>
              <a:gd name="connsiteY11" fmla="*/ 630959 h 1199364"/>
              <a:gd name="connsiteX12" fmla="*/ 2951803 w 4128160"/>
              <a:gd name="connsiteY12" fmla="*/ 378114 h 1199364"/>
              <a:gd name="connsiteX13" fmla="*/ 3066103 w 4128160"/>
              <a:gd name="connsiteY13" fmla="*/ 59459 h 1199364"/>
              <a:gd name="connsiteX14" fmla="*/ 3790003 w 4128160"/>
              <a:gd name="connsiteY14" fmla="*/ 21359 h 1199364"/>
              <a:gd name="connsiteX15" fmla="*/ 3972426 w 4128160"/>
              <a:gd name="connsiteY15" fmla="*/ 89425 h 1199364"/>
              <a:gd name="connsiteX16" fmla="*/ 4024577 w 4128160"/>
              <a:gd name="connsiteY16" fmla="*/ 196314 h 1199364"/>
              <a:gd name="connsiteX17" fmla="*/ 4085149 w 4128160"/>
              <a:gd name="connsiteY17" fmla="*/ 391151 h 1199364"/>
              <a:gd name="connsiteX18" fmla="*/ 4121509 w 4128160"/>
              <a:gd name="connsiteY18" fmla="*/ 542595 h 1199364"/>
              <a:gd name="connsiteX19" fmla="*/ 4045242 w 4128160"/>
              <a:gd name="connsiteY19" fmla="*/ 670664 h 1199364"/>
              <a:gd name="connsiteX20" fmla="*/ 3938405 w 4128160"/>
              <a:gd name="connsiteY20" fmla="*/ 965474 h 1199364"/>
              <a:gd name="connsiteX21" fmla="*/ 3506357 w 4128160"/>
              <a:gd name="connsiteY21" fmla="*/ 1109490 h 1199364"/>
              <a:gd name="connsiteX22" fmla="*/ 2786277 w 4128160"/>
              <a:gd name="connsiteY22" fmla="*/ 1181498 h 1199364"/>
              <a:gd name="connsiteX23" fmla="*/ 1922182 w 4128160"/>
              <a:gd name="connsiteY23" fmla="*/ 1181498 h 1199364"/>
              <a:gd name="connsiteX24" fmla="*/ 1130094 w 4128160"/>
              <a:gd name="connsiteY24" fmla="*/ 1109490 h 1199364"/>
              <a:gd name="connsiteX25" fmla="*/ 554030 w 4128160"/>
              <a:gd name="connsiteY25" fmla="*/ 965474 h 1199364"/>
              <a:gd name="connsiteX26" fmla="*/ 338005 w 4128160"/>
              <a:gd name="connsiteY26" fmla="*/ 893466 h 1199364"/>
              <a:gd name="connsiteX27" fmla="*/ 52740 w 4128160"/>
              <a:gd name="connsiteY27" fmla="*/ 707159 h 1199364"/>
              <a:gd name="connsiteX28" fmla="*/ 21567 w 4128160"/>
              <a:gd name="connsiteY28" fmla="*/ 447386 h 1199364"/>
              <a:gd name="connsiteX29" fmla="*/ 134201 w 4128160"/>
              <a:gd name="connsiteY29"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72426 w 4088593"/>
              <a:gd name="connsiteY15" fmla="*/ 89425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46424 w 4088593"/>
              <a:gd name="connsiteY15" fmla="*/ 102433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38405 w 4088593"/>
              <a:gd name="connsiteY19" fmla="*/ 946006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08068 w 4088593"/>
              <a:gd name="connsiteY19" fmla="*/ 919987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44607 h 1172587"/>
              <a:gd name="connsiteX1" fmla="*/ 332897 w 4088593"/>
              <a:gd name="connsiteY1" fmla="*/ 185583 h 1172587"/>
              <a:gd name="connsiteX2" fmla="*/ 625261 w 4088593"/>
              <a:gd name="connsiteY2" fmla="*/ 218568 h 1172587"/>
              <a:gd name="connsiteX3" fmla="*/ 703277 w 4088593"/>
              <a:gd name="connsiteY3" fmla="*/ 248587 h 1172587"/>
              <a:gd name="connsiteX4" fmla="*/ 769279 w 4088593"/>
              <a:gd name="connsiteY4" fmla="*/ 362604 h 1172587"/>
              <a:gd name="connsiteX5" fmla="*/ 825130 w 4088593"/>
              <a:gd name="connsiteY5" fmla="*/ 444855 h 1172587"/>
              <a:gd name="connsiteX6" fmla="*/ 960212 w 4088593"/>
              <a:gd name="connsiteY6" fmla="*/ 715018 h 1172587"/>
              <a:gd name="connsiteX7" fmla="*/ 1465903 w 4088593"/>
              <a:gd name="connsiteY7" fmla="*/ 853564 h 1172587"/>
              <a:gd name="connsiteX8" fmla="*/ 2536167 w 4088593"/>
              <a:gd name="connsiteY8" fmla="*/ 922837 h 1172587"/>
              <a:gd name="connsiteX9" fmla="*/ 2750912 w 4088593"/>
              <a:gd name="connsiteY9" fmla="*/ 919373 h 1172587"/>
              <a:gd name="connsiteX10" fmla="*/ 2879067 w 4088593"/>
              <a:gd name="connsiteY10" fmla="*/ 863955 h 1172587"/>
              <a:gd name="connsiteX11" fmla="*/ 2955267 w 4088593"/>
              <a:gd name="connsiteY11" fmla="*/ 604182 h 1172587"/>
              <a:gd name="connsiteX12" fmla="*/ 2951803 w 4088593"/>
              <a:gd name="connsiteY12" fmla="*/ 351337 h 1172587"/>
              <a:gd name="connsiteX13" fmla="*/ 3153435 w 4088593"/>
              <a:gd name="connsiteY13" fmla="*/ 87002 h 1172587"/>
              <a:gd name="connsiteX14" fmla="*/ 3721651 w 4088593"/>
              <a:gd name="connsiteY14" fmla="*/ 1891 h 1172587"/>
              <a:gd name="connsiteX15" fmla="*/ 3946424 w 4088593"/>
              <a:gd name="connsiteY15" fmla="*/ 75656 h 1172587"/>
              <a:gd name="connsiteX16" fmla="*/ 4024577 w 4088593"/>
              <a:gd name="connsiteY16" fmla="*/ 169537 h 1172587"/>
              <a:gd name="connsiteX17" fmla="*/ 4085149 w 4088593"/>
              <a:gd name="connsiteY17" fmla="*/ 364374 h 1172587"/>
              <a:gd name="connsiteX18" fmla="*/ 4045242 w 4088593"/>
              <a:gd name="connsiteY18" fmla="*/ 643887 h 1172587"/>
              <a:gd name="connsiteX19" fmla="*/ 3908068 w 4088593"/>
              <a:gd name="connsiteY19" fmla="*/ 912678 h 1172587"/>
              <a:gd name="connsiteX20" fmla="*/ 3506357 w 4088593"/>
              <a:gd name="connsiteY20" fmla="*/ 1082713 h 1172587"/>
              <a:gd name="connsiteX21" fmla="*/ 2786277 w 4088593"/>
              <a:gd name="connsiteY21" fmla="*/ 1154721 h 1172587"/>
              <a:gd name="connsiteX22" fmla="*/ 1922182 w 4088593"/>
              <a:gd name="connsiteY22" fmla="*/ 1154721 h 1172587"/>
              <a:gd name="connsiteX23" fmla="*/ 1130094 w 4088593"/>
              <a:gd name="connsiteY23" fmla="*/ 1082713 h 1172587"/>
              <a:gd name="connsiteX24" fmla="*/ 554030 w 4088593"/>
              <a:gd name="connsiteY24" fmla="*/ 938697 h 1172587"/>
              <a:gd name="connsiteX25" fmla="*/ 338005 w 4088593"/>
              <a:gd name="connsiteY25" fmla="*/ 866689 h 1172587"/>
              <a:gd name="connsiteX26" fmla="*/ 52740 w 4088593"/>
              <a:gd name="connsiteY26" fmla="*/ 680382 h 1172587"/>
              <a:gd name="connsiteX27" fmla="*/ 21567 w 4088593"/>
              <a:gd name="connsiteY27" fmla="*/ 420609 h 1172587"/>
              <a:gd name="connsiteX28" fmla="*/ 134201 w 4088593"/>
              <a:gd name="connsiteY28" fmla="*/ 244607 h 117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88593" h="1172587">
                <a:moveTo>
                  <a:pt x="134201" y="244607"/>
                </a:moveTo>
                <a:cubicBezTo>
                  <a:pt x="186089" y="205436"/>
                  <a:pt x="251054" y="189923"/>
                  <a:pt x="332897" y="185583"/>
                </a:cubicBezTo>
                <a:cubicBezTo>
                  <a:pt x="414740" y="181243"/>
                  <a:pt x="563531" y="208067"/>
                  <a:pt x="625261" y="218568"/>
                </a:cubicBezTo>
                <a:cubicBezTo>
                  <a:pt x="686991" y="229069"/>
                  <a:pt x="679274" y="224581"/>
                  <a:pt x="703277" y="248587"/>
                </a:cubicBezTo>
                <a:cubicBezTo>
                  <a:pt x="727280" y="272593"/>
                  <a:pt x="748970" y="329893"/>
                  <a:pt x="769279" y="362604"/>
                </a:cubicBezTo>
                <a:cubicBezTo>
                  <a:pt x="789588" y="395315"/>
                  <a:pt x="793308" y="386119"/>
                  <a:pt x="825130" y="444855"/>
                </a:cubicBezTo>
                <a:cubicBezTo>
                  <a:pt x="856952" y="503591"/>
                  <a:pt x="853417" y="646900"/>
                  <a:pt x="960212" y="715018"/>
                </a:cubicBezTo>
                <a:cubicBezTo>
                  <a:pt x="1067007" y="783136"/>
                  <a:pt x="1203244" y="818927"/>
                  <a:pt x="1465903" y="853564"/>
                </a:cubicBezTo>
                <a:cubicBezTo>
                  <a:pt x="1728562" y="888201"/>
                  <a:pt x="2321999" y="911869"/>
                  <a:pt x="2536167" y="922837"/>
                </a:cubicBezTo>
                <a:cubicBezTo>
                  <a:pt x="2750335" y="933805"/>
                  <a:pt x="2693762" y="929187"/>
                  <a:pt x="2750912" y="919373"/>
                </a:cubicBezTo>
                <a:cubicBezTo>
                  <a:pt x="2808062" y="909559"/>
                  <a:pt x="2845008" y="916487"/>
                  <a:pt x="2879067" y="863955"/>
                </a:cubicBezTo>
                <a:cubicBezTo>
                  <a:pt x="2913126" y="811423"/>
                  <a:pt x="2943144" y="689618"/>
                  <a:pt x="2955267" y="604182"/>
                </a:cubicBezTo>
                <a:cubicBezTo>
                  <a:pt x="2967390" y="518746"/>
                  <a:pt x="2918775" y="437534"/>
                  <a:pt x="2951803" y="351337"/>
                </a:cubicBezTo>
                <a:cubicBezTo>
                  <a:pt x="2984831" y="265140"/>
                  <a:pt x="3025127" y="145243"/>
                  <a:pt x="3153435" y="87002"/>
                </a:cubicBezTo>
                <a:cubicBezTo>
                  <a:pt x="3281743" y="28761"/>
                  <a:pt x="3589486" y="3782"/>
                  <a:pt x="3721651" y="1891"/>
                </a:cubicBezTo>
                <a:cubicBezTo>
                  <a:pt x="3853816" y="0"/>
                  <a:pt x="3895936" y="47715"/>
                  <a:pt x="3946424" y="75656"/>
                </a:cubicBezTo>
                <a:cubicBezTo>
                  <a:pt x="3996912" y="103597"/>
                  <a:pt x="4001456" y="121417"/>
                  <a:pt x="4024577" y="169537"/>
                </a:cubicBezTo>
                <a:cubicBezTo>
                  <a:pt x="4047698" y="217657"/>
                  <a:pt x="4081705" y="285316"/>
                  <a:pt x="4085149" y="364374"/>
                </a:cubicBezTo>
                <a:cubicBezTo>
                  <a:pt x="4088593" y="443432"/>
                  <a:pt x="4074756" y="552503"/>
                  <a:pt x="4045242" y="643887"/>
                </a:cubicBezTo>
                <a:cubicBezTo>
                  <a:pt x="4015729" y="735271"/>
                  <a:pt x="3997882" y="839540"/>
                  <a:pt x="3908068" y="912678"/>
                </a:cubicBezTo>
                <a:cubicBezTo>
                  <a:pt x="3818254" y="985816"/>
                  <a:pt x="3693322" y="1042373"/>
                  <a:pt x="3506357" y="1082713"/>
                </a:cubicBezTo>
                <a:cubicBezTo>
                  <a:pt x="3319392" y="1123054"/>
                  <a:pt x="3050306" y="1142720"/>
                  <a:pt x="2786277" y="1154721"/>
                </a:cubicBezTo>
                <a:cubicBezTo>
                  <a:pt x="2522248" y="1166722"/>
                  <a:pt x="2205744" y="1172587"/>
                  <a:pt x="1922182" y="1154721"/>
                </a:cubicBezTo>
                <a:lnTo>
                  <a:pt x="1130094" y="1082713"/>
                </a:lnTo>
                <a:lnTo>
                  <a:pt x="554030" y="938697"/>
                </a:lnTo>
                <a:cubicBezTo>
                  <a:pt x="509003" y="932924"/>
                  <a:pt x="421553" y="909742"/>
                  <a:pt x="338005" y="866689"/>
                </a:cubicBezTo>
                <a:cubicBezTo>
                  <a:pt x="254457" y="823637"/>
                  <a:pt x="105480" y="754729"/>
                  <a:pt x="52740" y="680382"/>
                </a:cubicBezTo>
                <a:cubicBezTo>
                  <a:pt x="0" y="606035"/>
                  <a:pt x="7990" y="493238"/>
                  <a:pt x="21567" y="420609"/>
                </a:cubicBezTo>
                <a:cubicBezTo>
                  <a:pt x="35144" y="347980"/>
                  <a:pt x="82313" y="283778"/>
                  <a:pt x="134201" y="244607"/>
                </a:cubicBezTo>
                <a:close/>
              </a:path>
            </a:pathLst>
          </a:custGeom>
          <a:solidFill>
            <a:srgbClr val="FFC000"/>
          </a:solidFill>
          <a:ln w="12700">
            <a:no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5" name="任意多边形 44"/>
          <p:cNvSpPr/>
          <p:nvPr/>
        </p:nvSpPr>
        <p:spPr>
          <a:xfrm>
            <a:off x="3561297" y="1345617"/>
            <a:ext cx="1505631" cy="1936838"/>
          </a:xfrm>
          <a:custGeom>
            <a:avLst/>
            <a:gdLst>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44447 w 1416401"/>
              <a:gd name="connsiteY80" fmla="*/ 1324708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55426 w 1416401"/>
              <a:gd name="connsiteY80" fmla="*/ 1371600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79616 w 1416401"/>
              <a:gd name="connsiteY78" fmla="*/ 1330569 h 1424354"/>
              <a:gd name="connsiteX79" fmla="*/ 155426 w 1416401"/>
              <a:gd name="connsiteY79" fmla="*/ 1371600 h 1424354"/>
              <a:gd name="connsiteX80" fmla="*/ 126862 w 1416401"/>
              <a:gd name="connsiteY80" fmla="*/ 1312985 h 1424354"/>
              <a:gd name="connsiteX81" fmla="*/ 109278 w 1416401"/>
              <a:gd name="connsiteY81" fmla="*/ 1307123 h 1424354"/>
              <a:gd name="connsiteX82" fmla="*/ 79970 w 1416401"/>
              <a:gd name="connsiteY82" fmla="*/ 1283677 h 1424354"/>
              <a:gd name="connsiteX83" fmla="*/ 50662 w 1416401"/>
              <a:gd name="connsiteY83" fmla="*/ 1248508 h 1424354"/>
              <a:gd name="connsiteX84" fmla="*/ 33078 w 1416401"/>
              <a:gd name="connsiteY84" fmla="*/ 1230923 h 1424354"/>
              <a:gd name="connsiteX85" fmla="*/ 21355 w 1416401"/>
              <a:gd name="connsiteY85" fmla="*/ 1189892 h 1424354"/>
              <a:gd name="connsiteX86" fmla="*/ 9632 w 1416401"/>
              <a:gd name="connsiteY86" fmla="*/ 1143000 h 1424354"/>
              <a:gd name="connsiteX87" fmla="*/ 9632 w 1416401"/>
              <a:gd name="connsiteY87" fmla="*/ 943708 h 1424354"/>
              <a:gd name="connsiteX88" fmla="*/ 15493 w 1416401"/>
              <a:gd name="connsiteY88" fmla="*/ 926123 h 1424354"/>
              <a:gd name="connsiteX89" fmla="*/ 21355 w 1416401"/>
              <a:gd name="connsiteY89" fmla="*/ 873369 h 1424354"/>
              <a:gd name="connsiteX90" fmla="*/ 27216 w 1416401"/>
              <a:gd name="connsiteY90" fmla="*/ 855785 h 1424354"/>
              <a:gd name="connsiteX91" fmla="*/ 33078 w 1416401"/>
              <a:gd name="connsiteY91" fmla="*/ 820615 h 1424354"/>
              <a:gd name="connsiteX92" fmla="*/ 50662 w 1416401"/>
              <a:gd name="connsiteY92" fmla="*/ 779585 h 1424354"/>
              <a:gd name="connsiteX93" fmla="*/ 62385 w 1416401"/>
              <a:gd name="connsiteY93" fmla="*/ 738554 h 1424354"/>
              <a:gd name="connsiteX94" fmla="*/ 74108 w 1416401"/>
              <a:gd name="connsiteY94" fmla="*/ 715108 h 1424354"/>
              <a:gd name="connsiteX95" fmla="*/ 85832 w 1416401"/>
              <a:gd name="connsiteY95" fmla="*/ 674077 h 1424354"/>
              <a:gd name="connsiteX96" fmla="*/ 91693 w 1416401"/>
              <a:gd name="connsiteY96" fmla="*/ 656492 h 1424354"/>
              <a:gd name="connsiteX97" fmla="*/ 97555 w 1416401"/>
              <a:gd name="connsiteY97" fmla="*/ 627185 h 1424354"/>
              <a:gd name="connsiteX98" fmla="*/ 103416 w 1416401"/>
              <a:gd name="connsiteY98" fmla="*/ 609600 h 1424354"/>
              <a:gd name="connsiteX99" fmla="*/ 109278 w 1416401"/>
              <a:gd name="connsiteY99" fmla="*/ 586154 h 1424354"/>
              <a:gd name="connsiteX100" fmla="*/ 115139 w 1416401"/>
              <a:gd name="connsiteY100" fmla="*/ 556846 h 1424354"/>
              <a:gd name="connsiteX101" fmla="*/ 126862 w 1416401"/>
              <a:gd name="connsiteY101" fmla="*/ 521677 h 1424354"/>
              <a:gd name="connsiteX102" fmla="*/ 121001 w 1416401"/>
              <a:gd name="connsiteY102" fmla="*/ 322385 h 1424354"/>
              <a:gd name="connsiteX103" fmla="*/ 115139 w 1416401"/>
              <a:gd name="connsiteY103" fmla="*/ 304800 h 1424354"/>
              <a:gd name="connsiteX104" fmla="*/ 103416 w 1416401"/>
              <a:gd name="connsiteY104" fmla="*/ 281354 h 1424354"/>
              <a:gd name="connsiteX105" fmla="*/ 85832 w 1416401"/>
              <a:gd name="connsiteY105" fmla="*/ 263769 h 1424354"/>
              <a:gd name="connsiteX106" fmla="*/ 79970 w 1416401"/>
              <a:gd name="connsiteY10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55426 w 1416401"/>
              <a:gd name="connsiteY78" fmla="*/ 1371600 h 1424354"/>
              <a:gd name="connsiteX79" fmla="*/ 126862 w 1416401"/>
              <a:gd name="connsiteY79" fmla="*/ 1312985 h 1424354"/>
              <a:gd name="connsiteX80" fmla="*/ 109278 w 1416401"/>
              <a:gd name="connsiteY80" fmla="*/ 1307123 h 1424354"/>
              <a:gd name="connsiteX81" fmla="*/ 79970 w 1416401"/>
              <a:gd name="connsiteY81" fmla="*/ 1283677 h 1424354"/>
              <a:gd name="connsiteX82" fmla="*/ 50662 w 1416401"/>
              <a:gd name="connsiteY82" fmla="*/ 1248508 h 1424354"/>
              <a:gd name="connsiteX83" fmla="*/ 33078 w 1416401"/>
              <a:gd name="connsiteY83" fmla="*/ 1230923 h 1424354"/>
              <a:gd name="connsiteX84" fmla="*/ 21355 w 1416401"/>
              <a:gd name="connsiteY84" fmla="*/ 1189892 h 1424354"/>
              <a:gd name="connsiteX85" fmla="*/ 9632 w 1416401"/>
              <a:gd name="connsiteY85" fmla="*/ 1143000 h 1424354"/>
              <a:gd name="connsiteX86" fmla="*/ 9632 w 1416401"/>
              <a:gd name="connsiteY86" fmla="*/ 943708 h 1424354"/>
              <a:gd name="connsiteX87" fmla="*/ 15493 w 1416401"/>
              <a:gd name="connsiteY87" fmla="*/ 926123 h 1424354"/>
              <a:gd name="connsiteX88" fmla="*/ 21355 w 1416401"/>
              <a:gd name="connsiteY88" fmla="*/ 873369 h 1424354"/>
              <a:gd name="connsiteX89" fmla="*/ 27216 w 1416401"/>
              <a:gd name="connsiteY89" fmla="*/ 855785 h 1424354"/>
              <a:gd name="connsiteX90" fmla="*/ 33078 w 1416401"/>
              <a:gd name="connsiteY90" fmla="*/ 820615 h 1424354"/>
              <a:gd name="connsiteX91" fmla="*/ 50662 w 1416401"/>
              <a:gd name="connsiteY91" fmla="*/ 779585 h 1424354"/>
              <a:gd name="connsiteX92" fmla="*/ 62385 w 1416401"/>
              <a:gd name="connsiteY92" fmla="*/ 738554 h 1424354"/>
              <a:gd name="connsiteX93" fmla="*/ 74108 w 1416401"/>
              <a:gd name="connsiteY93" fmla="*/ 715108 h 1424354"/>
              <a:gd name="connsiteX94" fmla="*/ 85832 w 1416401"/>
              <a:gd name="connsiteY94" fmla="*/ 674077 h 1424354"/>
              <a:gd name="connsiteX95" fmla="*/ 91693 w 1416401"/>
              <a:gd name="connsiteY95" fmla="*/ 656492 h 1424354"/>
              <a:gd name="connsiteX96" fmla="*/ 97555 w 1416401"/>
              <a:gd name="connsiteY96" fmla="*/ 627185 h 1424354"/>
              <a:gd name="connsiteX97" fmla="*/ 103416 w 1416401"/>
              <a:gd name="connsiteY97" fmla="*/ 609600 h 1424354"/>
              <a:gd name="connsiteX98" fmla="*/ 109278 w 1416401"/>
              <a:gd name="connsiteY98" fmla="*/ 586154 h 1424354"/>
              <a:gd name="connsiteX99" fmla="*/ 115139 w 1416401"/>
              <a:gd name="connsiteY99" fmla="*/ 556846 h 1424354"/>
              <a:gd name="connsiteX100" fmla="*/ 126862 w 1416401"/>
              <a:gd name="connsiteY100" fmla="*/ 521677 h 1424354"/>
              <a:gd name="connsiteX101" fmla="*/ 121001 w 1416401"/>
              <a:gd name="connsiteY101" fmla="*/ 322385 h 1424354"/>
              <a:gd name="connsiteX102" fmla="*/ 115139 w 1416401"/>
              <a:gd name="connsiteY102" fmla="*/ 304800 h 1424354"/>
              <a:gd name="connsiteX103" fmla="*/ 103416 w 1416401"/>
              <a:gd name="connsiteY103" fmla="*/ 281354 h 1424354"/>
              <a:gd name="connsiteX104" fmla="*/ 85832 w 1416401"/>
              <a:gd name="connsiteY104" fmla="*/ 263769 h 1424354"/>
              <a:gd name="connsiteX105" fmla="*/ 79970 w 1416401"/>
              <a:gd name="connsiteY10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155426 w 1416401"/>
              <a:gd name="connsiteY77" fmla="*/ 1371600 h 1424354"/>
              <a:gd name="connsiteX78" fmla="*/ 126862 w 1416401"/>
              <a:gd name="connsiteY78" fmla="*/ 1312985 h 1424354"/>
              <a:gd name="connsiteX79" fmla="*/ 109278 w 1416401"/>
              <a:gd name="connsiteY79" fmla="*/ 1307123 h 1424354"/>
              <a:gd name="connsiteX80" fmla="*/ 79970 w 1416401"/>
              <a:gd name="connsiteY80" fmla="*/ 1283677 h 1424354"/>
              <a:gd name="connsiteX81" fmla="*/ 50662 w 1416401"/>
              <a:gd name="connsiteY81" fmla="*/ 1248508 h 1424354"/>
              <a:gd name="connsiteX82" fmla="*/ 33078 w 1416401"/>
              <a:gd name="connsiteY82" fmla="*/ 1230923 h 1424354"/>
              <a:gd name="connsiteX83" fmla="*/ 21355 w 1416401"/>
              <a:gd name="connsiteY83" fmla="*/ 1189892 h 1424354"/>
              <a:gd name="connsiteX84" fmla="*/ 9632 w 1416401"/>
              <a:gd name="connsiteY84" fmla="*/ 1143000 h 1424354"/>
              <a:gd name="connsiteX85" fmla="*/ 9632 w 1416401"/>
              <a:gd name="connsiteY85" fmla="*/ 943708 h 1424354"/>
              <a:gd name="connsiteX86" fmla="*/ 15493 w 1416401"/>
              <a:gd name="connsiteY86" fmla="*/ 926123 h 1424354"/>
              <a:gd name="connsiteX87" fmla="*/ 21355 w 1416401"/>
              <a:gd name="connsiteY87" fmla="*/ 873369 h 1424354"/>
              <a:gd name="connsiteX88" fmla="*/ 27216 w 1416401"/>
              <a:gd name="connsiteY88" fmla="*/ 855785 h 1424354"/>
              <a:gd name="connsiteX89" fmla="*/ 33078 w 1416401"/>
              <a:gd name="connsiteY89" fmla="*/ 820615 h 1424354"/>
              <a:gd name="connsiteX90" fmla="*/ 50662 w 1416401"/>
              <a:gd name="connsiteY90" fmla="*/ 779585 h 1424354"/>
              <a:gd name="connsiteX91" fmla="*/ 62385 w 1416401"/>
              <a:gd name="connsiteY91" fmla="*/ 738554 h 1424354"/>
              <a:gd name="connsiteX92" fmla="*/ 74108 w 1416401"/>
              <a:gd name="connsiteY92" fmla="*/ 715108 h 1424354"/>
              <a:gd name="connsiteX93" fmla="*/ 85832 w 1416401"/>
              <a:gd name="connsiteY93" fmla="*/ 674077 h 1424354"/>
              <a:gd name="connsiteX94" fmla="*/ 91693 w 1416401"/>
              <a:gd name="connsiteY94" fmla="*/ 656492 h 1424354"/>
              <a:gd name="connsiteX95" fmla="*/ 97555 w 1416401"/>
              <a:gd name="connsiteY95" fmla="*/ 627185 h 1424354"/>
              <a:gd name="connsiteX96" fmla="*/ 103416 w 1416401"/>
              <a:gd name="connsiteY96" fmla="*/ 609600 h 1424354"/>
              <a:gd name="connsiteX97" fmla="*/ 109278 w 1416401"/>
              <a:gd name="connsiteY97" fmla="*/ 586154 h 1424354"/>
              <a:gd name="connsiteX98" fmla="*/ 115139 w 1416401"/>
              <a:gd name="connsiteY98" fmla="*/ 556846 h 1424354"/>
              <a:gd name="connsiteX99" fmla="*/ 126862 w 1416401"/>
              <a:gd name="connsiteY99" fmla="*/ 521677 h 1424354"/>
              <a:gd name="connsiteX100" fmla="*/ 121001 w 1416401"/>
              <a:gd name="connsiteY100" fmla="*/ 322385 h 1424354"/>
              <a:gd name="connsiteX101" fmla="*/ 115139 w 1416401"/>
              <a:gd name="connsiteY101" fmla="*/ 304800 h 1424354"/>
              <a:gd name="connsiteX102" fmla="*/ 103416 w 1416401"/>
              <a:gd name="connsiteY102" fmla="*/ 281354 h 1424354"/>
              <a:gd name="connsiteX103" fmla="*/ 85832 w 1416401"/>
              <a:gd name="connsiteY103" fmla="*/ 263769 h 1424354"/>
              <a:gd name="connsiteX104" fmla="*/ 79970 w 1416401"/>
              <a:gd name="connsiteY10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361324 w 1416401"/>
              <a:gd name="connsiteY75" fmla="*/ 1354015 h 1424354"/>
              <a:gd name="connsiteX76" fmla="*/ 155426 w 1416401"/>
              <a:gd name="connsiteY76" fmla="*/ 1371600 h 1424354"/>
              <a:gd name="connsiteX77" fmla="*/ 126862 w 1416401"/>
              <a:gd name="connsiteY77" fmla="*/ 1312985 h 1424354"/>
              <a:gd name="connsiteX78" fmla="*/ 109278 w 1416401"/>
              <a:gd name="connsiteY78" fmla="*/ 1307123 h 1424354"/>
              <a:gd name="connsiteX79" fmla="*/ 79970 w 1416401"/>
              <a:gd name="connsiteY79" fmla="*/ 1283677 h 1424354"/>
              <a:gd name="connsiteX80" fmla="*/ 50662 w 1416401"/>
              <a:gd name="connsiteY80" fmla="*/ 1248508 h 1424354"/>
              <a:gd name="connsiteX81" fmla="*/ 33078 w 1416401"/>
              <a:gd name="connsiteY81" fmla="*/ 1230923 h 1424354"/>
              <a:gd name="connsiteX82" fmla="*/ 21355 w 1416401"/>
              <a:gd name="connsiteY82" fmla="*/ 1189892 h 1424354"/>
              <a:gd name="connsiteX83" fmla="*/ 9632 w 1416401"/>
              <a:gd name="connsiteY83" fmla="*/ 1143000 h 1424354"/>
              <a:gd name="connsiteX84" fmla="*/ 9632 w 1416401"/>
              <a:gd name="connsiteY84" fmla="*/ 943708 h 1424354"/>
              <a:gd name="connsiteX85" fmla="*/ 15493 w 1416401"/>
              <a:gd name="connsiteY85" fmla="*/ 926123 h 1424354"/>
              <a:gd name="connsiteX86" fmla="*/ 21355 w 1416401"/>
              <a:gd name="connsiteY86" fmla="*/ 873369 h 1424354"/>
              <a:gd name="connsiteX87" fmla="*/ 27216 w 1416401"/>
              <a:gd name="connsiteY87" fmla="*/ 855785 h 1424354"/>
              <a:gd name="connsiteX88" fmla="*/ 33078 w 1416401"/>
              <a:gd name="connsiteY88" fmla="*/ 820615 h 1424354"/>
              <a:gd name="connsiteX89" fmla="*/ 50662 w 1416401"/>
              <a:gd name="connsiteY89" fmla="*/ 779585 h 1424354"/>
              <a:gd name="connsiteX90" fmla="*/ 62385 w 1416401"/>
              <a:gd name="connsiteY90" fmla="*/ 738554 h 1424354"/>
              <a:gd name="connsiteX91" fmla="*/ 74108 w 1416401"/>
              <a:gd name="connsiteY91" fmla="*/ 715108 h 1424354"/>
              <a:gd name="connsiteX92" fmla="*/ 85832 w 1416401"/>
              <a:gd name="connsiteY92" fmla="*/ 674077 h 1424354"/>
              <a:gd name="connsiteX93" fmla="*/ 91693 w 1416401"/>
              <a:gd name="connsiteY93" fmla="*/ 656492 h 1424354"/>
              <a:gd name="connsiteX94" fmla="*/ 97555 w 1416401"/>
              <a:gd name="connsiteY94" fmla="*/ 627185 h 1424354"/>
              <a:gd name="connsiteX95" fmla="*/ 103416 w 1416401"/>
              <a:gd name="connsiteY95" fmla="*/ 609600 h 1424354"/>
              <a:gd name="connsiteX96" fmla="*/ 109278 w 1416401"/>
              <a:gd name="connsiteY96" fmla="*/ 586154 h 1424354"/>
              <a:gd name="connsiteX97" fmla="*/ 115139 w 1416401"/>
              <a:gd name="connsiteY97" fmla="*/ 556846 h 1424354"/>
              <a:gd name="connsiteX98" fmla="*/ 126862 w 1416401"/>
              <a:gd name="connsiteY98" fmla="*/ 521677 h 1424354"/>
              <a:gd name="connsiteX99" fmla="*/ 121001 w 1416401"/>
              <a:gd name="connsiteY99" fmla="*/ 322385 h 1424354"/>
              <a:gd name="connsiteX100" fmla="*/ 115139 w 1416401"/>
              <a:gd name="connsiteY100" fmla="*/ 304800 h 1424354"/>
              <a:gd name="connsiteX101" fmla="*/ 103416 w 1416401"/>
              <a:gd name="connsiteY101" fmla="*/ 281354 h 1424354"/>
              <a:gd name="connsiteX102" fmla="*/ 85832 w 1416401"/>
              <a:gd name="connsiteY102" fmla="*/ 263769 h 1424354"/>
              <a:gd name="connsiteX103" fmla="*/ 79970 w 1416401"/>
              <a:gd name="connsiteY10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155426 w 1416401"/>
              <a:gd name="connsiteY75" fmla="*/ 1371600 h 1424354"/>
              <a:gd name="connsiteX76" fmla="*/ 126862 w 1416401"/>
              <a:gd name="connsiteY76" fmla="*/ 1312985 h 1424354"/>
              <a:gd name="connsiteX77" fmla="*/ 109278 w 1416401"/>
              <a:gd name="connsiteY77" fmla="*/ 1307123 h 1424354"/>
              <a:gd name="connsiteX78" fmla="*/ 79970 w 1416401"/>
              <a:gd name="connsiteY78" fmla="*/ 1283677 h 1424354"/>
              <a:gd name="connsiteX79" fmla="*/ 50662 w 1416401"/>
              <a:gd name="connsiteY79" fmla="*/ 1248508 h 1424354"/>
              <a:gd name="connsiteX80" fmla="*/ 33078 w 1416401"/>
              <a:gd name="connsiteY80" fmla="*/ 1230923 h 1424354"/>
              <a:gd name="connsiteX81" fmla="*/ 21355 w 1416401"/>
              <a:gd name="connsiteY81" fmla="*/ 1189892 h 1424354"/>
              <a:gd name="connsiteX82" fmla="*/ 9632 w 1416401"/>
              <a:gd name="connsiteY82" fmla="*/ 1143000 h 1424354"/>
              <a:gd name="connsiteX83" fmla="*/ 9632 w 1416401"/>
              <a:gd name="connsiteY83" fmla="*/ 943708 h 1424354"/>
              <a:gd name="connsiteX84" fmla="*/ 15493 w 1416401"/>
              <a:gd name="connsiteY84" fmla="*/ 926123 h 1424354"/>
              <a:gd name="connsiteX85" fmla="*/ 21355 w 1416401"/>
              <a:gd name="connsiteY85" fmla="*/ 873369 h 1424354"/>
              <a:gd name="connsiteX86" fmla="*/ 27216 w 1416401"/>
              <a:gd name="connsiteY86" fmla="*/ 855785 h 1424354"/>
              <a:gd name="connsiteX87" fmla="*/ 33078 w 1416401"/>
              <a:gd name="connsiteY87" fmla="*/ 820615 h 1424354"/>
              <a:gd name="connsiteX88" fmla="*/ 50662 w 1416401"/>
              <a:gd name="connsiteY88" fmla="*/ 779585 h 1424354"/>
              <a:gd name="connsiteX89" fmla="*/ 62385 w 1416401"/>
              <a:gd name="connsiteY89" fmla="*/ 738554 h 1424354"/>
              <a:gd name="connsiteX90" fmla="*/ 74108 w 1416401"/>
              <a:gd name="connsiteY90" fmla="*/ 715108 h 1424354"/>
              <a:gd name="connsiteX91" fmla="*/ 85832 w 1416401"/>
              <a:gd name="connsiteY91" fmla="*/ 674077 h 1424354"/>
              <a:gd name="connsiteX92" fmla="*/ 91693 w 1416401"/>
              <a:gd name="connsiteY92" fmla="*/ 656492 h 1424354"/>
              <a:gd name="connsiteX93" fmla="*/ 97555 w 1416401"/>
              <a:gd name="connsiteY93" fmla="*/ 627185 h 1424354"/>
              <a:gd name="connsiteX94" fmla="*/ 103416 w 1416401"/>
              <a:gd name="connsiteY94" fmla="*/ 609600 h 1424354"/>
              <a:gd name="connsiteX95" fmla="*/ 109278 w 1416401"/>
              <a:gd name="connsiteY95" fmla="*/ 586154 h 1424354"/>
              <a:gd name="connsiteX96" fmla="*/ 115139 w 1416401"/>
              <a:gd name="connsiteY96" fmla="*/ 556846 h 1424354"/>
              <a:gd name="connsiteX97" fmla="*/ 126862 w 1416401"/>
              <a:gd name="connsiteY97" fmla="*/ 521677 h 1424354"/>
              <a:gd name="connsiteX98" fmla="*/ 121001 w 1416401"/>
              <a:gd name="connsiteY98" fmla="*/ 322385 h 1424354"/>
              <a:gd name="connsiteX99" fmla="*/ 115139 w 1416401"/>
              <a:gd name="connsiteY99" fmla="*/ 304800 h 1424354"/>
              <a:gd name="connsiteX100" fmla="*/ 103416 w 1416401"/>
              <a:gd name="connsiteY100" fmla="*/ 281354 h 1424354"/>
              <a:gd name="connsiteX101" fmla="*/ 85832 w 1416401"/>
              <a:gd name="connsiteY101" fmla="*/ 263769 h 1424354"/>
              <a:gd name="connsiteX102" fmla="*/ 79970 w 1416401"/>
              <a:gd name="connsiteY10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155426 w 1416401"/>
              <a:gd name="connsiteY74" fmla="*/ 1371600 h 1424354"/>
              <a:gd name="connsiteX75" fmla="*/ 126862 w 1416401"/>
              <a:gd name="connsiteY75" fmla="*/ 1312985 h 1424354"/>
              <a:gd name="connsiteX76" fmla="*/ 109278 w 1416401"/>
              <a:gd name="connsiteY76" fmla="*/ 1307123 h 1424354"/>
              <a:gd name="connsiteX77" fmla="*/ 79970 w 1416401"/>
              <a:gd name="connsiteY77" fmla="*/ 1283677 h 1424354"/>
              <a:gd name="connsiteX78" fmla="*/ 50662 w 1416401"/>
              <a:gd name="connsiteY78" fmla="*/ 1248508 h 1424354"/>
              <a:gd name="connsiteX79" fmla="*/ 33078 w 1416401"/>
              <a:gd name="connsiteY79" fmla="*/ 1230923 h 1424354"/>
              <a:gd name="connsiteX80" fmla="*/ 21355 w 1416401"/>
              <a:gd name="connsiteY80" fmla="*/ 1189892 h 1424354"/>
              <a:gd name="connsiteX81" fmla="*/ 9632 w 1416401"/>
              <a:gd name="connsiteY81" fmla="*/ 1143000 h 1424354"/>
              <a:gd name="connsiteX82" fmla="*/ 9632 w 1416401"/>
              <a:gd name="connsiteY82" fmla="*/ 943708 h 1424354"/>
              <a:gd name="connsiteX83" fmla="*/ 15493 w 1416401"/>
              <a:gd name="connsiteY83" fmla="*/ 926123 h 1424354"/>
              <a:gd name="connsiteX84" fmla="*/ 21355 w 1416401"/>
              <a:gd name="connsiteY84" fmla="*/ 873369 h 1424354"/>
              <a:gd name="connsiteX85" fmla="*/ 27216 w 1416401"/>
              <a:gd name="connsiteY85" fmla="*/ 855785 h 1424354"/>
              <a:gd name="connsiteX86" fmla="*/ 33078 w 1416401"/>
              <a:gd name="connsiteY86" fmla="*/ 820615 h 1424354"/>
              <a:gd name="connsiteX87" fmla="*/ 50662 w 1416401"/>
              <a:gd name="connsiteY87" fmla="*/ 779585 h 1424354"/>
              <a:gd name="connsiteX88" fmla="*/ 62385 w 1416401"/>
              <a:gd name="connsiteY88" fmla="*/ 738554 h 1424354"/>
              <a:gd name="connsiteX89" fmla="*/ 74108 w 1416401"/>
              <a:gd name="connsiteY89" fmla="*/ 715108 h 1424354"/>
              <a:gd name="connsiteX90" fmla="*/ 85832 w 1416401"/>
              <a:gd name="connsiteY90" fmla="*/ 674077 h 1424354"/>
              <a:gd name="connsiteX91" fmla="*/ 91693 w 1416401"/>
              <a:gd name="connsiteY91" fmla="*/ 656492 h 1424354"/>
              <a:gd name="connsiteX92" fmla="*/ 97555 w 1416401"/>
              <a:gd name="connsiteY92" fmla="*/ 627185 h 1424354"/>
              <a:gd name="connsiteX93" fmla="*/ 103416 w 1416401"/>
              <a:gd name="connsiteY93" fmla="*/ 609600 h 1424354"/>
              <a:gd name="connsiteX94" fmla="*/ 109278 w 1416401"/>
              <a:gd name="connsiteY94" fmla="*/ 586154 h 1424354"/>
              <a:gd name="connsiteX95" fmla="*/ 115139 w 1416401"/>
              <a:gd name="connsiteY95" fmla="*/ 556846 h 1424354"/>
              <a:gd name="connsiteX96" fmla="*/ 126862 w 1416401"/>
              <a:gd name="connsiteY96" fmla="*/ 521677 h 1424354"/>
              <a:gd name="connsiteX97" fmla="*/ 121001 w 1416401"/>
              <a:gd name="connsiteY97" fmla="*/ 322385 h 1424354"/>
              <a:gd name="connsiteX98" fmla="*/ 115139 w 1416401"/>
              <a:gd name="connsiteY98" fmla="*/ 304800 h 1424354"/>
              <a:gd name="connsiteX99" fmla="*/ 103416 w 1416401"/>
              <a:gd name="connsiteY99" fmla="*/ 281354 h 1424354"/>
              <a:gd name="connsiteX100" fmla="*/ 85832 w 1416401"/>
              <a:gd name="connsiteY100" fmla="*/ 263769 h 1424354"/>
              <a:gd name="connsiteX101" fmla="*/ 79970 w 1416401"/>
              <a:gd name="connsiteY10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155426 w 1416401"/>
              <a:gd name="connsiteY73" fmla="*/ 1371600 h 1424354"/>
              <a:gd name="connsiteX74" fmla="*/ 126862 w 1416401"/>
              <a:gd name="connsiteY74" fmla="*/ 1312985 h 1424354"/>
              <a:gd name="connsiteX75" fmla="*/ 109278 w 1416401"/>
              <a:gd name="connsiteY75" fmla="*/ 1307123 h 1424354"/>
              <a:gd name="connsiteX76" fmla="*/ 79970 w 1416401"/>
              <a:gd name="connsiteY76" fmla="*/ 1283677 h 1424354"/>
              <a:gd name="connsiteX77" fmla="*/ 50662 w 1416401"/>
              <a:gd name="connsiteY77" fmla="*/ 1248508 h 1424354"/>
              <a:gd name="connsiteX78" fmla="*/ 33078 w 1416401"/>
              <a:gd name="connsiteY78" fmla="*/ 1230923 h 1424354"/>
              <a:gd name="connsiteX79" fmla="*/ 21355 w 1416401"/>
              <a:gd name="connsiteY79" fmla="*/ 1189892 h 1424354"/>
              <a:gd name="connsiteX80" fmla="*/ 9632 w 1416401"/>
              <a:gd name="connsiteY80" fmla="*/ 1143000 h 1424354"/>
              <a:gd name="connsiteX81" fmla="*/ 9632 w 1416401"/>
              <a:gd name="connsiteY81" fmla="*/ 943708 h 1424354"/>
              <a:gd name="connsiteX82" fmla="*/ 15493 w 1416401"/>
              <a:gd name="connsiteY82" fmla="*/ 926123 h 1424354"/>
              <a:gd name="connsiteX83" fmla="*/ 21355 w 1416401"/>
              <a:gd name="connsiteY83" fmla="*/ 873369 h 1424354"/>
              <a:gd name="connsiteX84" fmla="*/ 27216 w 1416401"/>
              <a:gd name="connsiteY84" fmla="*/ 855785 h 1424354"/>
              <a:gd name="connsiteX85" fmla="*/ 33078 w 1416401"/>
              <a:gd name="connsiteY85" fmla="*/ 820615 h 1424354"/>
              <a:gd name="connsiteX86" fmla="*/ 50662 w 1416401"/>
              <a:gd name="connsiteY86" fmla="*/ 779585 h 1424354"/>
              <a:gd name="connsiteX87" fmla="*/ 62385 w 1416401"/>
              <a:gd name="connsiteY87" fmla="*/ 738554 h 1424354"/>
              <a:gd name="connsiteX88" fmla="*/ 74108 w 1416401"/>
              <a:gd name="connsiteY88" fmla="*/ 715108 h 1424354"/>
              <a:gd name="connsiteX89" fmla="*/ 85832 w 1416401"/>
              <a:gd name="connsiteY89" fmla="*/ 674077 h 1424354"/>
              <a:gd name="connsiteX90" fmla="*/ 91693 w 1416401"/>
              <a:gd name="connsiteY90" fmla="*/ 656492 h 1424354"/>
              <a:gd name="connsiteX91" fmla="*/ 97555 w 1416401"/>
              <a:gd name="connsiteY91" fmla="*/ 627185 h 1424354"/>
              <a:gd name="connsiteX92" fmla="*/ 103416 w 1416401"/>
              <a:gd name="connsiteY92" fmla="*/ 609600 h 1424354"/>
              <a:gd name="connsiteX93" fmla="*/ 109278 w 1416401"/>
              <a:gd name="connsiteY93" fmla="*/ 586154 h 1424354"/>
              <a:gd name="connsiteX94" fmla="*/ 115139 w 1416401"/>
              <a:gd name="connsiteY94" fmla="*/ 556846 h 1424354"/>
              <a:gd name="connsiteX95" fmla="*/ 126862 w 1416401"/>
              <a:gd name="connsiteY95" fmla="*/ 521677 h 1424354"/>
              <a:gd name="connsiteX96" fmla="*/ 121001 w 1416401"/>
              <a:gd name="connsiteY96" fmla="*/ 322385 h 1424354"/>
              <a:gd name="connsiteX97" fmla="*/ 115139 w 1416401"/>
              <a:gd name="connsiteY97" fmla="*/ 304800 h 1424354"/>
              <a:gd name="connsiteX98" fmla="*/ 103416 w 1416401"/>
              <a:gd name="connsiteY98" fmla="*/ 281354 h 1424354"/>
              <a:gd name="connsiteX99" fmla="*/ 85832 w 1416401"/>
              <a:gd name="connsiteY99" fmla="*/ 263769 h 1424354"/>
              <a:gd name="connsiteX100" fmla="*/ 79970 w 1416401"/>
              <a:gd name="connsiteY10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109278 w 1416401"/>
              <a:gd name="connsiteY74" fmla="*/ 1307123 h 1424354"/>
              <a:gd name="connsiteX75" fmla="*/ 79970 w 1416401"/>
              <a:gd name="connsiteY75" fmla="*/ 1283677 h 1424354"/>
              <a:gd name="connsiteX76" fmla="*/ 50662 w 1416401"/>
              <a:gd name="connsiteY76" fmla="*/ 1248508 h 1424354"/>
              <a:gd name="connsiteX77" fmla="*/ 33078 w 1416401"/>
              <a:gd name="connsiteY77" fmla="*/ 1230923 h 1424354"/>
              <a:gd name="connsiteX78" fmla="*/ 21355 w 1416401"/>
              <a:gd name="connsiteY78" fmla="*/ 1189892 h 1424354"/>
              <a:gd name="connsiteX79" fmla="*/ 9632 w 1416401"/>
              <a:gd name="connsiteY79" fmla="*/ 1143000 h 1424354"/>
              <a:gd name="connsiteX80" fmla="*/ 9632 w 1416401"/>
              <a:gd name="connsiteY80" fmla="*/ 943708 h 1424354"/>
              <a:gd name="connsiteX81" fmla="*/ 15493 w 1416401"/>
              <a:gd name="connsiteY81" fmla="*/ 926123 h 1424354"/>
              <a:gd name="connsiteX82" fmla="*/ 21355 w 1416401"/>
              <a:gd name="connsiteY82" fmla="*/ 873369 h 1424354"/>
              <a:gd name="connsiteX83" fmla="*/ 27216 w 1416401"/>
              <a:gd name="connsiteY83" fmla="*/ 855785 h 1424354"/>
              <a:gd name="connsiteX84" fmla="*/ 33078 w 1416401"/>
              <a:gd name="connsiteY84" fmla="*/ 820615 h 1424354"/>
              <a:gd name="connsiteX85" fmla="*/ 50662 w 1416401"/>
              <a:gd name="connsiteY85" fmla="*/ 779585 h 1424354"/>
              <a:gd name="connsiteX86" fmla="*/ 62385 w 1416401"/>
              <a:gd name="connsiteY86" fmla="*/ 738554 h 1424354"/>
              <a:gd name="connsiteX87" fmla="*/ 74108 w 1416401"/>
              <a:gd name="connsiteY87" fmla="*/ 715108 h 1424354"/>
              <a:gd name="connsiteX88" fmla="*/ 85832 w 1416401"/>
              <a:gd name="connsiteY88" fmla="*/ 674077 h 1424354"/>
              <a:gd name="connsiteX89" fmla="*/ 91693 w 1416401"/>
              <a:gd name="connsiteY89" fmla="*/ 656492 h 1424354"/>
              <a:gd name="connsiteX90" fmla="*/ 97555 w 1416401"/>
              <a:gd name="connsiteY90" fmla="*/ 627185 h 1424354"/>
              <a:gd name="connsiteX91" fmla="*/ 103416 w 1416401"/>
              <a:gd name="connsiteY91" fmla="*/ 609600 h 1424354"/>
              <a:gd name="connsiteX92" fmla="*/ 109278 w 1416401"/>
              <a:gd name="connsiteY92" fmla="*/ 586154 h 1424354"/>
              <a:gd name="connsiteX93" fmla="*/ 115139 w 1416401"/>
              <a:gd name="connsiteY93" fmla="*/ 556846 h 1424354"/>
              <a:gd name="connsiteX94" fmla="*/ 126862 w 1416401"/>
              <a:gd name="connsiteY94" fmla="*/ 521677 h 1424354"/>
              <a:gd name="connsiteX95" fmla="*/ 121001 w 1416401"/>
              <a:gd name="connsiteY95" fmla="*/ 322385 h 1424354"/>
              <a:gd name="connsiteX96" fmla="*/ 115139 w 1416401"/>
              <a:gd name="connsiteY96" fmla="*/ 304800 h 1424354"/>
              <a:gd name="connsiteX97" fmla="*/ 103416 w 1416401"/>
              <a:gd name="connsiteY97" fmla="*/ 281354 h 1424354"/>
              <a:gd name="connsiteX98" fmla="*/ 85832 w 1416401"/>
              <a:gd name="connsiteY98" fmla="*/ 263769 h 1424354"/>
              <a:gd name="connsiteX99" fmla="*/ 79970 w 1416401"/>
              <a:gd name="connsiteY99"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79970 w 1416401"/>
              <a:gd name="connsiteY74" fmla="*/ 1283677 h 1424354"/>
              <a:gd name="connsiteX75" fmla="*/ 50662 w 1416401"/>
              <a:gd name="connsiteY75" fmla="*/ 1248508 h 1424354"/>
              <a:gd name="connsiteX76" fmla="*/ 33078 w 1416401"/>
              <a:gd name="connsiteY76" fmla="*/ 1230923 h 1424354"/>
              <a:gd name="connsiteX77" fmla="*/ 21355 w 1416401"/>
              <a:gd name="connsiteY77" fmla="*/ 1189892 h 1424354"/>
              <a:gd name="connsiteX78" fmla="*/ 9632 w 1416401"/>
              <a:gd name="connsiteY78" fmla="*/ 1143000 h 1424354"/>
              <a:gd name="connsiteX79" fmla="*/ 9632 w 1416401"/>
              <a:gd name="connsiteY79" fmla="*/ 943708 h 1424354"/>
              <a:gd name="connsiteX80" fmla="*/ 15493 w 1416401"/>
              <a:gd name="connsiteY80" fmla="*/ 926123 h 1424354"/>
              <a:gd name="connsiteX81" fmla="*/ 21355 w 1416401"/>
              <a:gd name="connsiteY81" fmla="*/ 873369 h 1424354"/>
              <a:gd name="connsiteX82" fmla="*/ 27216 w 1416401"/>
              <a:gd name="connsiteY82" fmla="*/ 855785 h 1424354"/>
              <a:gd name="connsiteX83" fmla="*/ 33078 w 1416401"/>
              <a:gd name="connsiteY83" fmla="*/ 820615 h 1424354"/>
              <a:gd name="connsiteX84" fmla="*/ 50662 w 1416401"/>
              <a:gd name="connsiteY84" fmla="*/ 779585 h 1424354"/>
              <a:gd name="connsiteX85" fmla="*/ 62385 w 1416401"/>
              <a:gd name="connsiteY85" fmla="*/ 738554 h 1424354"/>
              <a:gd name="connsiteX86" fmla="*/ 74108 w 1416401"/>
              <a:gd name="connsiteY86" fmla="*/ 715108 h 1424354"/>
              <a:gd name="connsiteX87" fmla="*/ 85832 w 1416401"/>
              <a:gd name="connsiteY87" fmla="*/ 674077 h 1424354"/>
              <a:gd name="connsiteX88" fmla="*/ 91693 w 1416401"/>
              <a:gd name="connsiteY88" fmla="*/ 656492 h 1424354"/>
              <a:gd name="connsiteX89" fmla="*/ 97555 w 1416401"/>
              <a:gd name="connsiteY89" fmla="*/ 627185 h 1424354"/>
              <a:gd name="connsiteX90" fmla="*/ 103416 w 1416401"/>
              <a:gd name="connsiteY90" fmla="*/ 609600 h 1424354"/>
              <a:gd name="connsiteX91" fmla="*/ 109278 w 1416401"/>
              <a:gd name="connsiteY91" fmla="*/ 586154 h 1424354"/>
              <a:gd name="connsiteX92" fmla="*/ 115139 w 1416401"/>
              <a:gd name="connsiteY92" fmla="*/ 556846 h 1424354"/>
              <a:gd name="connsiteX93" fmla="*/ 126862 w 1416401"/>
              <a:gd name="connsiteY93" fmla="*/ 521677 h 1424354"/>
              <a:gd name="connsiteX94" fmla="*/ 121001 w 1416401"/>
              <a:gd name="connsiteY94" fmla="*/ 322385 h 1424354"/>
              <a:gd name="connsiteX95" fmla="*/ 115139 w 1416401"/>
              <a:gd name="connsiteY95" fmla="*/ 304800 h 1424354"/>
              <a:gd name="connsiteX96" fmla="*/ 103416 w 1416401"/>
              <a:gd name="connsiteY96" fmla="*/ 281354 h 1424354"/>
              <a:gd name="connsiteX97" fmla="*/ 85832 w 1416401"/>
              <a:gd name="connsiteY97" fmla="*/ 263769 h 1424354"/>
              <a:gd name="connsiteX98" fmla="*/ 79970 w 1416401"/>
              <a:gd name="connsiteY98"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83418 w 1416401"/>
              <a:gd name="connsiteY95" fmla="*/ 291480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83418 w 1416401"/>
              <a:gd name="connsiteY94" fmla="*/ 291480 h 1424354"/>
              <a:gd name="connsiteX95" fmla="*/ 85832 w 1416401"/>
              <a:gd name="connsiteY95" fmla="*/ 263769 h 1424354"/>
              <a:gd name="connsiteX96" fmla="*/ 79970 w 1416401"/>
              <a:gd name="connsiteY9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83418 w 1416401"/>
              <a:gd name="connsiteY93" fmla="*/ 291480 h 1424354"/>
              <a:gd name="connsiteX94" fmla="*/ 85832 w 1416401"/>
              <a:gd name="connsiteY94" fmla="*/ 263769 h 1424354"/>
              <a:gd name="connsiteX95" fmla="*/ 79970 w 1416401"/>
              <a:gd name="connsiteY9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2366 w 1416401"/>
              <a:gd name="connsiteY90" fmla="*/ 546969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7093 w 1416401"/>
              <a:gd name="connsiteY55" fmla="*/ 1219200 h 1424354"/>
              <a:gd name="connsiteX56" fmla="*/ 1381232 w 1416401"/>
              <a:gd name="connsiteY56" fmla="*/ 1289538 h 1424354"/>
              <a:gd name="connsiteX57" fmla="*/ 1351924 w 1416401"/>
              <a:gd name="connsiteY57" fmla="*/ 1330569 h 1424354"/>
              <a:gd name="connsiteX58" fmla="*/ 1322616 w 1416401"/>
              <a:gd name="connsiteY58" fmla="*/ 1359877 h 1424354"/>
              <a:gd name="connsiteX59" fmla="*/ 1287447 w 1416401"/>
              <a:gd name="connsiteY59" fmla="*/ 1383323 h 1424354"/>
              <a:gd name="connsiteX60" fmla="*/ 1269862 w 1416401"/>
              <a:gd name="connsiteY60" fmla="*/ 1395046 h 1424354"/>
              <a:gd name="connsiteX61" fmla="*/ 1234693 w 1416401"/>
              <a:gd name="connsiteY61" fmla="*/ 1406769 h 1424354"/>
              <a:gd name="connsiteX62" fmla="*/ 1217108 w 1416401"/>
              <a:gd name="connsiteY62" fmla="*/ 1412631 h 1424354"/>
              <a:gd name="connsiteX63" fmla="*/ 1176078 w 1416401"/>
              <a:gd name="connsiteY63" fmla="*/ 1418492 h 1424354"/>
              <a:gd name="connsiteX64" fmla="*/ 1140908 w 1416401"/>
              <a:gd name="connsiteY64" fmla="*/ 1424354 h 1424354"/>
              <a:gd name="connsiteX65" fmla="*/ 900585 w 1416401"/>
              <a:gd name="connsiteY65" fmla="*/ 1418492 h 1424354"/>
              <a:gd name="connsiteX66" fmla="*/ 883001 w 1416401"/>
              <a:gd name="connsiteY66" fmla="*/ 1412631 h 1424354"/>
              <a:gd name="connsiteX67" fmla="*/ 800939 w 1416401"/>
              <a:gd name="connsiteY67" fmla="*/ 1406769 h 1424354"/>
              <a:gd name="connsiteX68" fmla="*/ 630955 w 1416401"/>
              <a:gd name="connsiteY68" fmla="*/ 1400908 h 1424354"/>
              <a:gd name="connsiteX69" fmla="*/ 572339 w 1416401"/>
              <a:gd name="connsiteY69" fmla="*/ 1395046 h 1424354"/>
              <a:gd name="connsiteX70" fmla="*/ 476812 w 1416401"/>
              <a:gd name="connsiteY70" fmla="*/ 1400908 h 1424354"/>
              <a:gd name="connsiteX71" fmla="*/ 155426 w 1416401"/>
              <a:gd name="connsiteY71" fmla="*/ 1371600 h 1424354"/>
              <a:gd name="connsiteX72" fmla="*/ 83418 w 1416401"/>
              <a:gd name="connsiteY72" fmla="*/ 1299592 h 1424354"/>
              <a:gd name="connsiteX73" fmla="*/ 50662 w 1416401"/>
              <a:gd name="connsiteY73" fmla="*/ 1248508 h 1424354"/>
              <a:gd name="connsiteX74" fmla="*/ 33078 w 1416401"/>
              <a:gd name="connsiteY74" fmla="*/ 1230923 h 1424354"/>
              <a:gd name="connsiteX75" fmla="*/ 21355 w 1416401"/>
              <a:gd name="connsiteY75" fmla="*/ 1189892 h 1424354"/>
              <a:gd name="connsiteX76" fmla="*/ 9632 w 1416401"/>
              <a:gd name="connsiteY76" fmla="*/ 1143000 h 1424354"/>
              <a:gd name="connsiteX77" fmla="*/ 9632 w 1416401"/>
              <a:gd name="connsiteY77" fmla="*/ 943708 h 1424354"/>
              <a:gd name="connsiteX78" fmla="*/ 15493 w 1416401"/>
              <a:gd name="connsiteY78" fmla="*/ 926123 h 1424354"/>
              <a:gd name="connsiteX79" fmla="*/ 21355 w 1416401"/>
              <a:gd name="connsiteY79" fmla="*/ 873369 h 1424354"/>
              <a:gd name="connsiteX80" fmla="*/ 27216 w 1416401"/>
              <a:gd name="connsiteY80" fmla="*/ 855785 h 1424354"/>
              <a:gd name="connsiteX81" fmla="*/ 33078 w 1416401"/>
              <a:gd name="connsiteY81" fmla="*/ 820615 h 1424354"/>
              <a:gd name="connsiteX82" fmla="*/ 50662 w 1416401"/>
              <a:gd name="connsiteY82" fmla="*/ 779585 h 1424354"/>
              <a:gd name="connsiteX83" fmla="*/ 62385 w 1416401"/>
              <a:gd name="connsiteY83" fmla="*/ 738554 h 1424354"/>
              <a:gd name="connsiteX84" fmla="*/ 74108 w 1416401"/>
              <a:gd name="connsiteY84" fmla="*/ 715108 h 1424354"/>
              <a:gd name="connsiteX85" fmla="*/ 85832 w 1416401"/>
              <a:gd name="connsiteY85" fmla="*/ 674077 h 1424354"/>
              <a:gd name="connsiteX86" fmla="*/ 91693 w 1416401"/>
              <a:gd name="connsiteY86" fmla="*/ 656492 h 1424354"/>
              <a:gd name="connsiteX87" fmla="*/ 97555 w 1416401"/>
              <a:gd name="connsiteY87" fmla="*/ 627185 h 1424354"/>
              <a:gd name="connsiteX88" fmla="*/ 103416 w 1416401"/>
              <a:gd name="connsiteY88" fmla="*/ 609600 h 1424354"/>
              <a:gd name="connsiteX89" fmla="*/ 102366 w 1416401"/>
              <a:gd name="connsiteY89" fmla="*/ 546969 h 1424354"/>
              <a:gd name="connsiteX90" fmla="*/ 83418 w 1416401"/>
              <a:gd name="connsiteY90" fmla="*/ 435496 h 1424354"/>
              <a:gd name="connsiteX91" fmla="*/ 83418 w 1416401"/>
              <a:gd name="connsiteY91" fmla="*/ 291480 h 1424354"/>
              <a:gd name="connsiteX92" fmla="*/ 85832 w 1416401"/>
              <a:gd name="connsiteY92" fmla="*/ 263769 h 1424354"/>
              <a:gd name="connsiteX93" fmla="*/ 79970 w 1416401"/>
              <a:gd name="connsiteY9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1232 w 1416401"/>
              <a:gd name="connsiteY55" fmla="*/ 1289538 h 1424354"/>
              <a:gd name="connsiteX56" fmla="*/ 1351924 w 1416401"/>
              <a:gd name="connsiteY56" fmla="*/ 1330569 h 1424354"/>
              <a:gd name="connsiteX57" fmla="*/ 1322616 w 1416401"/>
              <a:gd name="connsiteY57" fmla="*/ 1359877 h 1424354"/>
              <a:gd name="connsiteX58" fmla="*/ 1287447 w 1416401"/>
              <a:gd name="connsiteY58" fmla="*/ 1383323 h 1424354"/>
              <a:gd name="connsiteX59" fmla="*/ 1269862 w 1416401"/>
              <a:gd name="connsiteY59" fmla="*/ 1395046 h 1424354"/>
              <a:gd name="connsiteX60" fmla="*/ 1234693 w 1416401"/>
              <a:gd name="connsiteY60" fmla="*/ 1406769 h 1424354"/>
              <a:gd name="connsiteX61" fmla="*/ 1217108 w 1416401"/>
              <a:gd name="connsiteY61" fmla="*/ 1412631 h 1424354"/>
              <a:gd name="connsiteX62" fmla="*/ 1176078 w 1416401"/>
              <a:gd name="connsiteY62" fmla="*/ 1418492 h 1424354"/>
              <a:gd name="connsiteX63" fmla="*/ 1140908 w 1416401"/>
              <a:gd name="connsiteY63" fmla="*/ 1424354 h 1424354"/>
              <a:gd name="connsiteX64" fmla="*/ 900585 w 1416401"/>
              <a:gd name="connsiteY64" fmla="*/ 1418492 h 1424354"/>
              <a:gd name="connsiteX65" fmla="*/ 883001 w 1416401"/>
              <a:gd name="connsiteY65" fmla="*/ 1412631 h 1424354"/>
              <a:gd name="connsiteX66" fmla="*/ 800939 w 1416401"/>
              <a:gd name="connsiteY66" fmla="*/ 1406769 h 1424354"/>
              <a:gd name="connsiteX67" fmla="*/ 630955 w 1416401"/>
              <a:gd name="connsiteY67" fmla="*/ 1400908 h 1424354"/>
              <a:gd name="connsiteX68" fmla="*/ 572339 w 1416401"/>
              <a:gd name="connsiteY68" fmla="*/ 1395046 h 1424354"/>
              <a:gd name="connsiteX69" fmla="*/ 476812 w 1416401"/>
              <a:gd name="connsiteY69" fmla="*/ 1400908 h 1424354"/>
              <a:gd name="connsiteX70" fmla="*/ 155426 w 1416401"/>
              <a:gd name="connsiteY70" fmla="*/ 1371600 h 1424354"/>
              <a:gd name="connsiteX71" fmla="*/ 83418 w 1416401"/>
              <a:gd name="connsiteY71" fmla="*/ 1299592 h 1424354"/>
              <a:gd name="connsiteX72" fmla="*/ 50662 w 1416401"/>
              <a:gd name="connsiteY72" fmla="*/ 1248508 h 1424354"/>
              <a:gd name="connsiteX73" fmla="*/ 33078 w 1416401"/>
              <a:gd name="connsiteY73" fmla="*/ 1230923 h 1424354"/>
              <a:gd name="connsiteX74" fmla="*/ 21355 w 1416401"/>
              <a:gd name="connsiteY74" fmla="*/ 1189892 h 1424354"/>
              <a:gd name="connsiteX75" fmla="*/ 9632 w 1416401"/>
              <a:gd name="connsiteY75" fmla="*/ 1143000 h 1424354"/>
              <a:gd name="connsiteX76" fmla="*/ 9632 w 1416401"/>
              <a:gd name="connsiteY76" fmla="*/ 943708 h 1424354"/>
              <a:gd name="connsiteX77" fmla="*/ 15493 w 1416401"/>
              <a:gd name="connsiteY77" fmla="*/ 926123 h 1424354"/>
              <a:gd name="connsiteX78" fmla="*/ 21355 w 1416401"/>
              <a:gd name="connsiteY78" fmla="*/ 873369 h 1424354"/>
              <a:gd name="connsiteX79" fmla="*/ 27216 w 1416401"/>
              <a:gd name="connsiteY79" fmla="*/ 855785 h 1424354"/>
              <a:gd name="connsiteX80" fmla="*/ 33078 w 1416401"/>
              <a:gd name="connsiteY80" fmla="*/ 820615 h 1424354"/>
              <a:gd name="connsiteX81" fmla="*/ 50662 w 1416401"/>
              <a:gd name="connsiteY81" fmla="*/ 779585 h 1424354"/>
              <a:gd name="connsiteX82" fmla="*/ 62385 w 1416401"/>
              <a:gd name="connsiteY82" fmla="*/ 738554 h 1424354"/>
              <a:gd name="connsiteX83" fmla="*/ 74108 w 1416401"/>
              <a:gd name="connsiteY83" fmla="*/ 715108 h 1424354"/>
              <a:gd name="connsiteX84" fmla="*/ 85832 w 1416401"/>
              <a:gd name="connsiteY84" fmla="*/ 674077 h 1424354"/>
              <a:gd name="connsiteX85" fmla="*/ 91693 w 1416401"/>
              <a:gd name="connsiteY85" fmla="*/ 656492 h 1424354"/>
              <a:gd name="connsiteX86" fmla="*/ 97555 w 1416401"/>
              <a:gd name="connsiteY86" fmla="*/ 627185 h 1424354"/>
              <a:gd name="connsiteX87" fmla="*/ 103416 w 1416401"/>
              <a:gd name="connsiteY87" fmla="*/ 609600 h 1424354"/>
              <a:gd name="connsiteX88" fmla="*/ 102366 w 1416401"/>
              <a:gd name="connsiteY88" fmla="*/ 546969 h 1424354"/>
              <a:gd name="connsiteX89" fmla="*/ 83418 w 1416401"/>
              <a:gd name="connsiteY89" fmla="*/ 435496 h 1424354"/>
              <a:gd name="connsiteX90" fmla="*/ 83418 w 1416401"/>
              <a:gd name="connsiteY90" fmla="*/ 291480 h 1424354"/>
              <a:gd name="connsiteX91" fmla="*/ 85832 w 1416401"/>
              <a:gd name="connsiteY91" fmla="*/ 263769 h 1424354"/>
              <a:gd name="connsiteX92" fmla="*/ 79970 w 1416401"/>
              <a:gd name="connsiteY9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81232 w 1416401"/>
              <a:gd name="connsiteY54" fmla="*/ 1289538 h 1424354"/>
              <a:gd name="connsiteX55" fmla="*/ 1351924 w 1416401"/>
              <a:gd name="connsiteY55" fmla="*/ 1330569 h 1424354"/>
              <a:gd name="connsiteX56" fmla="*/ 1322616 w 1416401"/>
              <a:gd name="connsiteY56" fmla="*/ 1359877 h 1424354"/>
              <a:gd name="connsiteX57" fmla="*/ 1287447 w 1416401"/>
              <a:gd name="connsiteY57" fmla="*/ 1383323 h 1424354"/>
              <a:gd name="connsiteX58" fmla="*/ 1269862 w 1416401"/>
              <a:gd name="connsiteY58" fmla="*/ 1395046 h 1424354"/>
              <a:gd name="connsiteX59" fmla="*/ 1234693 w 1416401"/>
              <a:gd name="connsiteY59" fmla="*/ 1406769 h 1424354"/>
              <a:gd name="connsiteX60" fmla="*/ 1217108 w 1416401"/>
              <a:gd name="connsiteY60" fmla="*/ 1412631 h 1424354"/>
              <a:gd name="connsiteX61" fmla="*/ 1176078 w 1416401"/>
              <a:gd name="connsiteY61" fmla="*/ 1418492 h 1424354"/>
              <a:gd name="connsiteX62" fmla="*/ 1140908 w 1416401"/>
              <a:gd name="connsiteY62" fmla="*/ 1424354 h 1424354"/>
              <a:gd name="connsiteX63" fmla="*/ 900585 w 1416401"/>
              <a:gd name="connsiteY63" fmla="*/ 1418492 h 1424354"/>
              <a:gd name="connsiteX64" fmla="*/ 883001 w 1416401"/>
              <a:gd name="connsiteY64" fmla="*/ 1412631 h 1424354"/>
              <a:gd name="connsiteX65" fmla="*/ 800939 w 1416401"/>
              <a:gd name="connsiteY65" fmla="*/ 1406769 h 1424354"/>
              <a:gd name="connsiteX66" fmla="*/ 630955 w 1416401"/>
              <a:gd name="connsiteY66" fmla="*/ 1400908 h 1424354"/>
              <a:gd name="connsiteX67" fmla="*/ 572339 w 1416401"/>
              <a:gd name="connsiteY67" fmla="*/ 1395046 h 1424354"/>
              <a:gd name="connsiteX68" fmla="*/ 476812 w 1416401"/>
              <a:gd name="connsiteY68" fmla="*/ 1400908 h 1424354"/>
              <a:gd name="connsiteX69" fmla="*/ 155426 w 1416401"/>
              <a:gd name="connsiteY69" fmla="*/ 1371600 h 1424354"/>
              <a:gd name="connsiteX70" fmla="*/ 83418 w 1416401"/>
              <a:gd name="connsiteY70" fmla="*/ 1299592 h 1424354"/>
              <a:gd name="connsiteX71" fmla="*/ 50662 w 1416401"/>
              <a:gd name="connsiteY71" fmla="*/ 1248508 h 1424354"/>
              <a:gd name="connsiteX72" fmla="*/ 33078 w 1416401"/>
              <a:gd name="connsiteY72" fmla="*/ 1230923 h 1424354"/>
              <a:gd name="connsiteX73" fmla="*/ 21355 w 1416401"/>
              <a:gd name="connsiteY73" fmla="*/ 1189892 h 1424354"/>
              <a:gd name="connsiteX74" fmla="*/ 9632 w 1416401"/>
              <a:gd name="connsiteY74" fmla="*/ 1143000 h 1424354"/>
              <a:gd name="connsiteX75" fmla="*/ 9632 w 1416401"/>
              <a:gd name="connsiteY75" fmla="*/ 943708 h 1424354"/>
              <a:gd name="connsiteX76" fmla="*/ 15493 w 1416401"/>
              <a:gd name="connsiteY76" fmla="*/ 926123 h 1424354"/>
              <a:gd name="connsiteX77" fmla="*/ 21355 w 1416401"/>
              <a:gd name="connsiteY77" fmla="*/ 873369 h 1424354"/>
              <a:gd name="connsiteX78" fmla="*/ 27216 w 1416401"/>
              <a:gd name="connsiteY78" fmla="*/ 855785 h 1424354"/>
              <a:gd name="connsiteX79" fmla="*/ 33078 w 1416401"/>
              <a:gd name="connsiteY79" fmla="*/ 820615 h 1424354"/>
              <a:gd name="connsiteX80" fmla="*/ 50662 w 1416401"/>
              <a:gd name="connsiteY80" fmla="*/ 779585 h 1424354"/>
              <a:gd name="connsiteX81" fmla="*/ 62385 w 1416401"/>
              <a:gd name="connsiteY81" fmla="*/ 738554 h 1424354"/>
              <a:gd name="connsiteX82" fmla="*/ 74108 w 1416401"/>
              <a:gd name="connsiteY82" fmla="*/ 715108 h 1424354"/>
              <a:gd name="connsiteX83" fmla="*/ 85832 w 1416401"/>
              <a:gd name="connsiteY83" fmla="*/ 674077 h 1424354"/>
              <a:gd name="connsiteX84" fmla="*/ 91693 w 1416401"/>
              <a:gd name="connsiteY84" fmla="*/ 656492 h 1424354"/>
              <a:gd name="connsiteX85" fmla="*/ 97555 w 1416401"/>
              <a:gd name="connsiteY85" fmla="*/ 627185 h 1424354"/>
              <a:gd name="connsiteX86" fmla="*/ 103416 w 1416401"/>
              <a:gd name="connsiteY86" fmla="*/ 609600 h 1424354"/>
              <a:gd name="connsiteX87" fmla="*/ 102366 w 1416401"/>
              <a:gd name="connsiteY87" fmla="*/ 546969 h 1424354"/>
              <a:gd name="connsiteX88" fmla="*/ 83418 w 1416401"/>
              <a:gd name="connsiteY88" fmla="*/ 435496 h 1424354"/>
              <a:gd name="connsiteX89" fmla="*/ 83418 w 1416401"/>
              <a:gd name="connsiteY89" fmla="*/ 291480 h 1424354"/>
              <a:gd name="connsiteX90" fmla="*/ 85832 w 1416401"/>
              <a:gd name="connsiteY90" fmla="*/ 263769 h 1424354"/>
              <a:gd name="connsiteX91" fmla="*/ 79970 w 1416401"/>
              <a:gd name="connsiteY9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51924 w 1416401"/>
              <a:gd name="connsiteY54" fmla="*/ 1330569 h 1424354"/>
              <a:gd name="connsiteX55" fmla="*/ 1322616 w 1416401"/>
              <a:gd name="connsiteY55" fmla="*/ 1359877 h 1424354"/>
              <a:gd name="connsiteX56" fmla="*/ 1287447 w 1416401"/>
              <a:gd name="connsiteY56" fmla="*/ 1383323 h 1424354"/>
              <a:gd name="connsiteX57" fmla="*/ 1269862 w 1416401"/>
              <a:gd name="connsiteY57" fmla="*/ 1395046 h 1424354"/>
              <a:gd name="connsiteX58" fmla="*/ 1234693 w 1416401"/>
              <a:gd name="connsiteY58" fmla="*/ 1406769 h 1424354"/>
              <a:gd name="connsiteX59" fmla="*/ 1217108 w 1416401"/>
              <a:gd name="connsiteY59" fmla="*/ 1412631 h 1424354"/>
              <a:gd name="connsiteX60" fmla="*/ 1176078 w 1416401"/>
              <a:gd name="connsiteY60" fmla="*/ 1418492 h 1424354"/>
              <a:gd name="connsiteX61" fmla="*/ 1140908 w 1416401"/>
              <a:gd name="connsiteY61" fmla="*/ 1424354 h 1424354"/>
              <a:gd name="connsiteX62" fmla="*/ 900585 w 1416401"/>
              <a:gd name="connsiteY62" fmla="*/ 1418492 h 1424354"/>
              <a:gd name="connsiteX63" fmla="*/ 883001 w 1416401"/>
              <a:gd name="connsiteY63" fmla="*/ 1412631 h 1424354"/>
              <a:gd name="connsiteX64" fmla="*/ 800939 w 1416401"/>
              <a:gd name="connsiteY64" fmla="*/ 1406769 h 1424354"/>
              <a:gd name="connsiteX65" fmla="*/ 630955 w 1416401"/>
              <a:gd name="connsiteY65" fmla="*/ 1400908 h 1424354"/>
              <a:gd name="connsiteX66" fmla="*/ 572339 w 1416401"/>
              <a:gd name="connsiteY66" fmla="*/ 1395046 h 1424354"/>
              <a:gd name="connsiteX67" fmla="*/ 476812 w 1416401"/>
              <a:gd name="connsiteY67" fmla="*/ 1400908 h 1424354"/>
              <a:gd name="connsiteX68" fmla="*/ 155426 w 1416401"/>
              <a:gd name="connsiteY68" fmla="*/ 1371600 h 1424354"/>
              <a:gd name="connsiteX69" fmla="*/ 83418 w 1416401"/>
              <a:gd name="connsiteY69" fmla="*/ 1299592 h 1424354"/>
              <a:gd name="connsiteX70" fmla="*/ 50662 w 1416401"/>
              <a:gd name="connsiteY70" fmla="*/ 1248508 h 1424354"/>
              <a:gd name="connsiteX71" fmla="*/ 33078 w 1416401"/>
              <a:gd name="connsiteY71" fmla="*/ 1230923 h 1424354"/>
              <a:gd name="connsiteX72" fmla="*/ 21355 w 1416401"/>
              <a:gd name="connsiteY72" fmla="*/ 1189892 h 1424354"/>
              <a:gd name="connsiteX73" fmla="*/ 9632 w 1416401"/>
              <a:gd name="connsiteY73" fmla="*/ 1143000 h 1424354"/>
              <a:gd name="connsiteX74" fmla="*/ 9632 w 1416401"/>
              <a:gd name="connsiteY74" fmla="*/ 943708 h 1424354"/>
              <a:gd name="connsiteX75" fmla="*/ 15493 w 1416401"/>
              <a:gd name="connsiteY75" fmla="*/ 926123 h 1424354"/>
              <a:gd name="connsiteX76" fmla="*/ 21355 w 1416401"/>
              <a:gd name="connsiteY76" fmla="*/ 873369 h 1424354"/>
              <a:gd name="connsiteX77" fmla="*/ 27216 w 1416401"/>
              <a:gd name="connsiteY77" fmla="*/ 855785 h 1424354"/>
              <a:gd name="connsiteX78" fmla="*/ 33078 w 1416401"/>
              <a:gd name="connsiteY78" fmla="*/ 820615 h 1424354"/>
              <a:gd name="connsiteX79" fmla="*/ 50662 w 1416401"/>
              <a:gd name="connsiteY79" fmla="*/ 779585 h 1424354"/>
              <a:gd name="connsiteX80" fmla="*/ 62385 w 1416401"/>
              <a:gd name="connsiteY80" fmla="*/ 738554 h 1424354"/>
              <a:gd name="connsiteX81" fmla="*/ 74108 w 1416401"/>
              <a:gd name="connsiteY81" fmla="*/ 715108 h 1424354"/>
              <a:gd name="connsiteX82" fmla="*/ 85832 w 1416401"/>
              <a:gd name="connsiteY82" fmla="*/ 674077 h 1424354"/>
              <a:gd name="connsiteX83" fmla="*/ 91693 w 1416401"/>
              <a:gd name="connsiteY83" fmla="*/ 656492 h 1424354"/>
              <a:gd name="connsiteX84" fmla="*/ 97555 w 1416401"/>
              <a:gd name="connsiteY84" fmla="*/ 627185 h 1424354"/>
              <a:gd name="connsiteX85" fmla="*/ 103416 w 1416401"/>
              <a:gd name="connsiteY85" fmla="*/ 609600 h 1424354"/>
              <a:gd name="connsiteX86" fmla="*/ 102366 w 1416401"/>
              <a:gd name="connsiteY86" fmla="*/ 546969 h 1424354"/>
              <a:gd name="connsiteX87" fmla="*/ 83418 w 1416401"/>
              <a:gd name="connsiteY87" fmla="*/ 435496 h 1424354"/>
              <a:gd name="connsiteX88" fmla="*/ 83418 w 1416401"/>
              <a:gd name="connsiteY88" fmla="*/ 291480 h 1424354"/>
              <a:gd name="connsiteX89" fmla="*/ 85832 w 1416401"/>
              <a:gd name="connsiteY89" fmla="*/ 263769 h 1424354"/>
              <a:gd name="connsiteX90" fmla="*/ 79970 w 1416401"/>
              <a:gd name="connsiteY9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22616 w 1416401"/>
              <a:gd name="connsiteY54" fmla="*/ 1359877 h 1424354"/>
              <a:gd name="connsiteX55" fmla="*/ 1287447 w 1416401"/>
              <a:gd name="connsiteY55" fmla="*/ 1383323 h 1424354"/>
              <a:gd name="connsiteX56" fmla="*/ 1269862 w 1416401"/>
              <a:gd name="connsiteY56" fmla="*/ 1395046 h 1424354"/>
              <a:gd name="connsiteX57" fmla="*/ 1234693 w 1416401"/>
              <a:gd name="connsiteY57" fmla="*/ 1406769 h 1424354"/>
              <a:gd name="connsiteX58" fmla="*/ 1217108 w 1416401"/>
              <a:gd name="connsiteY58" fmla="*/ 1412631 h 1424354"/>
              <a:gd name="connsiteX59" fmla="*/ 1176078 w 1416401"/>
              <a:gd name="connsiteY59" fmla="*/ 1418492 h 1424354"/>
              <a:gd name="connsiteX60" fmla="*/ 1140908 w 1416401"/>
              <a:gd name="connsiteY60" fmla="*/ 1424354 h 1424354"/>
              <a:gd name="connsiteX61" fmla="*/ 900585 w 1416401"/>
              <a:gd name="connsiteY61" fmla="*/ 1418492 h 1424354"/>
              <a:gd name="connsiteX62" fmla="*/ 883001 w 1416401"/>
              <a:gd name="connsiteY62" fmla="*/ 1412631 h 1424354"/>
              <a:gd name="connsiteX63" fmla="*/ 800939 w 1416401"/>
              <a:gd name="connsiteY63" fmla="*/ 1406769 h 1424354"/>
              <a:gd name="connsiteX64" fmla="*/ 630955 w 1416401"/>
              <a:gd name="connsiteY64" fmla="*/ 1400908 h 1424354"/>
              <a:gd name="connsiteX65" fmla="*/ 572339 w 1416401"/>
              <a:gd name="connsiteY65" fmla="*/ 1395046 h 1424354"/>
              <a:gd name="connsiteX66" fmla="*/ 476812 w 1416401"/>
              <a:gd name="connsiteY66" fmla="*/ 1400908 h 1424354"/>
              <a:gd name="connsiteX67" fmla="*/ 155426 w 1416401"/>
              <a:gd name="connsiteY67" fmla="*/ 1371600 h 1424354"/>
              <a:gd name="connsiteX68" fmla="*/ 83418 w 1416401"/>
              <a:gd name="connsiteY68" fmla="*/ 1299592 h 1424354"/>
              <a:gd name="connsiteX69" fmla="*/ 50662 w 1416401"/>
              <a:gd name="connsiteY69" fmla="*/ 1248508 h 1424354"/>
              <a:gd name="connsiteX70" fmla="*/ 33078 w 1416401"/>
              <a:gd name="connsiteY70" fmla="*/ 1230923 h 1424354"/>
              <a:gd name="connsiteX71" fmla="*/ 21355 w 1416401"/>
              <a:gd name="connsiteY71" fmla="*/ 1189892 h 1424354"/>
              <a:gd name="connsiteX72" fmla="*/ 9632 w 1416401"/>
              <a:gd name="connsiteY72" fmla="*/ 1143000 h 1424354"/>
              <a:gd name="connsiteX73" fmla="*/ 9632 w 1416401"/>
              <a:gd name="connsiteY73" fmla="*/ 943708 h 1424354"/>
              <a:gd name="connsiteX74" fmla="*/ 15493 w 1416401"/>
              <a:gd name="connsiteY74" fmla="*/ 926123 h 1424354"/>
              <a:gd name="connsiteX75" fmla="*/ 21355 w 1416401"/>
              <a:gd name="connsiteY75" fmla="*/ 873369 h 1424354"/>
              <a:gd name="connsiteX76" fmla="*/ 27216 w 1416401"/>
              <a:gd name="connsiteY76" fmla="*/ 855785 h 1424354"/>
              <a:gd name="connsiteX77" fmla="*/ 33078 w 1416401"/>
              <a:gd name="connsiteY77" fmla="*/ 820615 h 1424354"/>
              <a:gd name="connsiteX78" fmla="*/ 50662 w 1416401"/>
              <a:gd name="connsiteY78" fmla="*/ 779585 h 1424354"/>
              <a:gd name="connsiteX79" fmla="*/ 62385 w 1416401"/>
              <a:gd name="connsiteY79" fmla="*/ 738554 h 1424354"/>
              <a:gd name="connsiteX80" fmla="*/ 74108 w 1416401"/>
              <a:gd name="connsiteY80" fmla="*/ 715108 h 1424354"/>
              <a:gd name="connsiteX81" fmla="*/ 85832 w 1416401"/>
              <a:gd name="connsiteY81" fmla="*/ 674077 h 1424354"/>
              <a:gd name="connsiteX82" fmla="*/ 91693 w 1416401"/>
              <a:gd name="connsiteY82" fmla="*/ 656492 h 1424354"/>
              <a:gd name="connsiteX83" fmla="*/ 97555 w 1416401"/>
              <a:gd name="connsiteY83" fmla="*/ 627185 h 1424354"/>
              <a:gd name="connsiteX84" fmla="*/ 103416 w 1416401"/>
              <a:gd name="connsiteY84" fmla="*/ 609600 h 1424354"/>
              <a:gd name="connsiteX85" fmla="*/ 102366 w 1416401"/>
              <a:gd name="connsiteY85" fmla="*/ 546969 h 1424354"/>
              <a:gd name="connsiteX86" fmla="*/ 83418 w 1416401"/>
              <a:gd name="connsiteY86" fmla="*/ 435496 h 1424354"/>
              <a:gd name="connsiteX87" fmla="*/ 83418 w 1416401"/>
              <a:gd name="connsiteY87" fmla="*/ 291480 h 1424354"/>
              <a:gd name="connsiteX88" fmla="*/ 85832 w 1416401"/>
              <a:gd name="connsiteY88" fmla="*/ 263769 h 1424354"/>
              <a:gd name="connsiteX89" fmla="*/ 79970 w 1416401"/>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82870 w 1424802"/>
              <a:gd name="connsiteY5" fmla="*/ 75475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90278 w 1424802"/>
              <a:gd name="connsiteY12" fmla="*/ 70204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43116 w 1424802"/>
              <a:gd name="connsiteY12" fmla="*/ 1626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7472 h 1495641"/>
              <a:gd name="connsiteX1" fmla="*/ 97555 w 1424802"/>
              <a:gd name="connsiteY1" fmla="*/ 264718 h 1495641"/>
              <a:gd name="connsiteX2" fmla="*/ 103416 w 1424802"/>
              <a:gd name="connsiteY2" fmla="*/ 247133 h 1495641"/>
              <a:gd name="connsiteX3" fmla="*/ 109278 w 1424802"/>
              <a:gd name="connsiteY3" fmla="*/ 223687 h 1495641"/>
              <a:gd name="connsiteX4" fmla="*/ 132724 w 1424802"/>
              <a:gd name="connsiteY4" fmla="*/ 188518 h 1495641"/>
              <a:gd name="connsiteX5" fmla="*/ 82870 w 1424802"/>
              <a:gd name="connsiteY5" fmla="*/ 146762 h 1495641"/>
              <a:gd name="connsiteX6" fmla="*/ 197201 w 1424802"/>
              <a:gd name="connsiteY6" fmla="*/ 141625 h 1495641"/>
              <a:gd name="connsiteX7" fmla="*/ 226508 w 1424802"/>
              <a:gd name="connsiteY7" fmla="*/ 124041 h 1495641"/>
              <a:gd name="connsiteX8" fmla="*/ 261678 w 1424802"/>
              <a:gd name="connsiteY8" fmla="*/ 112318 h 1495641"/>
              <a:gd name="connsiteX9" fmla="*/ 308570 w 1424802"/>
              <a:gd name="connsiteY9" fmla="*/ 94733 h 1495641"/>
              <a:gd name="connsiteX10" fmla="*/ 299018 w 1424802"/>
              <a:gd name="connsiteY10" fmla="*/ 2709 h 1495641"/>
              <a:gd name="connsiteX11" fmla="*/ 367185 w 1424802"/>
              <a:gd name="connsiteY11" fmla="*/ 83010 h 1495641"/>
              <a:gd name="connsiteX12" fmla="*/ 443116 w 1424802"/>
              <a:gd name="connsiteY12" fmla="*/ 2709 h 1495641"/>
              <a:gd name="connsiteX13" fmla="*/ 607508 w 1424802"/>
              <a:gd name="connsiteY13" fmla="*/ 83010 h 1495641"/>
              <a:gd name="connsiteX14" fmla="*/ 659264 w 1424802"/>
              <a:gd name="connsiteY14" fmla="*/ 2709 h 1495641"/>
              <a:gd name="connsiteX15" fmla="*/ 671985 w 1424802"/>
              <a:gd name="connsiteY15" fmla="*/ 100595 h 1495641"/>
              <a:gd name="connsiteX16" fmla="*/ 695432 w 1424802"/>
              <a:gd name="connsiteY16" fmla="*/ 106456 h 1495641"/>
              <a:gd name="connsiteX17" fmla="*/ 718878 w 1424802"/>
              <a:gd name="connsiteY17" fmla="*/ 118179 h 1495641"/>
              <a:gd name="connsiteX18" fmla="*/ 754047 w 1424802"/>
              <a:gd name="connsiteY18" fmla="*/ 129902 h 1495641"/>
              <a:gd name="connsiteX19" fmla="*/ 771632 w 1424802"/>
              <a:gd name="connsiteY19" fmla="*/ 141625 h 1495641"/>
              <a:gd name="connsiteX20" fmla="*/ 789216 w 1424802"/>
              <a:gd name="connsiteY20" fmla="*/ 159210 h 1495641"/>
              <a:gd name="connsiteX21" fmla="*/ 824385 w 1424802"/>
              <a:gd name="connsiteY21" fmla="*/ 170933 h 1495641"/>
              <a:gd name="connsiteX22" fmla="*/ 841970 w 1424802"/>
              <a:gd name="connsiteY22" fmla="*/ 188518 h 1495641"/>
              <a:gd name="connsiteX23" fmla="*/ 847832 w 1424802"/>
              <a:gd name="connsiteY23" fmla="*/ 206102 h 1495641"/>
              <a:gd name="connsiteX24" fmla="*/ 865416 w 1424802"/>
              <a:gd name="connsiteY24" fmla="*/ 211964 h 1495641"/>
              <a:gd name="connsiteX25" fmla="*/ 906447 w 1424802"/>
              <a:gd name="connsiteY25" fmla="*/ 247133 h 1495641"/>
              <a:gd name="connsiteX26" fmla="*/ 918170 w 1424802"/>
              <a:gd name="connsiteY26" fmla="*/ 264718 h 1495641"/>
              <a:gd name="connsiteX27" fmla="*/ 935755 w 1424802"/>
              <a:gd name="connsiteY27" fmla="*/ 276441 h 1495641"/>
              <a:gd name="connsiteX28" fmla="*/ 959201 w 1424802"/>
              <a:gd name="connsiteY28" fmla="*/ 294025 h 1495641"/>
              <a:gd name="connsiteX29" fmla="*/ 976785 w 1424802"/>
              <a:gd name="connsiteY29" fmla="*/ 305749 h 1495641"/>
              <a:gd name="connsiteX30" fmla="*/ 994370 w 1424802"/>
              <a:gd name="connsiteY30" fmla="*/ 329195 h 1495641"/>
              <a:gd name="connsiteX31" fmla="*/ 1035401 w 1424802"/>
              <a:gd name="connsiteY31" fmla="*/ 352641 h 1495641"/>
              <a:gd name="connsiteX32" fmla="*/ 1058847 w 1424802"/>
              <a:gd name="connsiteY32" fmla="*/ 381949 h 1495641"/>
              <a:gd name="connsiteX33" fmla="*/ 1099878 w 1424802"/>
              <a:gd name="connsiteY33" fmla="*/ 417118 h 1495641"/>
              <a:gd name="connsiteX34" fmla="*/ 1129185 w 1424802"/>
              <a:gd name="connsiteY34" fmla="*/ 458149 h 1495641"/>
              <a:gd name="connsiteX35" fmla="*/ 1135047 w 1424802"/>
              <a:gd name="connsiteY35" fmla="*/ 475733 h 1495641"/>
              <a:gd name="connsiteX36" fmla="*/ 1170216 w 1424802"/>
              <a:gd name="connsiteY36" fmla="*/ 516764 h 1495641"/>
              <a:gd name="connsiteX37" fmla="*/ 1187801 w 1424802"/>
              <a:gd name="connsiteY37" fmla="*/ 540210 h 1495641"/>
              <a:gd name="connsiteX38" fmla="*/ 1211247 w 1424802"/>
              <a:gd name="connsiteY38" fmla="*/ 575379 h 1495641"/>
              <a:gd name="connsiteX39" fmla="*/ 1240555 w 1424802"/>
              <a:gd name="connsiteY39" fmla="*/ 616410 h 1495641"/>
              <a:gd name="connsiteX40" fmla="*/ 1264001 w 1424802"/>
              <a:gd name="connsiteY40" fmla="*/ 663302 h 1495641"/>
              <a:gd name="connsiteX41" fmla="*/ 1269862 w 1424802"/>
              <a:gd name="connsiteY41" fmla="*/ 680887 h 1495641"/>
              <a:gd name="connsiteX42" fmla="*/ 1287447 w 1424802"/>
              <a:gd name="connsiteY42" fmla="*/ 710195 h 1495641"/>
              <a:gd name="connsiteX43" fmla="*/ 1299170 w 1424802"/>
              <a:gd name="connsiteY43" fmla="*/ 733641 h 1495641"/>
              <a:gd name="connsiteX44" fmla="*/ 1316755 w 1424802"/>
              <a:gd name="connsiteY44" fmla="*/ 751225 h 1495641"/>
              <a:gd name="connsiteX45" fmla="*/ 1340201 w 1424802"/>
              <a:gd name="connsiteY45" fmla="*/ 792256 h 1495641"/>
              <a:gd name="connsiteX46" fmla="*/ 1351924 w 1424802"/>
              <a:gd name="connsiteY46" fmla="*/ 815702 h 1495641"/>
              <a:gd name="connsiteX47" fmla="*/ 1357785 w 1424802"/>
              <a:gd name="connsiteY47" fmla="*/ 833287 h 1495641"/>
              <a:gd name="connsiteX48" fmla="*/ 1369508 w 1424802"/>
              <a:gd name="connsiteY48" fmla="*/ 850872 h 1495641"/>
              <a:gd name="connsiteX49" fmla="*/ 1381232 w 1424802"/>
              <a:gd name="connsiteY49" fmla="*/ 880179 h 1495641"/>
              <a:gd name="connsiteX50" fmla="*/ 1398816 w 1424802"/>
              <a:gd name="connsiteY50" fmla="*/ 956379 h 1495641"/>
              <a:gd name="connsiteX51" fmla="*/ 1410539 w 1424802"/>
              <a:gd name="connsiteY51" fmla="*/ 1026718 h 1495641"/>
              <a:gd name="connsiteX52" fmla="*/ 1416401 w 1424802"/>
              <a:gd name="connsiteY52" fmla="*/ 1044302 h 1495641"/>
              <a:gd name="connsiteX53" fmla="*/ 1410539 w 1424802"/>
              <a:gd name="connsiteY53" fmla="*/ 1196702 h 1495641"/>
              <a:gd name="connsiteX54" fmla="*/ 1404287 w 1424802"/>
              <a:gd name="connsiteY54" fmla="*/ 1320328 h 1495641"/>
              <a:gd name="connsiteX55" fmla="*/ 1287447 w 1424802"/>
              <a:gd name="connsiteY55" fmla="*/ 1454610 h 1495641"/>
              <a:gd name="connsiteX56" fmla="*/ 1269862 w 1424802"/>
              <a:gd name="connsiteY56" fmla="*/ 1466333 h 1495641"/>
              <a:gd name="connsiteX57" fmla="*/ 1234693 w 1424802"/>
              <a:gd name="connsiteY57" fmla="*/ 1478056 h 1495641"/>
              <a:gd name="connsiteX58" fmla="*/ 1217108 w 1424802"/>
              <a:gd name="connsiteY58" fmla="*/ 1483918 h 1495641"/>
              <a:gd name="connsiteX59" fmla="*/ 1176078 w 1424802"/>
              <a:gd name="connsiteY59" fmla="*/ 1489779 h 1495641"/>
              <a:gd name="connsiteX60" fmla="*/ 1140908 w 1424802"/>
              <a:gd name="connsiteY60" fmla="*/ 1495641 h 1495641"/>
              <a:gd name="connsiteX61" fmla="*/ 900585 w 1424802"/>
              <a:gd name="connsiteY61" fmla="*/ 1489779 h 1495641"/>
              <a:gd name="connsiteX62" fmla="*/ 883001 w 1424802"/>
              <a:gd name="connsiteY62" fmla="*/ 1483918 h 1495641"/>
              <a:gd name="connsiteX63" fmla="*/ 800939 w 1424802"/>
              <a:gd name="connsiteY63" fmla="*/ 1478056 h 1495641"/>
              <a:gd name="connsiteX64" fmla="*/ 630955 w 1424802"/>
              <a:gd name="connsiteY64" fmla="*/ 1472195 h 1495641"/>
              <a:gd name="connsiteX65" fmla="*/ 572339 w 1424802"/>
              <a:gd name="connsiteY65" fmla="*/ 1466333 h 1495641"/>
              <a:gd name="connsiteX66" fmla="*/ 476812 w 1424802"/>
              <a:gd name="connsiteY66" fmla="*/ 1472195 h 1495641"/>
              <a:gd name="connsiteX67" fmla="*/ 155426 w 1424802"/>
              <a:gd name="connsiteY67" fmla="*/ 1442887 h 1495641"/>
              <a:gd name="connsiteX68" fmla="*/ 83418 w 1424802"/>
              <a:gd name="connsiteY68" fmla="*/ 1370879 h 1495641"/>
              <a:gd name="connsiteX69" fmla="*/ 50662 w 1424802"/>
              <a:gd name="connsiteY69" fmla="*/ 1319795 h 1495641"/>
              <a:gd name="connsiteX70" fmla="*/ 33078 w 1424802"/>
              <a:gd name="connsiteY70" fmla="*/ 1302210 h 1495641"/>
              <a:gd name="connsiteX71" fmla="*/ 21355 w 1424802"/>
              <a:gd name="connsiteY71" fmla="*/ 1261179 h 1495641"/>
              <a:gd name="connsiteX72" fmla="*/ 9632 w 1424802"/>
              <a:gd name="connsiteY72" fmla="*/ 1214287 h 1495641"/>
              <a:gd name="connsiteX73" fmla="*/ 9632 w 1424802"/>
              <a:gd name="connsiteY73" fmla="*/ 1014995 h 1495641"/>
              <a:gd name="connsiteX74" fmla="*/ 15493 w 1424802"/>
              <a:gd name="connsiteY74" fmla="*/ 997410 h 1495641"/>
              <a:gd name="connsiteX75" fmla="*/ 21355 w 1424802"/>
              <a:gd name="connsiteY75" fmla="*/ 944656 h 1495641"/>
              <a:gd name="connsiteX76" fmla="*/ 27216 w 1424802"/>
              <a:gd name="connsiteY76" fmla="*/ 927072 h 1495641"/>
              <a:gd name="connsiteX77" fmla="*/ 33078 w 1424802"/>
              <a:gd name="connsiteY77" fmla="*/ 891902 h 1495641"/>
              <a:gd name="connsiteX78" fmla="*/ 50662 w 1424802"/>
              <a:gd name="connsiteY78" fmla="*/ 850872 h 1495641"/>
              <a:gd name="connsiteX79" fmla="*/ 62385 w 1424802"/>
              <a:gd name="connsiteY79" fmla="*/ 809841 h 1495641"/>
              <a:gd name="connsiteX80" fmla="*/ 74108 w 1424802"/>
              <a:gd name="connsiteY80" fmla="*/ 786395 h 1495641"/>
              <a:gd name="connsiteX81" fmla="*/ 85832 w 1424802"/>
              <a:gd name="connsiteY81" fmla="*/ 745364 h 1495641"/>
              <a:gd name="connsiteX82" fmla="*/ 91693 w 1424802"/>
              <a:gd name="connsiteY82" fmla="*/ 727779 h 1495641"/>
              <a:gd name="connsiteX83" fmla="*/ 97555 w 1424802"/>
              <a:gd name="connsiteY83" fmla="*/ 698472 h 1495641"/>
              <a:gd name="connsiteX84" fmla="*/ 103416 w 1424802"/>
              <a:gd name="connsiteY84" fmla="*/ 680887 h 1495641"/>
              <a:gd name="connsiteX85" fmla="*/ 102366 w 1424802"/>
              <a:gd name="connsiteY85" fmla="*/ 618256 h 1495641"/>
              <a:gd name="connsiteX86" fmla="*/ 83418 w 1424802"/>
              <a:gd name="connsiteY86" fmla="*/ 506783 h 1495641"/>
              <a:gd name="connsiteX87" fmla="*/ 83418 w 1424802"/>
              <a:gd name="connsiteY87" fmla="*/ 362767 h 1495641"/>
              <a:gd name="connsiteX88" fmla="*/ 85832 w 1424802"/>
              <a:gd name="connsiteY88" fmla="*/ 335056 h 1495641"/>
              <a:gd name="connsiteX89" fmla="*/ 79970 w 1424802"/>
              <a:gd name="connsiteY89" fmla="*/ 317472 h 1495641"/>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61678 w 1424802"/>
              <a:gd name="connsiteY8" fmla="*/ 115949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26969 w 1424802"/>
              <a:gd name="connsiteY8" fmla="*/ 78368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18878 w 1424802"/>
              <a:gd name="connsiteY17" fmla="*/ 124199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82870 w 1424802"/>
              <a:gd name="connsiteY3" fmla="*/ 224810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82870 w 1424802"/>
              <a:gd name="connsiteY2" fmla="*/ 224810 h 1501661"/>
              <a:gd name="connsiteX3" fmla="*/ 82870 w 1424802"/>
              <a:gd name="connsiteY3" fmla="*/ 152783 h 1501661"/>
              <a:gd name="connsiteX4" fmla="*/ 82870 w 1424802"/>
              <a:gd name="connsiteY4" fmla="*/ 152782 h 1501661"/>
              <a:gd name="connsiteX5" fmla="*/ 197201 w 1424802"/>
              <a:gd name="connsiteY5" fmla="*/ 147645 h 1501661"/>
              <a:gd name="connsiteX6" fmla="*/ 226508 w 1424802"/>
              <a:gd name="connsiteY6" fmla="*/ 130061 h 1501661"/>
              <a:gd name="connsiteX7" fmla="*/ 226969 w 1424802"/>
              <a:gd name="connsiteY7" fmla="*/ 80757 h 1501661"/>
              <a:gd name="connsiteX8" fmla="*/ 308570 w 1424802"/>
              <a:gd name="connsiteY8" fmla="*/ 100753 h 1501661"/>
              <a:gd name="connsiteX9" fmla="*/ 299018 w 1424802"/>
              <a:gd name="connsiteY9" fmla="*/ 8729 h 1501661"/>
              <a:gd name="connsiteX10" fmla="*/ 371067 w 1424802"/>
              <a:gd name="connsiteY10" fmla="*/ 8731 h 1501661"/>
              <a:gd name="connsiteX11" fmla="*/ 443116 w 1424802"/>
              <a:gd name="connsiteY11" fmla="*/ 8729 h 1501661"/>
              <a:gd name="connsiteX12" fmla="*/ 587214 w 1424802"/>
              <a:gd name="connsiteY12" fmla="*/ 8731 h 1501661"/>
              <a:gd name="connsiteX13" fmla="*/ 659264 w 1424802"/>
              <a:gd name="connsiteY13" fmla="*/ 8729 h 1501661"/>
              <a:gd name="connsiteX14" fmla="*/ 671985 w 1424802"/>
              <a:gd name="connsiteY14" fmla="*/ 106615 h 1501661"/>
              <a:gd name="connsiteX15" fmla="*/ 731313 w 1424802"/>
              <a:gd name="connsiteY15" fmla="*/ 80757 h 1501661"/>
              <a:gd name="connsiteX16" fmla="*/ 731313 w 1424802"/>
              <a:gd name="connsiteY16" fmla="*/ 8730 h 1501661"/>
              <a:gd name="connsiteX17" fmla="*/ 754047 w 1424802"/>
              <a:gd name="connsiteY17" fmla="*/ 135922 h 1501661"/>
              <a:gd name="connsiteX18" fmla="*/ 771632 w 1424802"/>
              <a:gd name="connsiteY18" fmla="*/ 147645 h 1501661"/>
              <a:gd name="connsiteX19" fmla="*/ 789216 w 1424802"/>
              <a:gd name="connsiteY19" fmla="*/ 165230 h 1501661"/>
              <a:gd name="connsiteX20" fmla="*/ 824385 w 1424802"/>
              <a:gd name="connsiteY20" fmla="*/ 176953 h 1501661"/>
              <a:gd name="connsiteX21" fmla="*/ 841970 w 1424802"/>
              <a:gd name="connsiteY21" fmla="*/ 194538 h 1501661"/>
              <a:gd name="connsiteX22" fmla="*/ 847832 w 1424802"/>
              <a:gd name="connsiteY22" fmla="*/ 212122 h 1501661"/>
              <a:gd name="connsiteX23" fmla="*/ 865416 w 1424802"/>
              <a:gd name="connsiteY23" fmla="*/ 217984 h 1501661"/>
              <a:gd name="connsiteX24" fmla="*/ 906447 w 1424802"/>
              <a:gd name="connsiteY24" fmla="*/ 253153 h 1501661"/>
              <a:gd name="connsiteX25" fmla="*/ 918170 w 1424802"/>
              <a:gd name="connsiteY25" fmla="*/ 270738 h 1501661"/>
              <a:gd name="connsiteX26" fmla="*/ 935755 w 1424802"/>
              <a:gd name="connsiteY26" fmla="*/ 282461 h 1501661"/>
              <a:gd name="connsiteX27" fmla="*/ 959201 w 1424802"/>
              <a:gd name="connsiteY27" fmla="*/ 300045 h 1501661"/>
              <a:gd name="connsiteX28" fmla="*/ 976785 w 1424802"/>
              <a:gd name="connsiteY28" fmla="*/ 311769 h 1501661"/>
              <a:gd name="connsiteX29" fmla="*/ 994370 w 1424802"/>
              <a:gd name="connsiteY29" fmla="*/ 335215 h 1501661"/>
              <a:gd name="connsiteX30" fmla="*/ 1035401 w 1424802"/>
              <a:gd name="connsiteY30" fmla="*/ 358661 h 1501661"/>
              <a:gd name="connsiteX31" fmla="*/ 1058847 w 1424802"/>
              <a:gd name="connsiteY31" fmla="*/ 387969 h 1501661"/>
              <a:gd name="connsiteX32" fmla="*/ 1099878 w 1424802"/>
              <a:gd name="connsiteY32" fmla="*/ 423138 h 1501661"/>
              <a:gd name="connsiteX33" fmla="*/ 1129185 w 1424802"/>
              <a:gd name="connsiteY33" fmla="*/ 464169 h 1501661"/>
              <a:gd name="connsiteX34" fmla="*/ 1135047 w 1424802"/>
              <a:gd name="connsiteY34" fmla="*/ 481753 h 1501661"/>
              <a:gd name="connsiteX35" fmla="*/ 1170216 w 1424802"/>
              <a:gd name="connsiteY35" fmla="*/ 522784 h 1501661"/>
              <a:gd name="connsiteX36" fmla="*/ 1187801 w 1424802"/>
              <a:gd name="connsiteY36" fmla="*/ 546230 h 1501661"/>
              <a:gd name="connsiteX37" fmla="*/ 1211247 w 1424802"/>
              <a:gd name="connsiteY37" fmla="*/ 581399 h 1501661"/>
              <a:gd name="connsiteX38" fmla="*/ 1240555 w 1424802"/>
              <a:gd name="connsiteY38" fmla="*/ 622430 h 1501661"/>
              <a:gd name="connsiteX39" fmla="*/ 1264001 w 1424802"/>
              <a:gd name="connsiteY39" fmla="*/ 669322 h 1501661"/>
              <a:gd name="connsiteX40" fmla="*/ 1269862 w 1424802"/>
              <a:gd name="connsiteY40" fmla="*/ 686907 h 1501661"/>
              <a:gd name="connsiteX41" fmla="*/ 1287447 w 1424802"/>
              <a:gd name="connsiteY41" fmla="*/ 716215 h 1501661"/>
              <a:gd name="connsiteX42" fmla="*/ 1299170 w 1424802"/>
              <a:gd name="connsiteY42" fmla="*/ 739661 h 1501661"/>
              <a:gd name="connsiteX43" fmla="*/ 1316755 w 1424802"/>
              <a:gd name="connsiteY43" fmla="*/ 757245 h 1501661"/>
              <a:gd name="connsiteX44" fmla="*/ 1340201 w 1424802"/>
              <a:gd name="connsiteY44" fmla="*/ 798276 h 1501661"/>
              <a:gd name="connsiteX45" fmla="*/ 1351924 w 1424802"/>
              <a:gd name="connsiteY45" fmla="*/ 821722 h 1501661"/>
              <a:gd name="connsiteX46" fmla="*/ 1357785 w 1424802"/>
              <a:gd name="connsiteY46" fmla="*/ 839307 h 1501661"/>
              <a:gd name="connsiteX47" fmla="*/ 1369508 w 1424802"/>
              <a:gd name="connsiteY47" fmla="*/ 856892 h 1501661"/>
              <a:gd name="connsiteX48" fmla="*/ 1381232 w 1424802"/>
              <a:gd name="connsiteY48" fmla="*/ 886199 h 1501661"/>
              <a:gd name="connsiteX49" fmla="*/ 1398816 w 1424802"/>
              <a:gd name="connsiteY49" fmla="*/ 962399 h 1501661"/>
              <a:gd name="connsiteX50" fmla="*/ 1410539 w 1424802"/>
              <a:gd name="connsiteY50" fmla="*/ 1032738 h 1501661"/>
              <a:gd name="connsiteX51" fmla="*/ 1416401 w 1424802"/>
              <a:gd name="connsiteY51" fmla="*/ 1050322 h 1501661"/>
              <a:gd name="connsiteX52" fmla="*/ 1410539 w 1424802"/>
              <a:gd name="connsiteY52" fmla="*/ 1202722 h 1501661"/>
              <a:gd name="connsiteX53" fmla="*/ 1404287 w 1424802"/>
              <a:gd name="connsiteY53" fmla="*/ 1326348 h 1501661"/>
              <a:gd name="connsiteX54" fmla="*/ 1287447 w 1424802"/>
              <a:gd name="connsiteY54" fmla="*/ 1460630 h 1501661"/>
              <a:gd name="connsiteX55" fmla="*/ 1269862 w 1424802"/>
              <a:gd name="connsiteY55" fmla="*/ 1472353 h 1501661"/>
              <a:gd name="connsiteX56" fmla="*/ 1234693 w 1424802"/>
              <a:gd name="connsiteY56" fmla="*/ 1484076 h 1501661"/>
              <a:gd name="connsiteX57" fmla="*/ 1217108 w 1424802"/>
              <a:gd name="connsiteY57" fmla="*/ 1489938 h 1501661"/>
              <a:gd name="connsiteX58" fmla="*/ 1176078 w 1424802"/>
              <a:gd name="connsiteY58" fmla="*/ 1495799 h 1501661"/>
              <a:gd name="connsiteX59" fmla="*/ 1140908 w 1424802"/>
              <a:gd name="connsiteY59" fmla="*/ 1501661 h 1501661"/>
              <a:gd name="connsiteX60" fmla="*/ 900585 w 1424802"/>
              <a:gd name="connsiteY60" fmla="*/ 1495799 h 1501661"/>
              <a:gd name="connsiteX61" fmla="*/ 883001 w 1424802"/>
              <a:gd name="connsiteY61" fmla="*/ 1489938 h 1501661"/>
              <a:gd name="connsiteX62" fmla="*/ 800939 w 1424802"/>
              <a:gd name="connsiteY62" fmla="*/ 1484076 h 1501661"/>
              <a:gd name="connsiteX63" fmla="*/ 630955 w 1424802"/>
              <a:gd name="connsiteY63" fmla="*/ 1478215 h 1501661"/>
              <a:gd name="connsiteX64" fmla="*/ 572339 w 1424802"/>
              <a:gd name="connsiteY64" fmla="*/ 1472353 h 1501661"/>
              <a:gd name="connsiteX65" fmla="*/ 476812 w 1424802"/>
              <a:gd name="connsiteY65" fmla="*/ 1478215 h 1501661"/>
              <a:gd name="connsiteX66" fmla="*/ 155426 w 1424802"/>
              <a:gd name="connsiteY66" fmla="*/ 1448907 h 1501661"/>
              <a:gd name="connsiteX67" fmla="*/ 83418 w 1424802"/>
              <a:gd name="connsiteY67" fmla="*/ 1376899 h 1501661"/>
              <a:gd name="connsiteX68" fmla="*/ 50662 w 1424802"/>
              <a:gd name="connsiteY68" fmla="*/ 1325815 h 1501661"/>
              <a:gd name="connsiteX69" fmla="*/ 33078 w 1424802"/>
              <a:gd name="connsiteY69" fmla="*/ 1308230 h 1501661"/>
              <a:gd name="connsiteX70" fmla="*/ 21355 w 1424802"/>
              <a:gd name="connsiteY70" fmla="*/ 1267199 h 1501661"/>
              <a:gd name="connsiteX71" fmla="*/ 9632 w 1424802"/>
              <a:gd name="connsiteY71" fmla="*/ 1220307 h 1501661"/>
              <a:gd name="connsiteX72" fmla="*/ 9632 w 1424802"/>
              <a:gd name="connsiteY72" fmla="*/ 1021015 h 1501661"/>
              <a:gd name="connsiteX73" fmla="*/ 15493 w 1424802"/>
              <a:gd name="connsiteY73" fmla="*/ 1003430 h 1501661"/>
              <a:gd name="connsiteX74" fmla="*/ 21355 w 1424802"/>
              <a:gd name="connsiteY74" fmla="*/ 950676 h 1501661"/>
              <a:gd name="connsiteX75" fmla="*/ 27216 w 1424802"/>
              <a:gd name="connsiteY75" fmla="*/ 933092 h 1501661"/>
              <a:gd name="connsiteX76" fmla="*/ 33078 w 1424802"/>
              <a:gd name="connsiteY76" fmla="*/ 897922 h 1501661"/>
              <a:gd name="connsiteX77" fmla="*/ 50662 w 1424802"/>
              <a:gd name="connsiteY77" fmla="*/ 856892 h 1501661"/>
              <a:gd name="connsiteX78" fmla="*/ 62385 w 1424802"/>
              <a:gd name="connsiteY78" fmla="*/ 815861 h 1501661"/>
              <a:gd name="connsiteX79" fmla="*/ 74108 w 1424802"/>
              <a:gd name="connsiteY79" fmla="*/ 792415 h 1501661"/>
              <a:gd name="connsiteX80" fmla="*/ 85832 w 1424802"/>
              <a:gd name="connsiteY80" fmla="*/ 751384 h 1501661"/>
              <a:gd name="connsiteX81" fmla="*/ 91693 w 1424802"/>
              <a:gd name="connsiteY81" fmla="*/ 733799 h 1501661"/>
              <a:gd name="connsiteX82" fmla="*/ 97555 w 1424802"/>
              <a:gd name="connsiteY82" fmla="*/ 704492 h 1501661"/>
              <a:gd name="connsiteX83" fmla="*/ 103416 w 1424802"/>
              <a:gd name="connsiteY83" fmla="*/ 686907 h 1501661"/>
              <a:gd name="connsiteX84" fmla="*/ 102366 w 1424802"/>
              <a:gd name="connsiteY84" fmla="*/ 624276 h 1501661"/>
              <a:gd name="connsiteX85" fmla="*/ 83418 w 1424802"/>
              <a:gd name="connsiteY85" fmla="*/ 512803 h 1501661"/>
              <a:gd name="connsiteX86" fmla="*/ 83418 w 1424802"/>
              <a:gd name="connsiteY86" fmla="*/ 368787 h 1501661"/>
              <a:gd name="connsiteX87" fmla="*/ 85832 w 1424802"/>
              <a:gd name="connsiteY87" fmla="*/ 341076 h 1501661"/>
              <a:gd name="connsiteX88" fmla="*/ 79970 w 1424802"/>
              <a:gd name="connsiteY88"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197201 w 1424802"/>
              <a:gd name="connsiteY4" fmla="*/ 147645 h 1501661"/>
              <a:gd name="connsiteX5" fmla="*/ 226508 w 1424802"/>
              <a:gd name="connsiteY5" fmla="*/ 130061 h 1501661"/>
              <a:gd name="connsiteX6" fmla="*/ 226969 w 1424802"/>
              <a:gd name="connsiteY6" fmla="*/ 80757 h 1501661"/>
              <a:gd name="connsiteX7" fmla="*/ 308570 w 1424802"/>
              <a:gd name="connsiteY7" fmla="*/ 100753 h 1501661"/>
              <a:gd name="connsiteX8" fmla="*/ 299018 w 1424802"/>
              <a:gd name="connsiteY8" fmla="*/ 8729 h 1501661"/>
              <a:gd name="connsiteX9" fmla="*/ 371067 w 1424802"/>
              <a:gd name="connsiteY9" fmla="*/ 8731 h 1501661"/>
              <a:gd name="connsiteX10" fmla="*/ 443116 w 1424802"/>
              <a:gd name="connsiteY10" fmla="*/ 8729 h 1501661"/>
              <a:gd name="connsiteX11" fmla="*/ 587214 w 1424802"/>
              <a:gd name="connsiteY11" fmla="*/ 8731 h 1501661"/>
              <a:gd name="connsiteX12" fmla="*/ 659264 w 1424802"/>
              <a:gd name="connsiteY12" fmla="*/ 8729 h 1501661"/>
              <a:gd name="connsiteX13" fmla="*/ 671985 w 1424802"/>
              <a:gd name="connsiteY13" fmla="*/ 106615 h 1501661"/>
              <a:gd name="connsiteX14" fmla="*/ 731313 w 1424802"/>
              <a:gd name="connsiteY14" fmla="*/ 80757 h 1501661"/>
              <a:gd name="connsiteX15" fmla="*/ 731313 w 1424802"/>
              <a:gd name="connsiteY15" fmla="*/ 8730 h 1501661"/>
              <a:gd name="connsiteX16" fmla="*/ 754047 w 1424802"/>
              <a:gd name="connsiteY16" fmla="*/ 135922 h 1501661"/>
              <a:gd name="connsiteX17" fmla="*/ 771632 w 1424802"/>
              <a:gd name="connsiteY17" fmla="*/ 147645 h 1501661"/>
              <a:gd name="connsiteX18" fmla="*/ 789216 w 1424802"/>
              <a:gd name="connsiteY18" fmla="*/ 165230 h 1501661"/>
              <a:gd name="connsiteX19" fmla="*/ 824385 w 1424802"/>
              <a:gd name="connsiteY19" fmla="*/ 176953 h 1501661"/>
              <a:gd name="connsiteX20" fmla="*/ 841970 w 1424802"/>
              <a:gd name="connsiteY20" fmla="*/ 194538 h 1501661"/>
              <a:gd name="connsiteX21" fmla="*/ 847832 w 1424802"/>
              <a:gd name="connsiteY21" fmla="*/ 212122 h 1501661"/>
              <a:gd name="connsiteX22" fmla="*/ 865416 w 1424802"/>
              <a:gd name="connsiteY22" fmla="*/ 217984 h 1501661"/>
              <a:gd name="connsiteX23" fmla="*/ 906447 w 1424802"/>
              <a:gd name="connsiteY23" fmla="*/ 253153 h 1501661"/>
              <a:gd name="connsiteX24" fmla="*/ 918170 w 1424802"/>
              <a:gd name="connsiteY24" fmla="*/ 270738 h 1501661"/>
              <a:gd name="connsiteX25" fmla="*/ 935755 w 1424802"/>
              <a:gd name="connsiteY25" fmla="*/ 282461 h 1501661"/>
              <a:gd name="connsiteX26" fmla="*/ 959201 w 1424802"/>
              <a:gd name="connsiteY26" fmla="*/ 300045 h 1501661"/>
              <a:gd name="connsiteX27" fmla="*/ 976785 w 1424802"/>
              <a:gd name="connsiteY27" fmla="*/ 311769 h 1501661"/>
              <a:gd name="connsiteX28" fmla="*/ 994370 w 1424802"/>
              <a:gd name="connsiteY28" fmla="*/ 335215 h 1501661"/>
              <a:gd name="connsiteX29" fmla="*/ 1035401 w 1424802"/>
              <a:gd name="connsiteY29" fmla="*/ 358661 h 1501661"/>
              <a:gd name="connsiteX30" fmla="*/ 1058847 w 1424802"/>
              <a:gd name="connsiteY30" fmla="*/ 387969 h 1501661"/>
              <a:gd name="connsiteX31" fmla="*/ 1099878 w 1424802"/>
              <a:gd name="connsiteY31" fmla="*/ 423138 h 1501661"/>
              <a:gd name="connsiteX32" fmla="*/ 1129185 w 1424802"/>
              <a:gd name="connsiteY32" fmla="*/ 464169 h 1501661"/>
              <a:gd name="connsiteX33" fmla="*/ 1135047 w 1424802"/>
              <a:gd name="connsiteY33" fmla="*/ 481753 h 1501661"/>
              <a:gd name="connsiteX34" fmla="*/ 1170216 w 1424802"/>
              <a:gd name="connsiteY34" fmla="*/ 522784 h 1501661"/>
              <a:gd name="connsiteX35" fmla="*/ 1187801 w 1424802"/>
              <a:gd name="connsiteY35" fmla="*/ 546230 h 1501661"/>
              <a:gd name="connsiteX36" fmla="*/ 1211247 w 1424802"/>
              <a:gd name="connsiteY36" fmla="*/ 581399 h 1501661"/>
              <a:gd name="connsiteX37" fmla="*/ 1240555 w 1424802"/>
              <a:gd name="connsiteY37" fmla="*/ 622430 h 1501661"/>
              <a:gd name="connsiteX38" fmla="*/ 1264001 w 1424802"/>
              <a:gd name="connsiteY38" fmla="*/ 669322 h 1501661"/>
              <a:gd name="connsiteX39" fmla="*/ 1269862 w 1424802"/>
              <a:gd name="connsiteY39" fmla="*/ 686907 h 1501661"/>
              <a:gd name="connsiteX40" fmla="*/ 1287447 w 1424802"/>
              <a:gd name="connsiteY40" fmla="*/ 716215 h 1501661"/>
              <a:gd name="connsiteX41" fmla="*/ 1299170 w 1424802"/>
              <a:gd name="connsiteY41" fmla="*/ 739661 h 1501661"/>
              <a:gd name="connsiteX42" fmla="*/ 1316755 w 1424802"/>
              <a:gd name="connsiteY42" fmla="*/ 757245 h 1501661"/>
              <a:gd name="connsiteX43" fmla="*/ 1340201 w 1424802"/>
              <a:gd name="connsiteY43" fmla="*/ 798276 h 1501661"/>
              <a:gd name="connsiteX44" fmla="*/ 1351924 w 1424802"/>
              <a:gd name="connsiteY44" fmla="*/ 821722 h 1501661"/>
              <a:gd name="connsiteX45" fmla="*/ 1357785 w 1424802"/>
              <a:gd name="connsiteY45" fmla="*/ 839307 h 1501661"/>
              <a:gd name="connsiteX46" fmla="*/ 1369508 w 1424802"/>
              <a:gd name="connsiteY46" fmla="*/ 856892 h 1501661"/>
              <a:gd name="connsiteX47" fmla="*/ 1381232 w 1424802"/>
              <a:gd name="connsiteY47" fmla="*/ 886199 h 1501661"/>
              <a:gd name="connsiteX48" fmla="*/ 1398816 w 1424802"/>
              <a:gd name="connsiteY48" fmla="*/ 962399 h 1501661"/>
              <a:gd name="connsiteX49" fmla="*/ 1410539 w 1424802"/>
              <a:gd name="connsiteY49" fmla="*/ 1032738 h 1501661"/>
              <a:gd name="connsiteX50" fmla="*/ 1416401 w 1424802"/>
              <a:gd name="connsiteY50" fmla="*/ 1050322 h 1501661"/>
              <a:gd name="connsiteX51" fmla="*/ 1410539 w 1424802"/>
              <a:gd name="connsiteY51" fmla="*/ 1202722 h 1501661"/>
              <a:gd name="connsiteX52" fmla="*/ 1404287 w 1424802"/>
              <a:gd name="connsiteY52" fmla="*/ 1326348 h 1501661"/>
              <a:gd name="connsiteX53" fmla="*/ 1287447 w 1424802"/>
              <a:gd name="connsiteY53" fmla="*/ 1460630 h 1501661"/>
              <a:gd name="connsiteX54" fmla="*/ 1269862 w 1424802"/>
              <a:gd name="connsiteY54" fmla="*/ 1472353 h 1501661"/>
              <a:gd name="connsiteX55" fmla="*/ 1234693 w 1424802"/>
              <a:gd name="connsiteY55" fmla="*/ 1484076 h 1501661"/>
              <a:gd name="connsiteX56" fmla="*/ 1217108 w 1424802"/>
              <a:gd name="connsiteY56" fmla="*/ 1489938 h 1501661"/>
              <a:gd name="connsiteX57" fmla="*/ 1176078 w 1424802"/>
              <a:gd name="connsiteY57" fmla="*/ 1495799 h 1501661"/>
              <a:gd name="connsiteX58" fmla="*/ 1140908 w 1424802"/>
              <a:gd name="connsiteY58" fmla="*/ 1501661 h 1501661"/>
              <a:gd name="connsiteX59" fmla="*/ 900585 w 1424802"/>
              <a:gd name="connsiteY59" fmla="*/ 1495799 h 1501661"/>
              <a:gd name="connsiteX60" fmla="*/ 883001 w 1424802"/>
              <a:gd name="connsiteY60" fmla="*/ 1489938 h 1501661"/>
              <a:gd name="connsiteX61" fmla="*/ 800939 w 1424802"/>
              <a:gd name="connsiteY61" fmla="*/ 1484076 h 1501661"/>
              <a:gd name="connsiteX62" fmla="*/ 630955 w 1424802"/>
              <a:gd name="connsiteY62" fmla="*/ 1478215 h 1501661"/>
              <a:gd name="connsiteX63" fmla="*/ 572339 w 1424802"/>
              <a:gd name="connsiteY63" fmla="*/ 1472353 h 1501661"/>
              <a:gd name="connsiteX64" fmla="*/ 476812 w 1424802"/>
              <a:gd name="connsiteY64" fmla="*/ 1478215 h 1501661"/>
              <a:gd name="connsiteX65" fmla="*/ 155426 w 1424802"/>
              <a:gd name="connsiteY65" fmla="*/ 1448907 h 1501661"/>
              <a:gd name="connsiteX66" fmla="*/ 83418 w 1424802"/>
              <a:gd name="connsiteY66" fmla="*/ 1376899 h 1501661"/>
              <a:gd name="connsiteX67" fmla="*/ 50662 w 1424802"/>
              <a:gd name="connsiteY67" fmla="*/ 1325815 h 1501661"/>
              <a:gd name="connsiteX68" fmla="*/ 33078 w 1424802"/>
              <a:gd name="connsiteY68" fmla="*/ 1308230 h 1501661"/>
              <a:gd name="connsiteX69" fmla="*/ 21355 w 1424802"/>
              <a:gd name="connsiteY69" fmla="*/ 1267199 h 1501661"/>
              <a:gd name="connsiteX70" fmla="*/ 9632 w 1424802"/>
              <a:gd name="connsiteY70" fmla="*/ 1220307 h 1501661"/>
              <a:gd name="connsiteX71" fmla="*/ 9632 w 1424802"/>
              <a:gd name="connsiteY71" fmla="*/ 1021015 h 1501661"/>
              <a:gd name="connsiteX72" fmla="*/ 15493 w 1424802"/>
              <a:gd name="connsiteY72" fmla="*/ 1003430 h 1501661"/>
              <a:gd name="connsiteX73" fmla="*/ 21355 w 1424802"/>
              <a:gd name="connsiteY73" fmla="*/ 950676 h 1501661"/>
              <a:gd name="connsiteX74" fmla="*/ 27216 w 1424802"/>
              <a:gd name="connsiteY74" fmla="*/ 933092 h 1501661"/>
              <a:gd name="connsiteX75" fmla="*/ 33078 w 1424802"/>
              <a:gd name="connsiteY75" fmla="*/ 897922 h 1501661"/>
              <a:gd name="connsiteX76" fmla="*/ 50662 w 1424802"/>
              <a:gd name="connsiteY76" fmla="*/ 856892 h 1501661"/>
              <a:gd name="connsiteX77" fmla="*/ 62385 w 1424802"/>
              <a:gd name="connsiteY77" fmla="*/ 815861 h 1501661"/>
              <a:gd name="connsiteX78" fmla="*/ 74108 w 1424802"/>
              <a:gd name="connsiteY78" fmla="*/ 792415 h 1501661"/>
              <a:gd name="connsiteX79" fmla="*/ 85832 w 1424802"/>
              <a:gd name="connsiteY79" fmla="*/ 751384 h 1501661"/>
              <a:gd name="connsiteX80" fmla="*/ 91693 w 1424802"/>
              <a:gd name="connsiteY80" fmla="*/ 733799 h 1501661"/>
              <a:gd name="connsiteX81" fmla="*/ 97555 w 1424802"/>
              <a:gd name="connsiteY81" fmla="*/ 704492 h 1501661"/>
              <a:gd name="connsiteX82" fmla="*/ 103416 w 1424802"/>
              <a:gd name="connsiteY82" fmla="*/ 686907 h 1501661"/>
              <a:gd name="connsiteX83" fmla="*/ 102366 w 1424802"/>
              <a:gd name="connsiteY83" fmla="*/ 624276 h 1501661"/>
              <a:gd name="connsiteX84" fmla="*/ 83418 w 1424802"/>
              <a:gd name="connsiteY84" fmla="*/ 512803 h 1501661"/>
              <a:gd name="connsiteX85" fmla="*/ 83418 w 1424802"/>
              <a:gd name="connsiteY85" fmla="*/ 368787 h 1501661"/>
              <a:gd name="connsiteX86" fmla="*/ 85832 w 1424802"/>
              <a:gd name="connsiteY86" fmla="*/ 341076 h 1501661"/>
              <a:gd name="connsiteX87" fmla="*/ 79970 w 1424802"/>
              <a:gd name="connsiteY87"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508 w 1424802"/>
              <a:gd name="connsiteY4" fmla="*/ 130061 h 1501661"/>
              <a:gd name="connsiteX5" fmla="*/ 226969 w 1424802"/>
              <a:gd name="connsiteY5" fmla="*/ 80757 h 1501661"/>
              <a:gd name="connsiteX6" fmla="*/ 308570 w 1424802"/>
              <a:gd name="connsiteY6" fmla="*/ 100753 h 1501661"/>
              <a:gd name="connsiteX7" fmla="*/ 299018 w 1424802"/>
              <a:gd name="connsiteY7" fmla="*/ 8729 h 1501661"/>
              <a:gd name="connsiteX8" fmla="*/ 371067 w 1424802"/>
              <a:gd name="connsiteY8" fmla="*/ 8731 h 1501661"/>
              <a:gd name="connsiteX9" fmla="*/ 443116 w 1424802"/>
              <a:gd name="connsiteY9" fmla="*/ 8729 h 1501661"/>
              <a:gd name="connsiteX10" fmla="*/ 587214 w 1424802"/>
              <a:gd name="connsiteY10" fmla="*/ 8731 h 1501661"/>
              <a:gd name="connsiteX11" fmla="*/ 659264 w 1424802"/>
              <a:gd name="connsiteY11" fmla="*/ 8729 h 1501661"/>
              <a:gd name="connsiteX12" fmla="*/ 671985 w 1424802"/>
              <a:gd name="connsiteY12" fmla="*/ 106615 h 1501661"/>
              <a:gd name="connsiteX13" fmla="*/ 731313 w 1424802"/>
              <a:gd name="connsiteY13" fmla="*/ 80757 h 1501661"/>
              <a:gd name="connsiteX14" fmla="*/ 731313 w 1424802"/>
              <a:gd name="connsiteY14" fmla="*/ 8730 h 1501661"/>
              <a:gd name="connsiteX15" fmla="*/ 754047 w 1424802"/>
              <a:gd name="connsiteY15" fmla="*/ 135922 h 1501661"/>
              <a:gd name="connsiteX16" fmla="*/ 771632 w 1424802"/>
              <a:gd name="connsiteY16" fmla="*/ 147645 h 1501661"/>
              <a:gd name="connsiteX17" fmla="*/ 789216 w 1424802"/>
              <a:gd name="connsiteY17" fmla="*/ 165230 h 1501661"/>
              <a:gd name="connsiteX18" fmla="*/ 824385 w 1424802"/>
              <a:gd name="connsiteY18" fmla="*/ 176953 h 1501661"/>
              <a:gd name="connsiteX19" fmla="*/ 841970 w 1424802"/>
              <a:gd name="connsiteY19" fmla="*/ 194538 h 1501661"/>
              <a:gd name="connsiteX20" fmla="*/ 847832 w 1424802"/>
              <a:gd name="connsiteY20" fmla="*/ 212122 h 1501661"/>
              <a:gd name="connsiteX21" fmla="*/ 865416 w 1424802"/>
              <a:gd name="connsiteY21" fmla="*/ 217984 h 1501661"/>
              <a:gd name="connsiteX22" fmla="*/ 906447 w 1424802"/>
              <a:gd name="connsiteY22" fmla="*/ 253153 h 1501661"/>
              <a:gd name="connsiteX23" fmla="*/ 918170 w 1424802"/>
              <a:gd name="connsiteY23" fmla="*/ 270738 h 1501661"/>
              <a:gd name="connsiteX24" fmla="*/ 935755 w 1424802"/>
              <a:gd name="connsiteY24" fmla="*/ 282461 h 1501661"/>
              <a:gd name="connsiteX25" fmla="*/ 959201 w 1424802"/>
              <a:gd name="connsiteY25" fmla="*/ 300045 h 1501661"/>
              <a:gd name="connsiteX26" fmla="*/ 976785 w 1424802"/>
              <a:gd name="connsiteY26" fmla="*/ 311769 h 1501661"/>
              <a:gd name="connsiteX27" fmla="*/ 994370 w 1424802"/>
              <a:gd name="connsiteY27" fmla="*/ 335215 h 1501661"/>
              <a:gd name="connsiteX28" fmla="*/ 1035401 w 1424802"/>
              <a:gd name="connsiteY28" fmla="*/ 358661 h 1501661"/>
              <a:gd name="connsiteX29" fmla="*/ 1058847 w 1424802"/>
              <a:gd name="connsiteY29" fmla="*/ 387969 h 1501661"/>
              <a:gd name="connsiteX30" fmla="*/ 1099878 w 1424802"/>
              <a:gd name="connsiteY30" fmla="*/ 423138 h 1501661"/>
              <a:gd name="connsiteX31" fmla="*/ 1129185 w 1424802"/>
              <a:gd name="connsiteY31" fmla="*/ 464169 h 1501661"/>
              <a:gd name="connsiteX32" fmla="*/ 1135047 w 1424802"/>
              <a:gd name="connsiteY32" fmla="*/ 481753 h 1501661"/>
              <a:gd name="connsiteX33" fmla="*/ 1170216 w 1424802"/>
              <a:gd name="connsiteY33" fmla="*/ 522784 h 1501661"/>
              <a:gd name="connsiteX34" fmla="*/ 1187801 w 1424802"/>
              <a:gd name="connsiteY34" fmla="*/ 546230 h 1501661"/>
              <a:gd name="connsiteX35" fmla="*/ 1211247 w 1424802"/>
              <a:gd name="connsiteY35" fmla="*/ 581399 h 1501661"/>
              <a:gd name="connsiteX36" fmla="*/ 1240555 w 1424802"/>
              <a:gd name="connsiteY36" fmla="*/ 622430 h 1501661"/>
              <a:gd name="connsiteX37" fmla="*/ 1264001 w 1424802"/>
              <a:gd name="connsiteY37" fmla="*/ 669322 h 1501661"/>
              <a:gd name="connsiteX38" fmla="*/ 1269862 w 1424802"/>
              <a:gd name="connsiteY38" fmla="*/ 686907 h 1501661"/>
              <a:gd name="connsiteX39" fmla="*/ 1287447 w 1424802"/>
              <a:gd name="connsiteY39" fmla="*/ 716215 h 1501661"/>
              <a:gd name="connsiteX40" fmla="*/ 1299170 w 1424802"/>
              <a:gd name="connsiteY40" fmla="*/ 739661 h 1501661"/>
              <a:gd name="connsiteX41" fmla="*/ 1316755 w 1424802"/>
              <a:gd name="connsiteY41" fmla="*/ 757245 h 1501661"/>
              <a:gd name="connsiteX42" fmla="*/ 1340201 w 1424802"/>
              <a:gd name="connsiteY42" fmla="*/ 798276 h 1501661"/>
              <a:gd name="connsiteX43" fmla="*/ 1351924 w 1424802"/>
              <a:gd name="connsiteY43" fmla="*/ 821722 h 1501661"/>
              <a:gd name="connsiteX44" fmla="*/ 1357785 w 1424802"/>
              <a:gd name="connsiteY44" fmla="*/ 839307 h 1501661"/>
              <a:gd name="connsiteX45" fmla="*/ 1369508 w 1424802"/>
              <a:gd name="connsiteY45" fmla="*/ 856892 h 1501661"/>
              <a:gd name="connsiteX46" fmla="*/ 1381232 w 1424802"/>
              <a:gd name="connsiteY46" fmla="*/ 886199 h 1501661"/>
              <a:gd name="connsiteX47" fmla="*/ 1398816 w 1424802"/>
              <a:gd name="connsiteY47" fmla="*/ 962399 h 1501661"/>
              <a:gd name="connsiteX48" fmla="*/ 1410539 w 1424802"/>
              <a:gd name="connsiteY48" fmla="*/ 1032738 h 1501661"/>
              <a:gd name="connsiteX49" fmla="*/ 1416401 w 1424802"/>
              <a:gd name="connsiteY49" fmla="*/ 1050322 h 1501661"/>
              <a:gd name="connsiteX50" fmla="*/ 1410539 w 1424802"/>
              <a:gd name="connsiteY50" fmla="*/ 1202722 h 1501661"/>
              <a:gd name="connsiteX51" fmla="*/ 1404287 w 1424802"/>
              <a:gd name="connsiteY51" fmla="*/ 1326348 h 1501661"/>
              <a:gd name="connsiteX52" fmla="*/ 1287447 w 1424802"/>
              <a:gd name="connsiteY52" fmla="*/ 1460630 h 1501661"/>
              <a:gd name="connsiteX53" fmla="*/ 1269862 w 1424802"/>
              <a:gd name="connsiteY53" fmla="*/ 1472353 h 1501661"/>
              <a:gd name="connsiteX54" fmla="*/ 1234693 w 1424802"/>
              <a:gd name="connsiteY54" fmla="*/ 1484076 h 1501661"/>
              <a:gd name="connsiteX55" fmla="*/ 1217108 w 1424802"/>
              <a:gd name="connsiteY55" fmla="*/ 1489938 h 1501661"/>
              <a:gd name="connsiteX56" fmla="*/ 1176078 w 1424802"/>
              <a:gd name="connsiteY56" fmla="*/ 1495799 h 1501661"/>
              <a:gd name="connsiteX57" fmla="*/ 1140908 w 1424802"/>
              <a:gd name="connsiteY57" fmla="*/ 1501661 h 1501661"/>
              <a:gd name="connsiteX58" fmla="*/ 900585 w 1424802"/>
              <a:gd name="connsiteY58" fmla="*/ 1495799 h 1501661"/>
              <a:gd name="connsiteX59" fmla="*/ 883001 w 1424802"/>
              <a:gd name="connsiteY59" fmla="*/ 1489938 h 1501661"/>
              <a:gd name="connsiteX60" fmla="*/ 800939 w 1424802"/>
              <a:gd name="connsiteY60" fmla="*/ 1484076 h 1501661"/>
              <a:gd name="connsiteX61" fmla="*/ 630955 w 1424802"/>
              <a:gd name="connsiteY61" fmla="*/ 1478215 h 1501661"/>
              <a:gd name="connsiteX62" fmla="*/ 572339 w 1424802"/>
              <a:gd name="connsiteY62" fmla="*/ 1472353 h 1501661"/>
              <a:gd name="connsiteX63" fmla="*/ 476812 w 1424802"/>
              <a:gd name="connsiteY63" fmla="*/ 1478215 h 1501661"/>
              <a:gd name="connsiteX64" fmla="*/ 155426 w 1424802"/>
              <a:gd name="connsiteY64" fmla="*/ 1448907 h 1501661"/>
              <a:gd name="connsiteX65" fmla="*/ 83418 w 1424802"/>
              <a:gd name="connsiteY65" fmla="*/ 1376899 h 1501661"/>
              <a:gd name="connsiteX66" fmla="*/ 50662 w 1424802"/>
              <a:gd name="connsiteY66" fmla="*/ 1325815 h 1501661"/>
              <a:gd name="connsiteX67" fmla="*/ 33078 w 1424802"/>
              <a:gd name="connsiteY67" fmla="*/ 1308230 h 1501661"/>
              <a:gd name="connsiteX68" fmla="*/ 21355 w 1424802"/>
              <a:gd name="connsiteY68" fmla="*/ 1267199 h 1501661"/>
              <a:gd name="connsiteX69" fmla="*/ 9632 w 1424802"/>
              <a:gd name="connsiteY69" fmla="*/ 1220307 h 1501661"/>
              <a:gd name="connsiteX70" fmla="*/ 9632 w 1424802"/>
              <a:gd name="connsiteY70" fmla="*/ 1021015 h 1501661"/>
              <a:gd name="connsiteX71" fmla="*/ 15493 w 1424802"/>
              <a:gd name="connsiteY71" fmla="*/ 1003430 h 1501661"/>
              <a:gd name="connsiteX72" fmla="*/ 21355 w 1424802"/>
              <a:gd name="connsiteY72" fmla="*/ 950676 h 1501661"/>
              <a:gd name="connsiteX73" fmla="*/ 27216 w 1424802"/>
              <a:gd name="connsiteY73" fmla="*/ 933092 h 1501661"/>
              <a:gd name="connsiteX74" fmla="*/ 33078 w 1424802"/>
              <a:gd name="connsiteY74" fmla="*/ 897922 h 1501661"/>
              <a:gd name="connsiteX75" fmla="*/ 50662 w 1424802"/>
              <a:gd name="connsiteY75" fmla="*/ 856892 h 1501661"/>
              <a:gd name="connsiteX76" fmla="*/ 62385 w 1424802"/>
              <a:gd name="connsiteY76" fmla="*/ 815861 h 1501661"/>
              <a:gd name="connsiteX77" fmla="*/ 74108 w 1424802"/>
              <a:gd name="connsiteY77" fmla="*/ 792415 h 1501661"/>
              <a:gd name="connsiteX78" fmla="*/ 85832 w 1424802"/>
              <a:gd name="connsiteY78" fmla="*/ 751384 h 1501661"/>
              <a:gd name="connsiteX79" fmla="*/ 91693 w 1424802"/>
              <a:gd name="connsiteY79" fmla="*/ 733799 h 1501661"/>
              <a:gd name="connsiteX80" fmla="*/ 97555 w 1424802"/>
              <a:gd name="connsiteY80" fmla="*/ 704492 h 1501661"/>
              <a:gd name="connsiteX81" fmla="*/ 103416 w 1424802"/>
              <a:gd name="connsiteY81" fmla="*/ 686907 h 1501661"/>
              <a:gd name="connsiteX82" fmla="*/ 102366 w 1424802"/>
              <a:gd name="connsiteY82" fmla="*/ 624276 h 1501661"/>
              <a:gd name="connsiteX83" fmla="*/ 83418 w 1424802"/>
              <a:gd name="connsiteY83" fmla="*/ 512803 h 1501661"/>
              <a:gd name="connsiteX84" fmla="*/ 83418 w 1424802"/>
              <a:gd name="connsiteY84" fmla="*/ 368787 h 1501661"/>
              <a:gd name="connsiteX85" fmla="*/ 85832 w 1424802"/>
              <a:gd name="connsiteY85" fmla="*/ 341076 h 1501661"/>
              <a:gd name="connsiteX86" fmla="*/ 79970 w 1424802"/>
              <a:gd name="connsiteY86"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308570 w 1424802"/>
              <a:gd name="connsiteY5" fmla="*/ 100753 h 1501661"/>
              <a:gd name="connsiteX6" fmla="*/ 299018 w 1424802"/>
              <a:gd name="connsiteY6" fmla="*/ 8729 h 1501661"/>
              <a:gd name="connsiteX7" fmla="*/ 371067 w 1424802"/>
              <a:gd name="connsiteY7" fmla="*/ 8731 h 1501661"/>
              <a:gd name="connsiteX8" fmla="*/ 443116 w 1424802"/>
              <a:gd name="connsiteY8" fmla="*/ 8729 h 1501661"/>
              <a:gd name="connsiteX9" fmla="*/ 587214 w 1424802"/>
              <a:gd name="connsiteY9" fmla="*/ 8731 h 1501661"/>
              <a:gd name="connsiteX10" fmla="*/ 659264 w 1424802"/>
              <a:gd name="connsiteY10" fmla="*/ 8729 h 1501661"/>
              <a:gd name="connsiteX11" fmla="*/ 671985 w 1424802"/>
              <a:gd name="connsiteY11" fmla="*/ 106615 h 1501661"/>
              <a:gd name="connsiteX12" fmla="*/ 731313 w 1424802"/>
              <a:gd name="connsiteY12" fmla="*/ 80757 h 1501661"/>
              <a:gd name="connsiteX13" fmla="*/ 731313 w 1424802"/>
              <a:gd name="connsiteY13" fmla="*/ 8730 h 1501661"/>
              <a:gd name="connsiteX14" fmla="*/ 754047 w 1424802"/>
              <a:gd name="connsiteY14" fmla="*/ 135922 h 1501661"/>
              <a:gd name="connsiteX15" fmla="*/ 771632 w 1424802"/>
              <a:gd name="connsiteY15" fmla="*/ 147645 h 1501661"/>
              <a:gd name="connsiteX16" fmla="*/ 789216 w 1424802"/>
              <a:gd name="connsiteY16" fmla="*/ 165230 h 1501661"/>
              <a:gd name="connsiteX17" fmla="*/ 824385 w 1424802"/>
              <a:gd name="connsiteY17" fmla="*/ 176953 h 1501661"/>
              <a:gd name="connsiteX18" fmla="*/ 841970 w 1424802"/>
              <a:gd name="connsiteY18" fmla="*/ 194538 h 1501661"/>
              <a:gd name="connsiteX19" fmla="*/ 847832 w 1424802"/>
              <a:gd name="connsiteY19" fmla="*/ 212122 h 1501661"/>
              <a:gd name="connsiteX20" fmla="*/ 865416 w 1424802"/>
              <a:gd name="connsiteY20" fmla="*/ 217984 h 1501661"/>
              <a:gd name="connsiteX21" fmla="*/ 906447 w 1424802"/>
              <a:gd name="connsiteY21" fmla="*/ 253153 h 1501661"/>
              <a:gd name="connsiteX22" fmla="*/ 918170 w 1424802"/>
              <a:gd name="connsiteY22" fmla="*/ 270738 h 1501661"/>
              <a:gd name="connsiteX23" fmla="*/ 935755 w 1424802"/>
              <a:gd name="connsiteY23" fmla="*/ 282461 h 1501661"/>
              <a:gd name="connsiteX24" fmla="*/ 959201 w 1424802"/>
              <a:gd name="connsiteY24" fmla="*/ 300045 h 1501661"/>
              <a:gd name="connsiteX25" fmla="*/ 976785 w 1424802"/>
              <a:gd name="connsiteY25" fmla="*/ 311769 h 1501661"/>
              <a:gd name="connsiteX26" fmla="*/ 994370 w 1424802"/>
              <a:gd name="connsiteY26" fmla="*/ 335215 h 1501661"/>
              <a:gd name="connsiteX27" fmla="*/ 1035401 w 1424802"/>
              <a:gd name="connsiteY27" fmla="*/ 358661 h 1501661"/>
              <a:gd name="connsiteX28" fmla="*/ 1058847 w 1424802"/>
              <a:gd name="connsiteY28" fmla="*/ 387969 h 1501661"/>
              <a:gd name="connsiteX29" fmla="*/ 1099878 w 1424802"/>
              <a:gd name="connsiteY29" fmla="*/ 423138 h 1501661"/>
              <a:gd name="connsiteX30" fmla="*/ 1129185 w 1424802"/>
              <a:gd name="connsiteY30" fmla="*/ 464169 h 1501661"/>
              <a:gd name="connsiteX31" fmla="*/ 1135047 w 1424802"/>
              <a:gd name="connsiteY31" fmla="*/ 481753 h 1501661"/>
              <a:gd name="connsiteX32" fmla="*/ 1170216 w 1424802"/>
              <a:gd name="connsiteY32" fmla="*/ 522784 h 1501661"/>
              <a:gd name="connsiteX33" fmla="*/ 1187801 w 1424802"/>
              <a:gd name="connsiteY33" fmla="*/ 546230 h 1501661"/>
              <a:gd name="connsiteX34" fmla="*/ 1211247 w 1424802"/>
              <a:gd name="connsiteY34" fmla="*/ 581399 h 1501661"/>
              <a:gd name="connsiteX35" fmla="*/ 1240555 w 1424802"/>
              <a:gd name="connsiteY35" fmla="*/ 622430 h 1501661"/>
              <a:gd name="connsiteX36" fmla="*/ 1264001 w 1424802"/>
              <a:gd name="connsiteY36" fmla="*/ 669322 h 1501661"/>
              <a:gd name="connsiteX37" fmla="*/ 1269862 w 1424802"/>
              <a:gd name="connsiteY37" fmla="*/ 686907 h 1501661"/>
              <a:gd name="connsiteX38" fmla="*/ 1287447 w 1424802"/>
              <a:gd name="connsiteY38" fmla="*/ 716215 h 1501661"/>
              <a:gd name="connsiteX39" fmla="*/ 1299170 w 1424802"/>
              <a:gd name="connsiteY39" fmla="*/ 739661 h 1501661"/>
              <a:gd name="connsiteX40" fmla="*/ 1316755 w 1424802"/>
              <a:gd name="connsiteY40" fmla="*/ 757245 h 1501661"/>
              <a:gd name="connsiteX41" fmla="*/ 1340201 w 1424802"/>
              <a:gd name="connsiteY41" fmla="*/ 798276 h 1501661"/>
              <a:gd name="connsiteX42" fmla="*/ 1351924 w 1424802"/>
              <a:gd name="connsiteY42" fmla="*/ 821722 h 1501661"/>
              <a:gd name="connsiteX43" fmla="*/ 1357785 w 1424802"/>
              <a:gd name="connsiteY43" fmla="*/ 839307 h 1501661"/>
              <a:gd name="connsiteX44" fmla="*/ 1369508 w 1424802"/>
              <a:gd name="connsiteY44" fmla="*/ 856892 h 1501661"/>
              <a:gd name="connsiteX45" fmla="*/ 1381232 w 1424802"/>
              <a:gd name="connsiteY45" fmla="*/ 886199 h 1501661"/>
              <a:gd name="connsiteX46" fmla="*/ 1398816 w 1424802"/>
              <a:gd name="connsiteY46" fmla="*/ 962399 h 1501661"/>
              <a:gd name="connsiteX47" fmla="*/ 1410539 w 1424802"/>
              <a:gd name="connsiteY47" fmla="*/ 1032738 h 1501661"/>
              <a:gd name="connsiteX48" fmla="*/ 1416401 w 1424802"/>
              <a:gd name="connsiteY48" fmla="*/ 1050322 h 1501661"/>
              <a:gd name="connsiteX49" fmla="*/ 1410539 w 1424802"/>
              <a:gd name="connsiteY49" fmla="*/ 1202722 h 1501661"/>
              <a:gd name="connsiteX50" fmla="*/ 1404287 w 1424802"/>
              <a:gd name="connsiteY50" fmla="*/ 1326348 h 1501661"/>
              <a:gd name="connsiteX51" fmla="*/ 1287447 w 1424802"/>
              <a:gd name="connsiteY51" fmla="*/ 1460630 h 1501661"/>
              <a:gd name="connsiteX52" fmla="*/ 1269862 w 1424802"/>
              <a:gd name="connsiteY52" fmla="*/ 1472353 h 1501661"/>
              <a:gd name="connsiteX53" fmla="*/ 1234693 w 1424802"/>
              <a:gd name="connsiteY53" fmla="*/ 1484076 h 1501661"/>
              <a:gd name="connsiteX54" fmla="*/ 1217108 w 1424802"/>
              <a:gd name="connsiteY54" fmla="*/ 1489938 h 1501661"/>
              <a:gd name="connsiteX55" fmla="*/ 1176078 w 1424802"/>
              <a:gd name="connsiteY55" fmla="*/ 1495799 h 1501661"/>
              <a:gd name="connsiteX56" fmla="*/ 1140908 w 1424802"/>
              <a:gd name="connsiteY56" fmla="*/ 1501661 h 1501661"/>
              <a:gd name="connsiteX57" fmla="*/ 900585 w 1424802"/>
              <a:gd name="connsiteY57" fmla="*/ 1495799 h 1501661"/>
              <a:gd name="connsiteX58" fmla="*/ 883001 w 1424802"/>
              <a:gd name="connsiteY58" fmla="*/ 1489938 h 1501661"/>
              <a:gd name="connsiteX59" fmla="*/ 800939 w 1424802"/>
              <a:gd name="connsiteY59" fmla="*/ 1484076 h 1501661"/>
              <a:gd name="connsiteX60" fmla="*/ 630955 w 1424802"/>
              <a:gd name="connsiteY60" fmla="*/ 1478215 h 1501661"/>
              <a:gd name="connsiteX61" fmla="*/ 572339 w 1424802"/>
              <a:gd name="connsiteY61" fmla="*/ 1472353 h 1501661"/>
              <a:gd name="connsiteX62" fmla="*/ 476812 w 1424802"/>
              <a:gd name="connsiteY62" fmla="*/ 1478215 h 1501661"/>
              <a:gd name="connsiteX63" fmla="*/ 155426 w 1424802"/>
              <a:gd name="connsiteY63" fmla="*/ 1448907 h 1501661"/>
              <a:gd name="connsiteX64" fmla="*/ 83418 w 1424802"/>
              <a:gd name="connsiteY64" fmla="*/ 1376899 h 1501661"/>
              <a:gd name="connsiteX65" fmla="*/ 50662 w 1424802"/>
              <a:gd name="connsiteY65" fmla="*/ 1325815 h 1501661"/>
              <a:gd name="connsiteX66" fmla="*/ 33078 w 1424802"/>
              <a:gd name="connsiteY66" fmla="*/ 1308230 h 1501661"/>
              <a:gd name="connsiteX67" fmla="*/ 21355 w 1424802"/>
              <a:gd name="connsiteY67" fmla="*/ 1267199 h 1501661"/>
              <a:gd name="connsiteX68" fmla="*/ 9632 w 1424802"/>
              <a:gd name="connsiteY68" fmla="*/ 1220307 h 1501661"/>
              <a:gd name="connsiteX69" fmla="*/ 9632 w 1424802"/>
              <a:gd name="connsiteY69" fmla="*/ 1021015 h 1501661"/>
              <a:gd name="connsiteX70" fmla="*/ 15493 w 1424802"/>
              <a:gd name="connsiteY70" fmla="*/ 1003430 h 1501661"/>
              <a:gd name="connsiteX71" fmla="*/ 21355 w 1424802"/>
              <a:gd name="connsiteY71" fmla="*/ 950676 h 1501661"/>
              <a:gd name="connsiteX72" fmla="*/ 27216 w 1424802"/>
              <a:gd name="connsiteY72" fmla="*/ 933092 h 1501661"/>
              <a:gd name="connsiteX73" fmla="*/ 33078 w 1424802"/>
              <a:gd name="connsiteY73" fmla="*/ 897922 h 1501661"/>
              <a:gd name="connsiteX74" fmla="*/ 50662 w 1424802"/>
              <a:gd name="connsiteY74" fmla="*/ 856892 h 1501661"/>
              <a:gd name="connsiteX75" fmla="*/ 62385 w 1424802"/>
              <a:gd name="connsiteY75" fmla="*/ 815861 h 1501661"/>
              <a:gd name="connsiteX76" fmla="*/ 74108 w 1424802"/>
              <a:gd name="connsiteY76" fmla="*/ 792415 h 1501661"/>
              <a:gd name="connsiteX77" fmla="*/ 85832 w 1424802"/>
              <a:gd name="connsiteY77" fmla="*/ 751384 h 1501661"/>
              <a:gd name="connsiteX78" fmla="*/ 91693 w 1424802"/>
              <a:gd name="connsiteY78" fmla="*/ 733799 h 1501661"/>
              <a:gd name="connsiteX79" fmla="*/ 97555 w 1424802"/>
              <a:gd name="connsiteY79" fmla="*/ 704492 h 1501661"/>
              <a:gd name="connsiteX80" fmla="*/ 103416 w 1424802"/>
              <a:gd name="connsiteY80" fmla="*/ 686907 h 1501661"/>
              <a:gd name="connsiteX81" fmla="*/ 102366 w 1424802"/>
              <a:gd name="connsiteY81" fmla="*/ 624276 h 1501661"/>
              <a:gd name="connsiteX82" fmla="*/ 83418 w 1424802"/>
              <a:gd name="connsiteY82" fmla="*/ 512803 h 1501661"/>
              <a:gd name="connsiteX83" fmla="*/ 83418 w 1424802"/>
              <a:gd name="connsiteY83" fmla="*/ 368787 h 1501661"/>
              <a:gd name="connsiteX84" fmla="*/ 85832 w 1424802"/>
              <a:gd name="connsiteY84" fmla="*/ 341076 h 1501661"/>
              <a:gd name="connsiteX85" fmla="*/ 79970 w 1424802"/>
              <a:gd name="connsiteY85"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299018 w 1424802"/>
              <a:gd name="connsiteY5" fmla="*/ 8729 h 1501661"/>
              <a:gd name="connsiteX6" fmla="*/ 371067 w 1424802"/>
              <a:gd name="connsiteY6" fmla="*/ 8731 h 1501661"/>
              <a:gd name="connsiteX7" fmla="*/ 443116 w 1424802"/>
              <a:gd name="connsiteY7" fmla="*/ 8729 h 1501661"/>
              <a:gd name="connsiteX8" fmla="*/ 587214 w 1424802"/>
              <a:gd name="connsiteY8" fmla="*/ 8731 h 1501661"/>
              <a:gd name="connsiteX9" fmla="*/ 659264 w 1424802"/>
              <a:gd name="connsiteY9" fmla="*/ 8729 h 1501661"/>
              <a:gd name="connsiteX10" fmla="*/ 671985 w 1424802"/>
              <a:gd name="connsiteY10" fmla="*/ 106615 h 1501661"/>
              <a:gd name="connsiteX11" fmla="*/ 731313 w 1424802"/>
              <a:gd name="connsiteY11" fmla="*/ 80757 h 1501661"/>
              <a:gd name="connsiteX12" fmla="*/ 731313 w 1424802"/>
              <a:gd name="connsiteY12" fmla="*/ 8730 h 1501661"/>
              <a:gd name="connsiteX13" fmla="*/ 754047 w 1424802"/>
              <a:gd name="connsiteY13" fmla="*/ 135922 h 1501661"/>
              <a:gd name="connsiteX14" fmla="*/ 771632 w 1424802"/>
              <a:gd name="connsiteY14" fmla="*/ 147645 h 1501661"/>
              <a:gd name="connsiteX15" fmla="*/ 789216 w 1424802"/>
              <a:gd name="connsiteY15" fmla="*/ 165230 h 1501661"/>
              <a:gd name="connsiteX16" fmla="*/ 824385 w 1424802"/>
              <a:gd name="connsiteY16" fmla="*/ 176953 h 1501661"/>
              <a:gd name="connsiteX17" fmla="*/ 841970 w 1424802"/>
              <a:gd name="connsiteY17" fmla="*/ 194538 h 1501661"/>
              <a:gd name="connsiteX18" fmla="*/ 847832 w 1424802"/>
              <a:gd name="connsiteY18" fmla="*/ 212122 h 1501661"/>
              <a:gd name="connsiteX19" fmla="*/ 865416 w 1424802"/>
              <a:gd name="connsiteY19" fmla="*/ 217984 h 1501661"/>
              <a:gd name="connsiteX20" fmla="*/ 906447 w 1424802"/>
              <a:gd name="connsiteY20" fmla="*/ 253153 h 1501661"/>
              <a:gd name="connsiteX21" fmla="*/ 918170 w 1424802"/>
              <a:gd name="connsiteY21" fmla="*/ 270738 h 1501661"/>
              <a:gd name="connsiteX22" fmla="*/ 935755 w 1424802"/>
              <a:gd name="connsiteY22" fmla="*/ 282461 h 1501661"/>
              <a:gd name="connsiteX23" fmla="*/ 959201 w 1424802"/>
              <a:gd name="connsiteY23" fmla="*/ 300045 h 1501661"/>
              <a:gd name="connsiteX24" fmla="*/ 976785 w 1424802"/>
              <a:gd name="connsiteY24" fmla="*/ 311769 h 1501661"/>
              <a:gd name="connsiteX25" fmla="*/ 994370 w 1424802"/>
              <a:gd name="connsiteY25" fmla="*/ 335215 h 1501661"/>
              <a:gd name="connsiteX26" fmla="*/ 1035401 w 1424802"/>
              <a:gd name="connsiteY26" fmla="*/ 358661 h 1501661"/>
              <a:gd name="connsiteX27" fmla="*/ 1058847 w 1424802"/>
              <a:gd name="connsiteY27" fmla="*/ 387969 h 1501661"/>
              <a:gd name="connsiteX28" fmla="*/ 1099878 w 1424802"/>
              <a:gd name="connsiteY28" fmla="*/ 423138 h 1501661"/>
              <a:gd name="connsiteX29" fmla="*/ 1129185 w 1424802"/>
              <a:gd name="connsiteY29" fmla="*/ 464169 h 1501661"/>
              <a:gd name="connsiteX30" fmla="*/ 1135047 w 1424802"/>
              <a:gd name="connsiteY30" fmla="*/ 481753 h 1501661"/>
              <a:gd name="connsiteX31" fmla="*/ 1170216 w 1424802"/>
              <a:gd name="connsiteY31" fmla="*/ 522784 h 1501661"/>
              <a:gd name="connsiteX32" fmla="*/ 1187801 w 1424802"/>
              <a:gd name="connsiteY32" fmla="*/ 546230 h 1501661"/>
              <a:gd name="connsiteX33" fmla="*/ 1211247 w 1424802"/>
              <a:gd name="connsiteY33" fmla="*/ 581399 h 1501661"/>
              <a:gd name="connsiteX34" fmla="*/ 1240555 w 1424802"/>
              <a:gd name="connsiteY34" fmla="*/ 622430 h 1501661"/>
              <a:gd name="connsiteX35" fmla="*/ 1264001 w 1424802"/>
              <a:gd name="connsiteY35" fmla="*/ 669322 h 1501661"/>
              <a:gd name="connsiteX36" fmla="*/ 1269862 w 1424802"/>
              <a:gd name="connsiteY36" fmla="*/ 686907 h 1501661"/>
              <a:gd name="connsiteX37" fmla="*/ 1287447 w 1424802"/>
              <a:gd name="connsiteY37" fmla="*/ 716215 h 1501661"/>
              <a:gd name="connsiteX38" fmla="*/ 1299170 w 1424802"/>
              <a:gd name="connsiteY38" fmla="*/ 739661 h 1501661"/>
              <a:gd name="connsiteX39" fmla="*/ 1316755 w 1424802"/>
              <a:gd name="connsiteY39" fmla="*/ 757245 h 1501661"/>
              <a:gd name="connsiteX40" fmla="*/ 1340201 w 1424802"/>
              <a:gd name="connsiteY40" fmla="*/ 798276 h 1501661"/>
              <a:gd name="connsiteX41" fmla="*/ 1351924 w 1424802"/>
              <a:gd name="connsiteY41" fmla="*/ 821722 h 1501661"/>
              <a:gd name="connsiteX42" fmla="*/ 1357785 w 1424802"/>
              <a:gd name="connsiteY42" fmla="*/ 839307 h 1501661"/>
              <a:gd name="connsiteX43" fmla="*/ 1369508 w 1424802"/>
              <a:gd name="connsiteY43" fmla="*/ 856892 h 1501661"/>
              <a:gd name="connsiteX44" fmla="*/ 1381232 w 1424802"/>
              <a:gd name="connsiteY44" fmla="*/ 886199 h 1501661"/>
              <a:gd name="connsiteX45" fmla="*/ 1398816 w 1424802"/>
              <a:gd name="connsiteY45" fmla="*/ 962399 h 1501661"/>
              <a:gd name="connsiteX46" fmla="*/ 1410539 w 1424802"/>
              <a:gd name="connsiteY46" fmla="*/ 1032738 h 1501661"/>
              <a:gd name="connsiteX47" fmla="*/ 1416401 w 1424802"/>
              <a:gd name="connsiteY47" fmla="*/ 1050322 h 1501661"/>
              <a:gd name="connsiteX48" fmla="*/ 1410539 w 1424802"/>
              <a:gd name="connsiteY48" fmla="*/ 1202722 h 1501661"/>
              <a:gd name="connsiteX49" fmla="*/ 1404287 w 1424802"/>
              <a:gd name="connsiteY49" fmla="*/ 1326348 h 1501661"/>
              <a:gd name="connsiteX50" fmla="*/ 1287447 w 1424802"/>
              <a:gd name="connsiteY50" fmla="*/ 1460630 h 1501661"/>
              <a:gd name="connsiteX51" fmla="*/ 1269862 w 1424802"/>
              <a:gd name="connsiteY51" fmla="*/ 1472353 h 1501661"/>
              <a:gd name="connsiteX52" fmla="*/ 1234693 w 1424802"/>
              <a:gd name="connsiteY52" fmla="*/ 1484076 h 1501661"/>
              <a:gd name="connsiteX53" fmla="*/ 1217108 w 1424802"/>
              <a:gd name="connsiteY53" fmla="*/ 1489938 h 1501661"/>
              <a:gd name="connsiteX54" fmla="*/ 1176078 w 1424802"/>
              <a:gd name="connsiteY54" fmla="*/ 1495799 h 1501661"/>
              <a:gd name="connsiteX55" fmla="*/ 1140908 w 1424802"/>
              <a:gd name="connsiteY55" fmla="*/ 1501661 h 1501661"/>
              <a:gd name="connsiteX56" fmla="*/ 900585 w 1424802"/>
              <a:gd name="connsiteY56" fmla="*/ 1495799 h 1501661"/>
              <a:gd name="connsiteX57" fmla="*/ 883001 w 1424802"/>
              <a:gd name="connsiteY57" fmla="*/ 1489938 h 1501661"/>
              <a:gd name="connsiteX58" fmla="*/ 800939 w 1424802"/>
              <a:gd name="connsiteY58" fmla="*/ 1484076 h 1501661"/>
              <a:gd name="connsiteX59" fmla="*/ 630955 w 1424802"/>
              <a:gd name="connsiteY59" fmla="*/ 1478215 h 1501661"/>
              <a:gd name="connsiteX60" fmla="*/ 572339 w 1424802"/>
              <a:gd name="connsiteY60" fmla="*/ 1472353 h 1501661"/>
              <a:gd name="connsiteX61" fmla="*/ 476812 w 1424802"/>
              <a:gd name="connsiteY61" fmla="*/ 1478215 h 1501661"/>
              <a:gd name="connsiteX62" fmla="*/ 155426 w 1424802"/>
              <a:gd name="connsiteY62" fmla="*/ 1448907 h 1501661"/>
              <a:gd name="connsiteX63" fmla="*/ 83418 w 1424802"/>
              <a:gd name="connsiteY63" fmla="*/ 1376899 h 1501661"/>
              <a:gd name="connsiteX64" fmla="*/ 50662 w 1424802"/>
              <a:gd name="connsiteY64" fmla="*/ 1325815 h 1501661"/>
              <a:gd name="connsiteX65" fmla="*/ 33078 w 1424802"/>
              <a:gd name="connsiteY65" fmla="*/ 1308230 h 1501661"/>
              <a:gd name="connsiteX66" fmla="*/ 21355 w 1424802"/>
              <a:gd name="connsiteY66" fmla="*/ 1267199 h 1501661"/>
              <a:gd name="connsiteX67" fmla="*/ 9632 w 1424802"/>
              <a:gd name="connsiteY67" fmla="*/ 1220307 h 1501661"/>
              <a:gd name="connsiteX68" fmla="*/ 9632 w 1424802"/>
              <a:gd name="connsiteY68" fmla="*/ 1021015 h 1501661"/>
              <a:gd name="connsiteX69" fmla="*/ 15493 w 1424802"/>
              <a:gd name="connsiteY69" fmla="*/ 1003430 h 1501661"/>
              <a:gd name="connsiteX70" fmla="*/ 21355 w 1424802"/>
              <a:gd name="connsiteY70" fmla="*/ 950676 h 1501661"/>
              <a:gd name="connsiteX71" fmla="*/ 27216 w 1424802"/>
              <a:gd name="connsiteY71" fmla="*/ 933092 h 1501661"/>
              <a:gd name="connsiteX72" fmla="*/ 33078 w 1424802"/>
              <a:gd name="connsiteY72" fmla="*/ 897922 h 1501661"/>
              <a:gd name="connsiteX73" fmla="*/ 50662 w 1424802"/>
              <a:gd name="connsiteY73" fmla="*/ 856892 h 1501661"/>
              <a:gd name="connsiteX74" fmla="*/ 62385 w 1424802"/>
              <a:gd name="connsiteY74" fmla="*/ 815861 h 1501661"/>
              <a:gd name="connsiteX75" fmla="*/ 74108 w 1424802"/>
              <a:gd name="connsiteY75" fmla="*/ 792415 h 1501661"/>
              <a:gd name="connsiteX76" fmla="*/ 85832 w 1424802"/>
              <a:gd name="connsiteY76" fmla="*/ 751384 h 1501661"/>
              <a:gd name="connsiteX77" fmla="*/ 91693 w 1424802"/>
              <a:gd name="connsiteY77" fmla="*/ 733799 h 1501661"/>
              <a:gd name="connsiteX78" fmla="*/ 97555 w 1424802"/>
              <a:gd name="connsiteY78" fmla="*/ 704492 h 1501661"/>
              <a:gd name="connsiteX79" fmla="*/ 103416 w 1424802"/>
              <a:gd name="connsiteY79" fmla="*/ 686907 h 1501661"/>
              <a:gd name="connsiteX80" fmla="*/ 102366 w 1424802"/>
              <a:gd name="connsiteY80" fmla="*/ 624276 h 1501661"/>
              <a:gd name="connsiteX81" fmla="*/ 83418 w 1424802"/>
              <a:gd name="connsiteY81" fmla="*/ 512803 h 1501661"/>
              <a:gd name="connsiteX82" fmla="*/ 83418 w 1424802"/>
              <a:gd name="connsiteY82" fmla="*/ 368787 h 1501661"/>
              <a:gd name="connsiteX83" fmla="*/ 85832 w 1424802"/>
              <a:gd name="connsiteY83" fmla="*/ 341076 h 1501661"/>
              <a:gd name="connsiteX84" fmla="*/ 79970 w 1424802"/>
              <a:gd name="connsiteY84" fmla="*/ 323492 h 1501661"/>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671985 w 1424802"/>
              <a:gd name="connsiteY10" fmla="*/ 121894 h 1516940"/>
              <a:gd name="connsiteX11" fmla="*/ 731313 w 1424802"/>
              <a:gd name="connsiteY11" fmla="*/ 96036 h 1516940"/>
              <a:gd name="connsiteX12" fmla="*/ 731313 w 1424802"/>
              <a:gd name="connsiteY12" fmla="*/ 24009 h 1516940"/>
              <a:gd name="connsiteX13" fmla="*/ 754047 w 1424802"/>
              <a:gd name="connsiteY13" fmla="*/ 151201 h 1516940"/>
              <a:gd name="connsiteX14" fmla="*/ 771632 w 1424802"/>
              <a:gd name="connsiteY14" fmla="*/ 162924 h 1516940"/>
              <a:gd name="connsiteX15" fmla="*/ 789216 w 1424802"/>
              <a:gd name="connsiteY15" fmla="*/ 180509 h 1516940"/>
              <a:gd name="connsiteX16" fmla="*/ 824385 w 1424802"/>
              <a:gd name="connsiteY16" fmla="*/ 192232 h 1516940"/>
              <a:gd name="connsiteX17" fmla="*/ 841970 w 1424802"/>
              <a:gd name="connsiteY17" fmla="*/ 209817 h 1516940"/>
              <a:gd name="connsiteX18" fmla="*/ 847832 w 1424802"/>
              <a:gd name="connsiteY18" fmla="*/ 227401 h 1516940"/>
              <a:gd name="connsiteX19" fmla="*/ 865416 w 1424802"/>
              <a:gd name="connsiteY19" fmla="*/ 233263 h 1516940"/>
              <a:gd name="connsiteX20" fmla="*/ 906447 w 1424802"/>
              <a:gd name="connsiteY20" fmla="*/ 268432 h 1516940"/>
              <a:gd name="connsiteX21" fmla="*/ 918170 w 1424802"/>
              <a:gd name="connsiteY21" fmla="*/ 286017 h 1516940"/>
              <a:gd name="connsiteX22" fmla="*/ 935755 w 1424802"/>
              <a:gd name="connsiteY22" fmla="*/ 297740 h 1516940"/>
              <a:gd name="connsiteX23" fmla="*/ 959201 w 1424802"/>
              <a:gd name="connsiteY23" fmla="*/ 315324 h 1516940"/>
              <a:gd name="connsiteX24" fmla="*/ 976785 w 1424802"/>
              <a:gd name="connsiteY24" fmla="*/ 327048 h 1516940"/>
              <a:gd name="connsiteX25" fmla="*/ 994370 w 1424802"/>
              <a:gd name="connsiteY25" fmla="*/ 350494 h 1516940"/>
              <a:gd name="connsiteX26" fmla="*/ 1035401 w 1424802"/>
              <a:gd name="connsiteY26" fmla="*/ 373940 h 1516940"/>
              <a:gd name="connsiteX27" fmla="*/ 1058847 w 1424802"/>
              <a:gd name="connsiteY27" fmla="*/ 403248 h 1516940"/>
              <a:gd name="connsiteX28" fmla="*/ 1099878 w 1424802"/>
              <a:gd name="connsiteY28" fmla="*/ 438417 h 1516940"/>
              <a:gd name="connsiteX29" fmla="*/ 1129185 w 1424802"/>
              <a:gd name="connsiteY29" fmla="*/ 479448 h 1516940"/>
              <a:gd name="connsiteX30" fmla="*/ 1135047 w 1424802"/>
              <a:gd name="connsiteY30" fmla="*/ 497032 h 1516940"/>
              <a:gd name="connsiteX31" fmla="*/ 1170216 w 1424802"/>
              <a:gd name="connsiteY31" fmla="*/ 538063 h 1516940"/>
              <a:gd name="connsiteX32" fmla="*/ 1187801 w 1424802"/>
              <a:gd name="connsiteY32" fmla="*/ 561509 h 1516940"/>
              <a:gd name="connsiteX33" fmla="*/ 1211247 w 1424802"/>
              <a:gd name="connsiteY33" fmla="*/ 596678 h 1516940"/>
              <a:gd name="connsiteX34" fmla="*/ 1240555 w 1424802"/>
              <a:gd name="connsiteY34" fmla="*/ 637709 h 1516940"/>
              <a:gd name="connsiteX35" fmla="*/ 1264001 w 1424802"/>
              <a:gd name="connsiteY35" fmla="*/ 684601 h 1516940"/>
              <a:gd name="connsiteX36" fmla="*/ 1269862 w 1424802"/>
              <a:gd name="connsiteY36" fmla="*/ 702186 h 1516940"/>
              <a:gd name="connsiteX37" fmla="*/ 1287447 w 1424802"/>
              <a:gd name="connsiteY37" fmla="*/ 731494 h 1516940"/>
              <a:gd name="connsiteX38" fmla="*/ 1299170 w 1424802"/>
              <a:gd name="connsiteY38" fmla="*/ 754940 h 1516940"/>
              <a:gd name="connsiteX39" fmla="*/ 1316755 w 1424802"/>
              <a:gd name="connsiteY39" fmla="*/ 772524 h 1516940"/>
              <a:gd name="connsiteX40" fmla="*/ 1340201 w 1424802"/>
              <a:gd name="connsiteY40" fmla="*/ 813555 h 1516940"/>
              <a:gd name="connsiteX41" fmla="*/ 1351924 w 1424802"/>
              <a:gd name="connsiteY41" fmla="*/ 837001 h 1516940"/>
              <a:gd name="connsiteX42" fmla="*/ 1357785 w 1424802"/>
              <a:gd name="connsiteY42" fmla="*/ 854586 h 1516940"/>
              <a:gd name="connsiteX43" fmla="*/ 1369508 w 1424802"/>
              <a:gd name="connsiteY43" fmla="*/ 872171 h 1516940"/>
              <a:gd name="connsiteX44" fmla="*/ 1381232 w 1424802"/>
              <a:gd name="connsiteY44" fmla="*/ 901478 h 1516940"/>
              <a:gd name="connsiteX45" fmla="*/ 1398816 w 1424802"/>
              <a:gd name="connsiteY45" fmla="*/ 977678 h 1516940"/>
              <a:gd name="connsiteX46" fmla="*/ 1410539 w 1424802"/>
              <a:gd name="connsiteY46" fmla="*/ 1048017 h 1516940"/>
              <a:gd name="connsiteX47" fmla="*/ 1416401 w 1424802"/>
              <a:gd name="connsiteY47" fmla="*/ 1065601 h 1516940"/>
              <a:gd name="connsiteX48" fmla="*/ 1410539 w 1424802"/>
              <a:gd name="connsiteY48" fmla="*/ 1218001 h 1516940"/>
              <a:gd name="connsiteX49" fmla="*/ 1404287 w 1424802"/>
              <a:gd name="connsiteY49" fmla="*/ 1341627 h 1516940"/>
              <a:gd name="connsiteX50" fmla="*/ 1287447 w 1424802"/>
              <a:gd name="connsiteY50" fmla="*/ 1475909 h 1516940"/>
              <a:gd name="connsiteX51" fmla="*/ 1269862 w 1424802"/>
              <a:gd name="connsiteY51" fmla="*/ 1487632 h 1516940"/>
              <a:gd name="connsiteX52" fmla="*/ 1234693 w 1424802"/>
              <a:gd name="connsiteY52" fmla="*/ 1499355 h 1516940"/>
              <a:gd name="connsiteX53" fmla="*/ 1217108 w 1424802"/>
              <a:gd name="connsiteY53" fmla="*/ 1505217 h 1516940"/>
              <a:gd name="connsiteX54" fmla="*/ 1176078 w 1424802"/>
              <a:gd name="connsiteY54" fmla="*/ 1511078 h 1516940"/>
              <a:gd name="connsiteX55" fmla="*/ 1140908 w 1424802"/>
              <a:gd name="connsiteY55" fmla="*/ 1516940 h 1516940"/>
              <a:gd name="connsiteX56" fmla="*/ 900585 w 1424802"/>
              <a:gd name="connsiteY56" fmla="*/ 1511078 h 1516940"/>
              <a:gd name="connsiteX57" fmla="*/ 883001 w 1424802"/>
              <a:gd name="connsiteY57" fmla="*/ 1505217 h 1516940"/>
              <a:gd name="connsiteX58" fmla="*/ 800939 w 1424802"/>
              <a:gd name="connsiteY58" fmla="*/ 1499355 h 1516940"/>
              <a:gd name="connsiteX59" fmla="*/ 630955 w 1424802"/>
              <a:gd name="connsiteY59" fmla="*/ 1493494 h 1516940"/>
              <a:gd name="connsiteX60" fmla="*/ 572339 w 1424802"/>
              <a:gd name="connsiteY60" fmla="*/ 1487632 h 1516940"/>
              <a:gd name="connsiteX61" fmla="*/ 476812 w 1424802"/>
              <a:gd name="connsiteY61" fmla="*/ 1493494 h 1516940"/>
              <a:gd name="connsiteX62" fmla="*/ 155426 w 1424802"/>
              <a:gd name="connsiteY62" fmla="*/ 1464186 h 1516940"/>
              <a:gd name="connsiteX63" fmla="*/ 83418 w 1424802"/>
              <a:gd name="connsiteY63" fmla="*/ 1392178 h 1516940"/>
              <a:gd name="connsiteX64" fmla="*/ 50662 w 1424802"/>
              <a:gd name="connsiteY64" fmla="*/ 1341094 h 1516940"/>
              <a:gd name="connsiteX65" fmla="*/ 33078 w 1424802"/>
              <a:gd name="connsiteY65" fmla="*/ 1323509 h 1516940"/>
              <a:gd name="connsiteX66" fmla="*/ 21355 w 1424802"/>
              <a:gd name="connsiteY66" fmla="*/ 1282478 h 1516940"/>
              <a:gd name="connsiteX67" fmla="*/ 9632 w 1424802"/>
              <a:gd name="connsiteY67" fmla="*/ 1235586 h 1516940"/>
              <a:gd name="connsiteX68" fmla="*/ 9632 w 1424802"/>
              <a:gd name="connsiteY68" fmla="*/ 1036294 h 1516940"/>
              <a:gd name="connsiteX69" fmla="*/ 15493 w 1424802"/>
              <a:gd name="connsiteY69" fmla="*/ 1018709 h 1516940"/>
              <a:gd name="connsiteX70" fmla="*/ 21355 w 1424802"/>
              <a:gd name="connsiteY70" fmla="*/ 965955 h 1516940"/>
              <a:gd name="connsiteX71" fmla="*/ 27216 w 1424802"/>
              <a:gd name="connsiteY71" fmla="*/ 948371 h 1516940"/>
              <a:gd name="connsiteX72" fmla="*/ 33078 w 1424802"/>
              <a:gd name="connsiteY72" fmla="*/ 913201 h 1516940"/>
              <a:gd name="connsiteX73" fmla="*/ 50662 w 1424802"/>
              <a:gd name="connsiteY73" fmla="*/ 872171 h 1516940"/>
              <a:gd name="connsiteX74" fmla="*/ 62385 w 1424802"/>
              <a:gd name="connsiteY74" fmla="*/ 831140 h 1516940"/>
              <a:gd name="connsiteX75" fmla="*/ 74108 w 1424802"/>
              <a:gd name="connsiteY75" fmla="*/ 807694 h 1516940"/>
              <a:gd name="connsiteX76" fmla="*/ 85832 w 1424802"/>
              <a:gd name="connsiteY76" fmla="*/ 766663 h 1516940"/>
              <a:gd name="connsiteX77" fmla="*/ 91693 w 1424802"/>
              <a:gd name="connsiteY77" fmla="*/ 749078 h 1516940"/>
              <a:gd name="connsiteX78" fmla="*/ 97555 w 1424802"/>
              <a:gd name="connsiteY78" fmla="*/ 719771 h 1516940"/>
              <a:gd name="connsiteX79" fmla="*/ 103416 w 1424802"/>
              <a:gd name="connsiteY79" fmla="*/ 702186 h 1516940"/>
              <a:gd name="connsiteX80" fmla="*/ 102366 w 1424802"/>
              <a:gd name="connsiteY80" fmla="*/ 639555 h 1516940"/>
              <a:gd name="connsiteX81" fmla="*/ 83418 w 1424802"/>
              <a:gd name="connsiteY81" fmla="*/ 528082 h 1516940"/>
              <a:gd name="connsiteX82" fmla="*/ 83418 w 1424802"/>
              <a:gd name="connsiteY82" fmla="*/ 384066 h 1516940"/>
              <a:gd name="connsiteX83" fmla="*/ 85832 w 1424802"/>
              <a:gd name="connsiteY83" fmla="*/ 356355 h 1516940"/>
              <a:gd name="connsiteX84" fmla="*/ 79970 w 1424802"/>
              <a:gd name="connsiteY84"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96036 h 1516940"/>
              <a:gd name="connsiteX11" fmla="*/ 731313 w 1424802"/>
              <a:gd name="connsiteY11" fmla="*/ 24009 h 1516940"/>
              <a:gd name="connsiteX12" fmla="*/ 754047 w 1424802"/>
              <a:gd name="connsiteY12" fmla="*/ 151201 h 1516940"/>
              <a:gd name="connsiteX13" fmla="*/ 771632 w 1424802"/>
              <a:gd name="connsiteY13" fmla="*/ 162924 h 1516940"/>
              <a:gd name="connsiteX14" fmla="*/ 789216 w 1424802"/>
              <a:gd name="connsiteY14" fmla="*/ 180509 h 1516940"/>
              <a:gd name="connsiteX15" fmla="*/ 824385 w 1424802"/>
              <a:gd name="connsiteY15" fmla="*/ 192232 h 1516940"/>
              <a:gd name="connsiteX16" fmla="*/ 841970 w 1424802"/>
              <a:gd name="connsiteY16" fmla="*/ 209817 h 1516940"/>
              <a:gd name="connsiteX17" fmla="*/ 847832 w 1424802"/>
              <a:gd name="connsiteY17" fmla="*/ 227401 h 1516940"/>
              <a:gd name="connsiteX18" fmla="*/ 865416 w 1424802"/>
              <a:gd name="connsiteY18" fmla="*/ 233263 h 1516940"/>
              <a:gd name="connsiteX19" fmla="*/ 906447 w 1424802"/>
              <a:gd name="connsiteY19" fmla="*/ 268432 h 1516940"/>
              <a:gd name="connsiteX20" fmla="*/ 918170 w 1424802"/>
              <a:gd name="connsiteY20" fmla="*/ 286017 h 1516940"/>
              <a:gd name="connsiteX21" fmla="*/ 935755 w 1424802"/>
              <a:gd name="connsiteY21" fmla="*/ 297740 h 1516940"/>
              <a:gd name="connsiteX22" fmla="*/ 959201 w 1424802"/>
              <a:gd name="connsiteY22" fmla="*/ 315324 h 1516940"/>
              <a:gd name="connsiteX23" fmla="*/ 976785 w 1424802"/>
              <a:gd name="connsiteY23" fmla="*/ 327048 h 1516940"/>
              <a:gd name="connsiteX24" fmla="*/ 994370 w 1424802"/>
              <a:gd name="connsiteY24" fmla="*/ 350494 h 1516940"/>
              <a:gd name="connsiteX25" fmla="*/ 1035401 w 1424802"/>
              <a:gd name="connsiteY25" fmla="*/ 373940 h 1516940"/>
              <a:gd name="connsiteX26" fmla="*/ 1058847 w 1424802"/>
              <a:gd name="connsiteY26" fmla="*/ 403248 h 1516940"/>
              <a:gd name="connsiteX27" fmla="*/ 1099878 w 1424802"/>
              <a:gd name="connsiteY27" fmla="*/ 438417 h 1516940"/>
              <a:gd name="connsiteX28" fmla="*/ 1129185 w 1424802"/>
              <a:gd name="connsiteY28" fmla="*/ 479448 h 1516940"/>
              <a:gd name="connsiteX29" fmla="*/ 1135047 w 1424802"/>
              <a:gd name="connsiteY29" fmla="*/ 497032 h 1516940"/>
              <a:gd name="connsiteX30" fmla="*/ 1170216 w 1424802"/>
              <a:gd name="connsiteY30" fmla="*/ 538063 h 1516940"/>
              <a:gd name="connsiteX31" fmla="*/ 1187801 w 1424802"/>
              <a:gd name="connsiteY31" fmla="*/ 561509 h 1516940"/>
              <a:gd name="connsiteX32" fmla="*/ 1211247 w 1424802"/>
              <a:gd name="connsiteY32" fmla="*/ 596678 h 1516940"/>
              <a:gd name="connsiteX33" fmla="*/ 1240555 w 1424802"/>
              <a:gd name="connsiteY33" fmla="*/ 637709 h 1516940"/>
              <a:gd name="connsiteX34" fmla="*/ 1264001 w 1424802"/>
              <a:gd name="connsiteY34" fmla="*/ 684601 h 1516940"/>
              <a:gd name="connsiteX35" fmla="*/ 1269862 w 1424802"/>
              <a:gd name="connsiteY35" fmla="*/ 702186 h 1516940"/>
              <a:gd name="connsiteX36" fmla="*/ 1287447 w 1424802"/>
              <a:gd name="connsiteY36" fmla="*/ 731494 h 1516940"/>
              <a:gd name="connsiteX37" fmla="*/ 1299170 w 1424802"/>
              <a:gd name="connsiteY37" fmla="*/ 754940 h 1516940"/>
              <a:gd name="connsiteX38" fmla="*/ 1316755 w 1424802"/>
              <a:gd name="connsiteY38" fmla="*/ 772524 h 1516940"/>
              <a:gd name="connsiteX39" fmla="*/ 1340201 w 1424802"/>
              <a:gd name="connsiteY39" fmla="*/ 813555 h 1516940"/>
              <a:gd name="connsiteX40" fmla="*/ 1351924 w 1424802"/>
              <a:gd name="connsiteY40" fmla="*/ 837001 h 1516940"/>
              <a:gd name="connsiteX41" fmla="*/ 1357785 w 1424802"/>
              <a:gd name="connsiteY41" fmla="*/ 854586 h 1516940"/>
              <a:gd name="connsiteX42" fmla="*/ 1369508 w 1424802"/>
              <a:gd name="connsiteY42" fmla="*/ 872171 h 1516940"/>
              <a:gd name="connsiteX43" fmla="*/ 1381232 w 1424802"/>
              <a:gd name="connsiteY43" fmla="*/ 901478 h 1516940"/>
              <a:gd name="connsiteX44" fmla="*/ 1398816 w 1424802"/>
              <a:gd name="connsiteY44" fmla="*/ 977678 h 1516940"/>
              <a:gd name="connsiteX45" fmla="*/ 1410539 w 1424802"/>
              <a:gd name="connsiteY45" fmla="*/ 1048017 h 1516940"/>
              <a:gd name="connsiteX46" fmla="*/ 1416401 w 1424802"/>
              <a:gd name="connsiteY46" fmla="*/ 1065601 h 1516940"/>
              <a:gd name="connsiteX47" fmla="*/ 1410539 w 1424802"/>
              <a:gd name="connsiteY47" fmla="*/ 1218001 h 1516940"/>
              <a:gd name="connsiteX48" fmla="*/ 1404287 w 1424802"/>
              <a:gd name="connsiteY48" fmla="*/ 1341627 h 1516940"/>
              <a:gd name="connsiteX49" fmla="*/ 1287447 w 1424802"/>
              <a:gd name="connsiteY49" fmla="*/ 1475909 h 1516940"/>
              <a:gd name="connsiteX50" fmla="*/ 1269862 w 1424802"/>
              <a:gd name="connsiteY50" fmla="*/ 1487632 h 1516940"/>
              <a:gd name="connsiteX51" fmla="*/ 1234693 w 1424802"/>
              <a:gd name="connsiteY51" fmla="*/ 1499355 h 1516940"/>
              <a:gd name="connsiteX52" fmla="*/ 1217108 w 1424802"/>
              <a:gd name="connsiteY52" fmla="*/ 1505217 h 1516940"/>
              <a:gd name="connsiteX53" fmla="*/ 1176078 w 1424802"/>
              <a:gd name="connsiteY53" fmla="*/ 1511078 h 1516940"/>
              <a:gd name="connsiteX54" fmla="*/ 1140908 w 1424802"/>
              <a:gd name="connsiteY54" fmla="*/ 1516940 h 1516940"/>
              <a:gd name="connsiteX55" fmla="*/ 900585 w 1424802"/>
              <a:gd name="connsiteY55" fmla="*/ 1511078 h 1516940"/>
              <a:gd name="connsiteX56" fmla="*/ 883001 w 1424802"/>
              <a:gd name="connsiteY56" fmla="*/ 1505217 h 1516940"/>
              <a:gd name="connsiteX57" fmla="*/ 800939 w 1424802"/>
              <a:gd name="connsiteY57" fmla="*/ 1499355 h 1516940"/>
              <a:gd name="connsiteX58" fmla="*/ 630955 w 1424802"/>
              <a:gd name="connsiteY58" fmla="*/ 1493494 h 1516940"/>
              <a:gd name="connsiteX59" fmla="*/ 572339 w 1424802"/>
              <a:gd name="connsiteY59" fmla="*/ 1487632 h 1516940"/>
              <a:gd name="connsiteX60" fmla="*/ 476812 w 1424802"/>
              <a:gd name="connsiteY60" fmla="*/ 1493494 h 1516940"/>
              <a:gd name="connsiteX61" fmla="*/ 155426 w 1424802"/>
              <a:gd name="connsiteY61" fmla="*/ 1464186 h 1516940"/>
              <a:gd name="connsiteX62" fmla="*/ 83418 w 1424802"/>
              <a:gd name="connsiteY62" fmla="*/ 1392178 h 1516940"/>
              <a:gd name="connsiteX63" fmla="*/ 50662 w 1424802"/>
              <a:gd name="connsiteY63" fmla="*/ 1341094 h 1516940"/>
              <a:gd name="connsiteX64" fmla="*/ 33078 w 1424802"/>
              <a:gd name="connsiteY64" fmla="*/ 1323509 h 1516940"/>
              <a:gd name="connsiteX65" fmla="*/ 21355 w 1424802"/>
              <a:gd name="connsiteY65" fmla="*/ 1282478 h 1516940"/>
              <a:gd name="connsiteX66" fmla="*/ 9632 w 1424802"/>
              <a:gd name="connsiteY66" fmla="*/ 1235586 h 1516940"/>
              <a:gd name="connsiteX67" fmla="*/ 9632 w 1424802"/>
              <a:gd name="connsiteY67" fmla="*/ 1036294 h 1516940"/>
              <a:gd name="connsiteX68" fmla="*/ 15493 w 1424802"/>
              <a:gd name="connsiteY68" fmla="*/ 1018709 h 1516940"/>
              <a:gd name="connsiteX69" fmla="*/ 21355 w 1424802"/>
              <a:gd name="connsiteY69" fmla="*/ 965955 h 1516940"/>
              <a:gd name="connsiteX70" fmla="*/ 27216 w 1424802"/>
              <a:gd name="connsiteY70" fmla="*/ 948371 h 1516940"/>
              <a:gd name="connsiteX71" fmla="*/ 33078 w 1424802"/>
              <a:gd name="connsiteY71" fmla="*/ 913201 h 1516940"/>
              <a:gd name="connsiteX72" fmla="*/ 50662 w 1424802"/>
              <a:gd name="connsiteY72" fmla="*/ 872171 h 1516940"/>
              <a:gd name="connsiteX73" fmla="*/ 62385 w 1424802"/>
              <a:gd name="connsiteY73" fmla="*/ 831140 h 1516940"/>
              <a:gd name="connsiteX74" fmla="*/ 74108 w 1424802"/>
              <a:gd name="connsiteY74" fmla="*/ 807694 h 1516940"/>
              <a:gd name="connsiteX75" fmla="*/ 85832 w 1424802"/>
              <a:gd name="connsiteY75" fmla="*/ 766663 h 1516940"/>
              <a:gd name="connsiteX76" fmla="*/ 91693 w 1424802"/>
              <a:gd name="connsiteY76" fmla="*/ 749078 h 1516940"/>
              <a:gd name="connsiteX77" fmla="*/ 97555 w 1424802"/>
              <a:gd name="connsiteY77" fmla="*/ 719771 h 1516940"/>
              <a:gd name="connsiteX78" fmla="*/ 103416 w 1424802"/>
              <a:gd name="connsiteY78" fmla="*/ 702186 h 1516940"/>
              <a:gd name="connsiteX79" fmla="*/ 102366 w 1424802"/>
              <a:gd name="connsiteY79" fmla="*/ 639555 h 1516940"/>
              <a:gd name="connsiteX80" fmla="*/ 83418 w 1424802"/>
              <a:gd name="connsiteY80" fmla="*/ 528082 h 1516940"/>
              <a:gd name="connsiteX81" fmla="*/ 83418 w 1424802"/>
              <a:gd name="connsiteY81" fmla="*/ 384066 h 1516940"/>
              <a:gd name="connsiteX82" fmla="*/ 85832 w 1424802"/>
              <a:gd name="connsiteY82" fmla="*/ 356355 h 1516940"/>
              <a:gd name="connsiteX83" fmla="*/ 79970 w 1424802"/>
              <a:gd name="connsiteY83"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71632 w 1424802"/>
              <a:gd name="connsiteY12" fmla="*/ 162924 h 1516940"/>
              <a:gd name="connsiteX13" fmla="*/ 789216 w 1424802"/>
              <a:gd name="connsiteY13" fmla="*/ 180509 h 1516940"/>
              <a:gd name="connsiteX14" fmla="*/ 824385 w 1424802"/>
              <a:gd name="connsiteY14" fmla="*/ 192232 h 1516940"/>
              <a:gd name="connsiteX15" fmla="*/ 841970 w 1424802"/>
              <a:gd name="connsiteY15" fmla="*/ 209817 h 1516940"/>
              <a:gd name="connsiteX16" fmla="*/ 847832 w 1424802"/>
              <a:gd name="connsiteY16" fmla="*/ 227401 h 1516940"/>
              <a:gd name="connsiteX17" fmla="*/ 865416 w 1424802"/>
              <a:gd name="connsiteY17" fmla="*/ 233263 h 1516940"/>
              <a:gd name="connsiteX18" fmla="*/ 906447 w 1424802"/>
              <a:gd name="connsiteY18" fmla="*/ 268432 h 1516940"/>
              <a:gd name="connsiteX19" fmla="*/ 918170 w 1424802"/>
              <a:gd name="connsiteY19" fmla="*/ 286017 h 1516940"/>
              <a:gd name="connsiteX20" fmla="*/ 935755 w 1424802"/>
              <a:gd name="connsiteY20" fmla="*/ 297740 h 1516940"/>
              <a:gd name="connsiteX21" fmla="*/ 959201 w 1424802"/>
              <a:gd name="connsiteY21" fmla="*/ 315324 h 1516940"/>
              <a:gd name="connsiteX22" fmla="*/ 976785 w 1424802"/>
              <a:gd name="connsiteY22" fmla="*/ 327048 h 1516940"/>
              <a:gd name="connsiteX23" fmla="*/ 994370 w 1424802"/>
              <a:gd name="connsiteY23" fmla="*/ 350494 h 1516940"/>
              <a:gd name="connsiteX24" fmla="*/ 1035401 w 1424802"/>
              <a:gd name="connsiteY24" fmla="*/ 373940 h 1516940"/>
              <a:gd name="connsiteX25" fmla="*/ 1058847 w 1424802"/>
              <a:gd name="connsiteY25" fmla="*/ 403248 h 1516940"/>
              <a:gd name="connsiteX26" fmla="*/ 1099878 w 1424802"/>
              <a:gd name="connsiteY26" fmla="*/ 438417 h 1516940"/>
              <a:gd name="connsiteX27" fmla="*/ 1129185 w 1424802"/>
              <a:gd name="connsiteY27" fmla="*/ 479448 h 1516940"/>
              <a:gd name="connsiteX28" fmla="*/ 1135047 w 1424802"/>
              <a:gd name="connsiteY28" fmla="*/ 497032 h 1516940"/>
              <a:gd name="connsiteX29" fmla="*/ 1170216 w 1424802"/>
              <a:gd name="connsiteY29" fmla="*/ 538063 h 1516940"/>
              <a:gd name="connsiteX30" fmla="*/ 1187801 w 1424802"/>
              <a:gd name="connsiteY30" fmla="*/ 561509 h 1516940"/>
              <a:gd name="connsiteX31" fmla="*/ 1211247 w 1424802"/>
              <a:gd name="connsiteY31" fmla="*/ 596678 h 1516940"/>
              <a:gd name="connsiteX32" fmla="*/ 1240555 w 1424802"/>
              <a:gd name="connsiteY32" fmla="*/ 637709 h 1516940"/>
              <a:gd name="connsiteX33" fmla="*/ 1264001 w 1424802"/>
              <a:gd name="connsiteY33" fmla="*/ 684601 h 1516940"/>
              <a:gd name="connsiteX34" fmla="*/ 1269862 w 1424802"/>
              <a:gd name="connsiteY34" fmla="*/ 702186 h 1516940"/>
              <a:gd name="connsiteX35" fmla="*/ 1287447 w 1424802"/>
              <a:gd name="connsiteY35" fmla="*/ 731494 h 1516940"/>
              <a:gd name="connsiteX36" fmla="*/ 1299170 w 1424802"/>
              <a:gd name="connsiteY36" fmla="*/ 754940 h 1516940"/>
              <a:gd name="connsiteX37" fmla="*/ 1316755 w 1424802"/>
              <a:gd name="connsiteY37" fmla="*/ 772524 h 1516940"/>
              <a:gd name="connsiteX38" fmla="*/ 1340201 w 1424802"/>
              <a:gd name="connsiteY38" fmla="*/ 813555 h 1516940"/>
              <a:gd name="connsiteX39" fmla="*/ 1351924 w 1424802"/>
              <a:gd name="connsiteY39" fmla="*/ 837001 h 1516940"/>
              <a:gd name="connsiteX40" fmla="*/ 1357785 w 1424802"/>
              <a:gd name="connsiteY40" fmla="*/ 854586 h 1516940"/>
              <a:gd name="connsiteX41" fmla="*/ 1369508 w 1424802"/>
              <a:gd name="connsiteY41" fmla="*/ 872171 h 1516940"/>
              <a:gd name="connsiteX42" fmla="*/ 1381232 w 1424802"/>
              <a:gd name="connsiteY42" fmla="*/ 901478 h 1516940"/>
              <a:gd name="connsiteX43" fmla="*/ 1398816 w 1424802"/>
              <a:gd name="connsiteY43" fmla="*/ 977678 h 1516940"/>
              <a:gd name="connsiteX44" fmla="*/ 1410539 w 1424802"/>
              <a:gd name="connsiteY44" fmla="*/ 1048017 h 1516940"/>
              <a:gd name="connsiteX45" fmla="*/ 1416401 w 1424802"/>
              <a:gd name="connsiteY45" fmla="*/ 1065601 h 1516940"/>
              <a:gd name="connsiteX46" fmla="*/ 1410539 w 1424802"/>
              <a:gd name="connsiteY46" fmla="*/ 1218001 h 1516940"/>
              <a:gd name="connsiteX47" fmla="*/ 1404287 w 1424802"/>
              <a:gd name="connsiteY47" fmla="*/ 1341627 h 1516940"/>
              <a:gd name="connsiteX48" fmla="*/ 1287447 w 1424802"/>
              <a:gd name="connsiteY48" fmla="*/ 1475909 h 1516940"/>
              <a:gd name="connsiteX49" fmla="*/ 1269862 w 1424802"/>
              <a:gd name="connsiteY49" fmla="*/ 1487632 h 1516940"/>
              <a:gd name="connsiteX50" fmla="*/ 1234693 w 1424802"/>
              <a:gd name="connsiteY50" fmla="*/ 1499355 h 1516940"/>
              <a:gd name="connsiteX51" fmla="*/ 1217108 w 1424802"/>
              <a:gd name="connsiteY51" fmla="*/ 1505217 h 1516940"/>
              <a:gd name="connsiteX52" fmla="*/ 1176078 w 1424802"/>
              <a:gd name="connsiteY52" fmla="*/ 1511078 h 1516940"/>
              <a:gd name="connsiteX53" fmla="*/ 1140908 w 1424802"/>
              <a:gd name="connsiteY53" fmla="*/ 1516940 h 1516940"/>
              <a:gd name="connsiteX54" fmla="*/ 900585 w 1424802"/>
              <a:gd name="connsiteY54" fmla="*/ 1511078 h 1516940"/>
              <a:gd name="connsiteX55" fmla="*/ 883001 w 1424802"/>
              <a:gd name="connsiteY55" fmla="*/ 1505217 h 1516940"/>
              <a:gd name="connsiteX56" fmla="*/ 800939 w 1424802"/>
              <a:gd name="connsiteY56" fmla="*/ 1499355 h 1516940"/>
              <a:gd name="connsiteX57" fmla="*/ 630955 w 1424802"/>
              <a:gd name="connsiteY57" fmla="*/ 1493494 h 1516940"/>
              <a:gd name="connsiteX58" fmla="*/ 572339 w 1424802"/>
              <a:gd name="connsiteY58" fmla="*/ 1487632 h 1516940"/>
              <a:gd name="connsiteX59" fmla="*/ 476812 w 1424802"/>
              <a:gd name="connsiteY59" fmla="*/ 1493494 h 1516940"/>
              <a:gd name="connsiteX60" fmla="*/ 155426 w 1424802"/>
              <a:gd name="connsiteY60" fmla="*/ 1464186 h 1516940"/>
              <a:gd name="connsiteX61" fmla="*/ 83418 w 1424802"/>
              <a:gd name="connsiteY61" fmla="*/ 1392178 h 1516940"/>
              <a:gd name="connsiteX62" fmla="*/ 50662 w 1424802"/>
              <a:gd name="connsiteY62" fmla="*/ 1341094 h 1516940"/>
              <a:gd name="connsiteX63" fmla="*/ 33078 w 1424802"/>
              <a:gd name="connsiteY63" fmla="*/ 1323509 h 1516940"/>
              <a:gd name="connsiteX64" fmla="*/ 21355 w 1424802"/>
              <a:gd name="connsiteY64" fmla="*/ 1282478 h 1516940"/>
              <a:gd name="connsiteX65" fmla="*/ 9632 w 1424802"/>
              <a:gd name="connsiteY65" fmla="*/ 1235586 h 1516940"/>
              <a:gd name="connsiteX66" fmla="*/ 9632 w 1424802"/>
              <a:gd name="connsiteY66" fmla="*/ 1036294 h 1516940"/>
              <a:gd name="connsiteX67" fmla="*/ 15493 w 1424802"/>
              <a:gd name="connsiteY67" fmla="*/ 1018709 h 1516940"/>
              <a:gd name="connsiteX68" fmla="*/ 21355 w 1424802"/>
              <a:gd name="connsiteY68" fmla="*/ 965955 h 1516940"/>
              <a:gd name="connsiteX69" fmla="*/ 27216 w 1424802"/>
              <a:gd name="connsiteY69" fmla="*/ 948371 h 1516940"/>
              <a:gd name="connsiteX70" fmla="*/ 33078 w 1424802"/>
              <a:gd name="connsiteY70" fmla="*/ 913201 h 1516940"/>
              <a:gd name="connsiteX71" fmla="*/ 50662 w 1424802"/>
              <a:gd name="connsiteY71" fmla="*/ 872171 h 1516940"/>
              <a:gd name="connsiteX72" fmla="*/ 62385 w 1424802"/>
              <a:gd name="connsiteY72" fmla="*/ 831140 h 1516940"/>
              <a:gd name="connsiteX73" fmla="*/ 74108 w 1424802"/>
              <a:gd name="connsiteY73" fmla="*/ 807694 h 1516940"/>
              <a:gd name="connsiteX74" fmla="*/ 85832 w 1424802"/>
              <a:gd name="connsiteY74" fmla="*/ 766663 h 1516940"/>
              <a:gd name="connsiteX75" fmla="*/ 91693 w 1424802"/>
              <a:gd name="connsiteY75" fmla="*/ 749078 h 1516940"/>
              <a:gd name="connsiteX76" fmla="*/ 97555 w 1424802"/>
              <a:gd name="connsiteY76" fmla="*/ 719771 h 1516940"/>
              <a:gd name="connsiteX77" fmla="*/ 103416 w 1424802"/>
              <a:gd name="connsiteY77" fmla="*/ 702186 h 1516940"/>
              <a:gd name="connsiteX78" fmla="*/ 102366 w 1424802"/>
              <a:gd name="connsiteY78" fmla="*/ 639555 h 1516940"/>
              <a:gd name="connsiteX79" fmla="*/ 83418 w 1424802"/>
              <a:gd name="connsiteY79" fmla="*/ 528082 h 1516940"/>
              <a:gd name="connsiteX80" fmla="*/ 83418 w 1424802"/>
              <a:gd name="connsiteY80" fmla="*/ 384066 h 1516940"/>
              <a:gd name="connsiteX81" fmla="*/ 85832 w 1424802"/>
              <a:gd name="connsiteY81" fmla="*/ 356355 h 1516940"/>
              <a:gd name="connsiteX82" fmla="*/ 79970 w 1424802"/>
              <a:gd name="connsiteY82"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89216 w 1424802"/>
              <a:gd name="connsiteY12" fmla="*/ 180509 h 1516940"/>
              <a:gd name="connsiteX13" fmla="*/ 824385 w 1424802"/>
              <a:gd name="connsiteY13" fmla="*/ 192232 h 1516940"/>
              <a:gd name="connsiteX14" fmla="*/ 841970 w 1424802"/>
              <a:gd name="connsiteY14" fmla="*/ 209817 h 1516940"/>
              <a:gd name="connsiteX15" fmla="*/ 847832 w 1424802"/>
              <a:gd name="connsiteY15" fmla="*/ 227401 h 1516940"/>
              <a:gd name="connsiteX16" fmla="*/ 865416 w 1424802"/>
              <a:gd name="connsiteY16" fmla="*/ 233263 h 1516940"/>
              <a:gd name="connsiteX17" fmla="*/ 906447 w 1424802"/>
              <a:gd name="connsiteY17" fmla="*/ 268432 h 1516940"/>
              <a:gd name="connsiteX18" fmla="*/ 918170 w 1424802"/>
              <a:gd name="connsiteY18" fmla="*/ 286017 h 1516940"/>
              <a:gd name="connsiteX19" fmla="*/ 935755 w 1424802"/>
              <a:gd name="connsiteY19" fmla="*/ 297740 h 1516940"/>
              <a:gd name="connsiteX20" fmla="*/ 959201 w 1424802"/>
              <a:gd name="connsiteY20" fmla="*/ 315324 h 1516940"/>
              <a:gd name="connsiteX21" fmla="*/ 976785 w 1424802"/>
              <a:gd name="connsiteY21" fmla="*/ 327048 h 1516940"/>
              <a:gd name="connsiteX22" fmla="*/ 994370 w 1424802"/>
              <a:gd name="connsiteY22" fmla="*/ 350494 h 1516940"/>
              <a:gd name="connsiteX23" fmla="*/ 1035401 w 1424802"/>
              <a:gd name="connsiteY23" fmla="*/ 373940 h 1516940"/>
              <a:gd name="connsiteX24" fmla="*/ 1058847 w 1424802"/>
              <a:gd name="connsiteY24" fmla="*/ 403248 h 1516940"/>
              <a:gd name="connsiteX25" fmla="*/ 1099878 w 1424802"/>
              <a:gd name="connsiteY25" fmla="*/ 438417 h 1516940"/>
              <a:gd name="connsiteX26" fmla="*/ 1129185 w 1424802"/>
              <a:gd name="connsiteY26" fmla="*/ 479448 h 1516940"/>
              <a:gd name="connsiteX27" fmla="*/ 1135047 w 1424802"/>
              <a:gd name="connsiteY27" fmla="*/ 497032 h 1516940"/>
              <a:gd name="connsiteX28" fmla="*/ 1170216 w 1424802"/>
              <a:gd name="connsiteY28" fmla="*/ 538063 h 1516940"/>
              <a:gd name="connsiteX29" fmla="*/ 1187801 w 1424802"/>
              <a:gd name="connsiteY29" fmla="*/ 561509 h 1516940"/>
              <a:gd name="connsiteX30" fmla="*/ 1211247 w 1424802"/>
              <a:gd name="connsiteY30" fmla="*/ 596678 h 1516940"/>
              <a:gd name="connsiteX31" fmla="*/ 1240555 w 1424802"/>
              <a:gd name="connsiteY31" fmla="*/ 637709 h 1516940"/>
              <a:gd name="connsiteX32" fmla="*/ 1264001 w 1424802"/>
              <a:gd name="connsiteY32" fmla="*/ 684601 h 1516940"/>
              <a:gd name="connsiteX33" fmla="*/ 1269862 w 1424802"/>
              <a:gd name="connsiteY33" fmla="*/ 702186 h 1516940"/>
              <a:gd name="connsiteX34" fmla="*/ 1287447 w 1424802"/>
              <a:gd name="connsiteY34" fmla="*/ 731494 h 1516940"/>
              <a:gd name="connsiteX35" fmla="*/ 1299170 w 1424802"/>
              <a:gd name="connsiteY35" fmla="*/ 754940 h 1516940"/>
              <a:gd name="connsiteX36" fmla="*/ 1316755 w 1424802"/>
              <a:gd name="connsiteY36" fmla="*/ 772524 h 1516940"/>
              <a:gd name="connsiteX37" fmla="*/ 1340201 w 1424802"/>
              <a:gd name="connsiteY37" fmla="*/ 813555 h 1516940"/>
              <a:gd name="connsiteX38" fmla="*/ 1351924 w 1424802"/>
              <a:gd name="connsiteY38" fmla="*/ 837001 h 1516940"/>
              <a:gd name="connsiteX39" fmla="*/ 1357785 w 1424802"/>
              <a:gd name="connsiteY39" fmla="*/ 854586 h 1516940"/>
              <a:gd name="connsiteX40" fmla="*/ 1369508 w 1424802"/>
              <a:gd name="connsiteY40" fmla="*/ 872171 h 1516940"/>
              <a:gd name="connsiteX41" fmla="*/ 1381232 w 1424802"/>
              <a:gd name="connsiteY41" fmla="*/ 901478 h 1516940"/>
              <a:gd name="connsiteX42" fmla="*/ 1398816 w 1424802"/>
              <a:gd name="connsiteY42" fmla="*/ 977678 h 1516940"/>
              <a:gd name="connsiteX43" fmla="*/ 1410539 w 1424802"/>
              <a:gd name="connsiteY43" fmla="*/ 1048017 h 1516940"/>
              <a:gd name="connsiteX44" fmla="*/ 1416401 w 1424802"/>
              <a:gd name="connsiteY44" fmla="*/ 1065601 h 1516940"/>
              <a:gd name="connsiteX45" fmla="*/ 1410539 w 1424802"/>
              <a:gd name="connsiteY45" fmla="*/ 1218001 h 1516940"/>
              <a:gd name="connsiteX46" fmla="*/ 1404287 w 1424802"/>
              <a:gd name="connsiteY46" fmla="*/ 1341627 h 1516940"/>
              <a:gd name="connsiteX47" fmla="*/ 1287447 w 1424802"/>
              <a:gd name="connsiteY47" fmla="*/ 1475909 h 1516940"/>
              <a:gd name="connsiteX48" fmla="*/ 1269862 w 1424802"/>
              <a:gd name="connsiteY48" fmla="*/ 1487632 h 1516940"/>
              <a:gd name="connsiteX49" fmla="*/ 1234693 w 1424802"/>
              <a:gd name="connsiteY49" fmla="*/ 1499355 h 1516940"/>
              <a:gd name="connsiteX50" fmla="*/ 1217108 w 1424802"/>
              <a:gd name="connsiteY50" fmla="*/ 1505217 h 1516940"/>
              <a:gd name="connsiteX51" fmla="*/ 1176078 w 1424802"/>
              <a:gd name="connsiteY51" fmla="*/ 1511078 h 1516940"/>
              <a:gd name="connsiteX52" fmla="*/ 1140908 w 1424802"/>
              <a:gd name="connsiteY52" fmla="*/ 1516940 h 1516940"/>
              <a:gd name="connsiteX53" fmla="*/ 900585 w 1424802"/>
              <a:gd name="connsiteY53" fmla="*/ 1511078 h 1516940"/>
              <a:gd name="connsiteX54" fmla="*/ 883001 w 1424802"/>
              <a:gd name="connsiteY54" fmla="*/ 1505217 h 1516940"/>
              <a:gd name="connsiteX55" fmla="*/ 800939 w 1424802"/>
              <a:gd name="connsiteY55" fmla="*/ 1499355 h 1516940"/>
              <a:gd name="connsiteX56" fmla="*/ 630955 w 1424802"/>
              <a:gd name="connsiteY56" fmla="*/ 1493494 h 1516940"/>
              <a:gd name="connsiteX57" fmla="*/ 572339 w 1424802"/>
              <a:gd name="connsiteY57" fmla="*/ 1487632 h 1516940"/>
              <a:gd name="connsiteX58" fmla="*/ 476812 w 1424802"/>
              <a:gd name="connsiteY58" fmla="*/ 1493494 h 1516940"/>
              <a:gd name="connsiteX59" fmla="*/ 155426 w 1424802"/>
              <a:gd name="connsiteY59" fmla="*/ 1464186 h 1516940"/>
              <a:gd name="connsiteX60" fmla="*/ 83418 w 1424802"/>
              <a:gd name="connsiteY60" fmla="*/ 1392178 h 1516940"/>
              <a:gd name="connsiteX61" fmla="*/ 50662 w 1424802"/>
              <a:gd name="connsiteY61" fmla="*/ 1341094 h 1516940"/>
              <a:gd name="connsiteX62" fmla="*/ 33078 w 1424802"/>
              <a:gd name="connsiteY62" fmla="*/ 1323509 h 1516940"/>
              <a:gd name="connsiteX63" fmla="*/ 21355 w 1424802"/>
              <a:gd name="connsiteY63" fmla="*/ 1282478 h 1516940"/>
              <a:gd name="connsiteX64" fmla="*/ 9632 w 1424802"/>
              <a:gd name="connsiteY64" fmla="*/ 1235586 h 1516940"/>
              <a:gd name="connsiteX65" fmla="*/ 9632 w 1424802"/>
              <a:gd name="connsiteY65" fmla="*/ 1036294 h 1516940"/>
              <a:gd name="connsiteX66" fmla="*/ 15493 w 1424802"/>
              <a:gd name="connsiteY66" fmla="*/ 1018709 h 1516940"/>
              <a:gd name="connsiteX67" fmla="*/ 21355 w 1424802"/>
              <a:gd name="connsiteY67" fmla="*/ 965955 h 1516940"/>
              <a:gd name="connsiteX68" fmla="*/ 27216 w 1424802"/>
              <a:gd name="connsiteY68" fmla="*/ 948371 h 1516940"/>
              <a:gd name="connsiteX69" fmla="*/ 33078 w 1424802"/>
              <a:gd name="connsiteY69" fmla="*/ 913201 h 1516940"/>
              <a:gd name="connsiteX70" fmla="*/ 50662 w 1424802"/>
              <a:gd name="connsiteY70" fmla="*/ 872171 h 1516940"/>
              <a:gd name="connsiteX71" fmla="*/ 62385 w 1424802"/>
              <a:gd name="connsiteY71" fmla="*/ 831140 h 1516940"/>
              <a:gd name="connsiteX72" fmla="*/ 74108 w 1424802"/>
              <a:gd name="connsiteY72" fmla="*/ 807694 h 1516940"/>
              <a:gd name="connsiteX73" fmla="*/ 85832 w 1424802"/>
              <a:gd name="connsiteY73" fmla="*/ 766663 h 1516940"/>
              <a:gd name="connsiteX74" fmla="*/ 91693 w 1424802"/>
              <a:gd name="connsiteY74" fmla="*/ 749078 h 1516940"/>
              <a:gd name="connsiteX75" fmla="*/ 97555 w 1424802"/>
              <a:gd name="connsiteY75" fmla="*/ 719771 h 1516940"/>
              <a:gd name="connsiteX76" fmla="*/ 103416 w 1424802"/>
              <a:gd name="connsiteY76" fmla="*/ 702186 h 1516940"/>
              <a:gd name="connsiteX77" fmla="*/ 102366 w 1424802"/>
              <a:gd name="connsiteY77" fmla="*/ 639555 h 1516940"/>
              <a:gd name="connsiteX78" fmla="*/ 83418 w 1424802"/>
              <a:gd name="connsiteY78" fmla="*/ 528082 h 1516940"/>
              <a:gd name="connsiteX79" fmla="*/ 83418 w 1424802"/>
              <a:gd name="connsiteY79" fmla="*/ 384066 h 1516940"/>
              <a:gd name="connsiteX80" fmla="*/ 85832 w 1424802"/>
              <a:gd name="connsiteY80" fmla="*/ 356355 h 1516940"/>
              <a:gd name="connsiteX81" fmla="*/ 79970 w 1424802"/>
              <a:gd name="connsiteY81"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89216 w 1424802"/>
              <a:gd name="connsiteY11" fmla="*/ 180509 h 1516940"/>
              <a:gd name="connsiteX12" fmla="*/ 824385 w 1424802"/>
              <a:gd name="connsiteY12" fmla="*/ 192232 h 1516940"/>
              <a:gd name="connsiteX13" fmla="*/ 841970 w 1424802"/>
              <a:gd name="connsiteY13" fmla="*/ 209817 h 1516940"/>
              <a:gd name="connsiteX14" fmla="*/ 847832 w 1424802"/>
              <a:gd name="connsiteY14" fmla="*/ 227401 h 1516940"/>
              <a:gd name="connsiteX15" fmla="*/ 865416 w 1424802"/>
              <a:gd name="connsiteY15" fmla="*/ 233263 h 1516940"/>
              <a:gd name="connsiteX16" fmla="*/ 906447 w 1424802"/>
              <a:gd name="connsiteY16" fmla="*/ 268432 h 1516940"/>
              <a:gd name="connsiteX17" fmla="*/ 918170 w 1424802"/>
              <a:gd name="connsiteY17" fmla="*/ 286017 h 1516940"/>
              <a:gd name="connsiteX18" fmla="*/ 935755 w 1424802"/>
              <a:gd name="connsiteY18" fmla="*/ 297740 h 1516940"/>
              <a:gd name="connsiteX19" fmla="*/ 959201 w 1424802"/>
              <a:gd name="connsiteY19" fmla="*/ 315324 h 1516940"/>
              <a:gd name="connsiteX20" fmla="*/ 976785 w 1424802"/>
              <a:gd name="connsiteY20" fmla="*/ 327048 h 1516940"/>
              <a:gd name="connsiteX21" fmla="*/ 994370 w 1424802"/>
              <a:gd name="connsiteY21" fmla="*/ 350494 h 1516940"/>
              <a:gd name="connsiteX22" fmla="*/ 1035401 w 1424802"/>
              <a:gd name="connsiteY22" fmla="*/ 373940 h 1516940"/>
              <a:gd name="connsiteX23" fmla="*/ 1058847 w 1424802"/>
              <a:gd name="connsiteY23" fmla="*/ 403248 h 1516940"/>
              <a:gd name="connsiteX24" fmla="*/ 1099878 w 1424802"/>
              <a:gd name="connsiteY24" fmla="*/ 438417 h 1516940"/>
              <a:gd name="connsiteX25" fmla="*/ 1129185 w 1424802"/>
              <a:gd name="connsiteY25" fmla="*/ 479448 h 1516940"/>
              <a:gd name="connsiteX26" fmla="*/ 1135047 w 1424802"/>
              <a:gd name="connsiteY26" fmla="*/ 497032 h 1516940"/>
              <a:gd name="connsiteX27" fmla="*/ 1170216 w 1424802"/>
              <a:gd name="connsiteY27" fmla="*/ 538063 h 1516940"/>
              <a:gd name="connsiteX28" fmla="*/ 1187801 w 1424802"/>
              <a:gd name="connsiteY28" fmla="*/ 561509 h 1516940"/>
              <a:gd name="connsiteX29" fmla="*/ 1211247 w 1424802"/>
              <a:gd name="connsiteY29" fmla="*/ 596678 h 1516940"/>
              <a:gd name="connsiteX30" fmla="*/ 1240555 w 1424802"/>
              <a:gd name="connsiteY30" fmla="*/ 637709 h 1516940"/>
              <a:gd name="connsiteX31" fmla="*/ 1264001 w 1424802"/>
              <a:gd name="connsiteY31" fmla="*/ 684601 h 1516940"/>
              <a:gd name="connsiteX32" fmla="*/ 1269862 w 1424802"/>
              <a:gd name="connsiteY32" fmla="*/ 702186 h 1516940"/>
              <a:gd name="connsiteX33" fmla="*/ 1287447 w 1424802"/>
              <a:gd name="connsiteY33" fmla="*/ 731494 h 1516940"/>
              <a:gd name="connsiteX34" fmla="*/ 1299170 w 1424802"/>
              <a:gd name="connsiteY34" fmla="*/ 754940 h 1516940"/>
              <a:gd name="connsiteX35" fmla="*/ 1316755 w 1424802"/>
              <a:gd name="connsiteY35" fmla="*/ 772524 h 1516940"/>
              <a:gd name="connsiteX36" fmla="*/ 1340201 w 1424802"/>
              <a:gd name="connsiteY36" fmla="*/ 813555 h 1516940"/>
              <a:gd name="connsiteX37" fmla="*/ 1351924 w 1424802"/>
              <a:gd name="connsiteY37" fmla="*/ 837001 h 1516940"/>
              <a:gd name="connsiteX38" fmla="*/ 1357785 w 1424802"/>
              <a:gd name="connsiteY38" fmla="*/ 854586 h 1516940"/>
              <a:gd name="connsiteX39" fmla="*/ 1369508 w 1424802"/>
              <a:gd name="connsiteY39" fmla="*/ 872171 h 1516940"/>
              <a:gd name="connsiteX40" fmla="*/ 1381232 w 1424802"/>
              <a:gd name="connsiteY40" fmla="*/ 901478 h 1516940"/>
              <a:gd name="connsiteX41" fmla="*/ 1398816 w 1424802"/>
              <a:gd name="connsiteY41" fmla="*/ 977678 h 1516940"/>
              <a:gd name="connsiteX42" fmla="*/ 1410539 w 1424802"/>
              <a:gd name="connsiteY42" fmla="*/ 1048017 h 1516940"/>
              <a:gd name="connsiteX43" fmla="*/ 1416401 w 1424802"/>
              <a:gd name="connsiteY43" fmla="*/ 1065601 h 1516940"/>
              <a:gd name="connsiteX44" fmla="*/ 1410539 w 1424802"/>
              <a:gd name="connsiteY44" fmla="*/ 1218001 h 1516940"/>
              <a:gd name="connsiteX45" fmla="*/ 1404287 w 1424802"/>
              <a:gd name="connsiteY45" fmla="*/ 1341627 h 1516940"/>
              <a:gd name="connsiteX46" fmla="*/ 1287447 w 1424802"/>
              <a:gd name="connsiteY46" fmla="*/ 1475909 h 1516940"/>
              <a:gd name="connsiteX47" fmla="*/ 1269862 w 1424802"/>
              <a:gd name="connsiteY47" fmla="*/ 1487632 h 1516940"/>
              <a:gd name="connsiteX48" fmla="*/ 1234693 w 1424802"/>
              <a:gd name="connsiteY48" fmla="*/ 1499355 h 1516940"/>
              <a:gd name="connsiteX49" fmla="*/ 1217108 w 1424802"/>
              <a:gd name="connsiteY49" fmla="*/ 1505217 h 1516940"/>
              <a:gd name="connsiteX50" fmla="*/ 1176078 w 1424802"/>
              <a:gd name="connsiteY50" fmla="*/ 1511078 h 1516940"/>
              <a:gd name="connsiteX51" fmla="*/ 1140908 w 1424802"/>
              <a:gd name="connsiteY51" fmla="*/ 1516940 h 1516940"/>
              <a:gd name="connsiteX52" fmla="*/ 900585 w 1424802"/>
              <a:gd name="connsiteY52" fmla="*/ 1511078 h 1516940"/>
              <a:gd name="connsiteX53" fmla="*/ 883001 w 1424802"/>
              <a:gd name="connsiteY53" fmla="*/ 1505217 h 1516940"/>
              <a:gd name="connsiteX54" fmla="*/ 800939 w 1424802"/>
              <a:gd name="connsiteY54" fmla="*/ 1499355 h 1516940"/>
              <a:gd name="connsiteX55" fmla="*/ 630955 w 1424802"/>
              <a:gd name="connsiteY55" fmla="*/ 1493494 h 1516940"/>
              <a:gd name="connsiteX56" fmla="*/ 572339 w 1424802"/>
              <a:gd name="connsiteY56" fmla="*/ 1487632 h 1516940"/>
              <a:gd name="connsiteX57" fmla="*/ 476812 w 1424802"/>
              <a:gd name="connsiteY57" fmla="*/ 1493494 h 1516940"/>
              <a:gd name="connsiteX58" fmla="*/ 155426 w 1424802"/>
              <a:gd name="connsiteY58" fmla="*/ 1464186 h 1516940"/>
              <a:gd name="connsiteX59" fmla="*/ 83418 w 1424802"/>
              <a:gd name="connsiteY59" fmla="*/ 1392178 h 1516940"/>
              <a:gd name="connsiteX60" fmla="*/ 50662 w 1424802"/>
              <a:gd name="connsiteY60" fmla="*/ 1341094 h 1516940"/>
              <a:gd name="connsiteX61" fmla="*/ 33078 w 1424802"/>
              <a:gd name="connsiteY61" fmla="*/ 1323509 h 1516940"/>
              <a:gd name="connsiteX62" fmla="*/ 21355 w 1424802"/>
              <a:gd name="connsiteY62" fmla="*/ 1282478 h 1516940"/>
              <a:gd name="connsiteX63" fmla="*/ 9632 w 1424802"/>
              <a:gd name="connsiteY63" fmla="*/ 1235586 h 1516940"/>
              <a:gd name="connsiteX64" fmla="*/ 9632 w 1424802"/>
              <a:gd name="connsiteY64" fmla="*/ 1036294 h 1516940"/>
              <a:gd name="connsiteX65" fmla="*/ 15493 w 1424802"/>
              <a:gd name="connsiteY65" fmla="*/ 1018709 h 1516940"/>
              <a:gd name="connsiteX66" fmla="*/ 21355 w 1424802"/>
              <a:gd name="connsiteY66" fmla="*/ 965955 h 1516940"/>
              <a:gd name="connsiteX67" fmla="*/ 27216 w 1424802"/>
              <a:gd name="connsiteY67" fmla="*/ 948371 h 1516940"/>
              <a:gd name="connsiteX68" fmla="*/ 33078 w 1424802"/>
              <a:gd name="connsiteY68" fmla="*/ 913201 h 1516940"/>
              <a:gd name="connsiteX69" fmla="*/ 50662 w 1424802"/>
              <a:gd name="connsiteY69" fmla="*/ 872171 h 1516940"/>
              <a:gd name="connsiteX70" fmla="*/ 62385 w 1424802"/>
              <a:gd name="connsiteY70" fmla="*/ 831140 h 1516940"/>
              <a:gd name="connsiteX71" fmla="*/ 74108 w 1424802"/>
              <a:gd name="connsiteY71" fmla="*/ 807694 h 1516940"/>
              <a:gd name="connsiteX72" fmla="*/ 85832 w 1424802"/>
              <a:gd name="connsiteY72" fmla="*/ 766663 h 1516940"/>
              <a:gd name="connsiteX73" fmla="*/ 91693 w 1424802"/>
              <a:gd name="connsiteY73" fmla="*/ 749078 h 1516940"/>
              <a:gd name="connsiteX74" fmla="*/ 97555 w 1424802"/>
              <a:gd name="connsiteY74" fmla="*/ 719771 h 1516940"/>
              <a:gd name="connsiteX75" fmla="*/ 103416 w 1424802"/>
              <a:gd name="connsiteY75" fmla="*/ 702186 h 1516940"/>
              <a:gd name="connsiteX76" fmla="*/ 102366 w 1424802"/>
              <a:gd name="connsiteY76" fmla="*/ 639555 h 1516940"/>
              <a:gd name="connsiteX77" fmla="*/ 83418 w 1424802"/>
              <a:gd name="connsiteY77" fmla="*/ 528082 h 1516940"/>
              <a:gd name="connsiteX78" fmla="*/ 83418 w 1424802"/>
              <a:gd name="connsiteY78" fmla="*/ 384066 h 1516940"/>
              <a:gd name="connsiteX79" fmla="*/ 85832 w 1424802"/>
              <a:gd name="connsiteY79" fmla="*/ 356355 h 1516940"/>
              <a:gd name="connsiteX80" fmla="*/ 79970 w 1424802"/>
              <a:gd name="connsiteY80"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9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2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79970 w 1424802"/>
              <a:gd name="connsiteY78" fmla="*/ 461524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34270 w 1424802"/>
              <a:gd name="connsiteY78"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34270 w 1424802"/>
              <a:gd name="connsiteY77"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51506 w 1424802"/>
              <a:gd name="connsiteY6" fmla="*/ 58629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240555 w 1424802"/>
              <a:gd name="connsiteY27" fmla="*/ 770815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379755 w 1424802"/>
              <a:gd name="connsiteY40" fmla="*/ 1237514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379755 w 1424802"/>
              <a:gd name="connsiteY39" fmla="*/ 1237514 h 1650046"/>
              <a:gd name="connsiteX40" fmla="*/ 1410539 w 1424802"/>
              <a:gd name="connsiteY40" fmla="*/ 1351107 h 1650046"/>
              <a:gd name="connsiteX41" fmla="*/ 1404287 w 1424802"/>
              <a:gd name="connsiteY41" fmla="*/ 1474733 h 1650046"/>
              <a:gd name="connsiteX42" fmla="*/ 1287447 w 1424802"/>
              <a:gd name="connsiteY42" fmla="*/ 1609015 h 1650046"/>
              <a:gd name="connsiteX43" fmla="*/ 1269862 w 1424802"/>
              <a:gd name="connsiteY43" fmla="*/ 1620738 h 1650046"/>
              <a:gd name="connsiteX44" fmla="*/ 1234693 w 1424802"/>
              <a:gd name="connsiteY44" fmla="*/ 1632461 h 1650046"/>
              <a:gd name="connsiteX45" fmla="*/ 1217108 w 1424802"/>
              <a:gd name="connsiteY45" fmla="*/ 1638323 h 1650046"/>
              <a:gd name="connsiteX46" fmla="*/ 1176078 w 1424802"/>
              <a:gd name="connsiteY46" fmla="*/ 1644184 h 1650046"/>
              <a:gd name="connsiteX47" fmla="*/ 1140908 w 1424802"/>
              <a:gd name="connsiteY47" fmla="*/ 1650046 h 1650046"/>
              <a:gd name="connsiteX48" fmla="*/ 900585 w 1424802"/>
              <a:gd name="connsiteY48" fmla="*/ 1644184 h 1650046"/>
              <a:gd name="connsiteX49" fmla="*/ 883001 w 1424802"/>
              <a:gd name="connsiteY49" fmla="*/ 1638323 h 1650046"/>
              <a:gd name="connsiteX50" fmla="*/ 800939 w 1424802"/>
              <a:gd name="connsiteY50" fmla="*/ 1632461 h 1650046"/>
              <a:gd name="connsiteX51" fmla="*/ 630955 w 1424802"/>
              <a:gd name="connsiteY51" fmla="*/ 1626600 h 1650046"/>
              <a:gd name="connsiteX52" fmla="*/ 572339 w 1424802"/>
              <a:gd name="connsiteY52" fmla="*/ 1620738 h 1650046"/>
              <a:gd name="connsiteX53" fmla="*/ 476812 w 1424802"/>
              <a:gd name="connsiteY53" fmla="*/ 1626600 h 1650046"/>
              <a:gd name="connsiteX54" fmla="*/ 155426 w 1424802"/>
              <a:gd name="connsiteY54" fmla="*/ 1597292 h 1650046"/>
              <a:gd name="connsiteX55" fmla="*/ 83418 w 1424802"/>
              <a:gd name="connsiteY55" fmla="*/ 1525284 h 1650046"/>
              <a:gd name="connsiteX56" fmla="*/ 50662 w 1424802"/>
              <a:gd name="connsiteY56" fmla="*/ 1474200 h 1650046"/>
              <a:gd name="connsiteX57" fmla="*/ 33078 w 1424802"/>
              <a:gd name="connsiteY57" fmla="*/ 1456615 h 1650046"/>
              <a:gd name="connsiteX58" fmla="*/ 21355 w 1424802"/>
              <a:gd name="connsiteY58" fmla="*/ 1415584 h 1650046"/>
              <a:gd name="connsiteX59" fmla="*/ 9632 w 1424802"/>
              <a:gd name="connsiteY59" fmla="*/ 1368692 h 1650046"/>
              <a:gd name="connsiteX60" fmla="*/ 9632 w 1424802"/>
              <a:gd name="connsiteY60" fmla="*/ 1169400 h 1650046"/>
              <a:gd name="connsiteX61" fmla="*/ 15493 w 1424802"/>
              <a:gd name="connsiteY61" fmla="*/ 1151815 h 1650046"/>
              <a:gd name="connsiteX62" fmla="*/ 21355 w 1424802"/>
              <a:gd name="connsiteY62" fmla="*/ 1099061 h 1650046"/>
              <a:gd name="connsiteX63" fmla="*/ 27216 w 1424802"/>
              <a:gd name="connsiteY63" fmla="*/ 1081477 h 1650046"/>
              <a:gd name="connsiteX64" fmla="*/ 33078 w 1424802"/>
              <a:gd name="connsiteY64" fmla="*/ 1046307 h 1650046"/>
              <a:gd name="connsiteX65" fmla="*/ 50662 w 1424802"/>
              <a:gd name="connsiteY65" fmla="*/ 1005277 h 1650046"/>
              <a:gd name="connsiteX66" fmla="*/ 62385 w 1424802"/>
              <a:gd name="connsiteY66" fmla="*/ 964246 h 1650046"/>
              <a:gd name="connsiteX67" fmla="*/ 74108 w 1424802"/>
              <a:gd name="connsiteY67" fmla="*/ 940800 h 1650046"/>
              <a:gd name="connsiteX68" fmla="*/ 85832 w 1424802"/>
              <a:gd name="connsiteY68" fmla="*/ 899769 h 1650046"/>
              <a:gd name="connsiteX69" fmla="*/ 91693 w 1424802"/>
              <a:gd name="connsiteY69" fmla="*/ 882184 h 1650046"/>
              <a:gd name="connsiteX70" fmla="*/ 97555 w 1424802"/>
              <a:gd name="connsiteY70" fmla="*/ 852877 h 1650046"/>
              <a:gd name="connsiteX71" fmla="*/ 103416 w 1424802"/>
              <a:gd name="connsiteY71" fmla="*/ 835292 h 1650046"/>
              <a:gd name="connsiteX72" fmla="*/ 102366 w 1424802"/>
              <a:gd name="connsiteY72" fmla="*/ 772661 h 1650046"/>
              <a:gd name="connsiteX73" fmla="*/ 83418 w 1424802"/>
              <a:gd name="connsiteY73" fmla="*/ 661188 h 1650046"/>
              <a:gd name="connsiteX74" fmla="*/ 34270 w 1424802"/>
              <a:gd name="connsiteY7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07706 w 1424802"/>
              <a:gd name="connsiteY36" fmla="*/ 1093461 h 1650046"/>
              <a:gd name="connsiteX37" fmla="*/ 1353869 w 1424802"/>
              <a:gd name="connsiteY37" fmla="*/ 1173135 h 1650046"/>
              <a:gd name="connsiteX38" fmla="*/ 1379755 w 1424802"/>
              <a:gd name="connsiteY38" fmla="*/ 1237514 h 1650046"/>
              <a:gd name="connsiteX39" fmla="*/ 1410539 w 1424802"/>
              <a:gd name="connsiteY39" fmla="*/ 1351107 h 1650046"/>
              <a:gd name="connsiteX40" fmla="*/ 1404287 w 1424802"/>
              <a:gd name="connsiteY40" fmla="*/ 1474733 h 1650046"/>
              <a:gd name="connsiteX41" fmla="*/ 1287447 w 1424802"/>
              <a:gd name="connsiteY41" fmla="*/ 1609015 h 1650046"/>
              <a:gd name="connsiteX42" fmla="*/ 1269862 w 1424802"/>
              <a:gd name="connsiteY42" fmla="*/ 1620738 h 1650046"/>
              <a:gd name="connsiteX43" fmla="*/ 1234693 w 1424802"/>
              <a:gd name="connsiteY43" fmla="*/ 1632461 h 1650046"/>
              <a:gd name="connsiteX44" fmla="*/ 1217108 w 1424802"/>
              <a:gd name="connsiteY44" fmla="*/ 1638323 h 1650046"/>
              <a:gd name="connsiteX45" fmla="*/ 1176078 w 1424802"/>
              <a:gd name="connsiteY45" fmla="*/ 1644184 h 1650046"/>
              <a:gd name="connsiteX46" fmla="*/ 1140908 w 1424802"/>
              <a:gd name="connsiteY46" fmla="*/ 1650046 h 1650046"/>
              <a:gd name="connsiteX47" fmla="*/ 900585 w 1424802"/>
              <a:gd name="connsiteY47" fmla="*/ 1644184 h 1650046"/>
              <a:gd name="connsiteX48" fmla="*/ 883001 w 1424802"/>
              <a:gd name="connsiteY48" fmla="*/ 1638323 h 1650046"/>
              <a:gd name="connsiteX49" fmla="*/ 800939 w 1424802"/>
              <a:gd name="connsiteY49" fmla="*/ 1632461 h 1650046"/>
              <a:gd name="connsiteX50" fmla="*/ 630955 w 1424802"/>
              <a:gd name="connsiteY50" fmla="*/ 1626600 h 1650046"/>
              <a:gd name="connsiteX51" fmla="*/ 572339 w 1424802"/>
              <a:gd name="connsiteY51" fmla="*/ 1620738 h 1650046"/>
              <a:gd name="connsiteX52" fmla="*/ 476812 w 1424802"/>
              <a:gd name="connsiteY52" fmla="*/ 1626600 h 1650046"/>
              <a:gd name="connsiteX53" fmla="*/ 155426 w 1424802"/>
              <a:gd name="connsiteY53" fmla="*/ 1597292 h 1650046"/>
              <a:gd name="connsiteX54" fmla="*/ 83418 w 1424802"/>
              <a:gd name="connsiteY54" fmla="*/ 1525284 h 1650046"/>
              <a:gd name="connsiteX55" fmla="*/ 50662 w 1424802"/>
              <a:gd name="connsiteY55" fmla="*/ 1474200 h 1650046"/>
              <a:gd name="connsiteX56" fmla="*/ 33078 w 1424802"/>
              <a:gd name="connsiteY56" fmla="*/ 1456615 h 1650046"/>
              <a:gd name="connsiteX57" fmla="*/ 21355 w 1424802"/>
              <a:gd name="connsiteY57" fmla="*/ 1415584 h 1650046"/>
              <a:gd name="connsiteX58" fmla="*/ 9632 w 1424802"/>
              <a:gd name="connsiteY58" fmla="*/ 1368692 h 1650046"/>
              <a:gd name="connsiteX59" fmla="*/ 9632 w 1424802"/>
              <a:gd name="connsiteY59" fmla="*/ 1169400 h 1650046"/>
              <a:gd name="connsiteX60" fmla="*/ 15493 w 1424802"/>
              <a:gd name="connsiteY60" fmla="*/ 1151815 h 1650046"/>
              <a:gd name="connsiteX61" fmla="*/ 21355 w 1424802"/>
              <a:gd name="connsiteY61" fmla="*/ 1099061 h 1650046"/>
              <a:gd name="connsiteX62" fmla="*/ 27216 w 1424802"/>
              <a:gd name="connsiteY62" fmla="*/ 1081477 h 1650046"/>
              <a:gd name="connsiteX63" fmla="*/ 33078 w 1424802"/>
              <a:gd name="connsiteY63" fmla="*/ 1046307 h 1650046"/>
              <a:gd name="connsiteX64" fmla="*/ 50662 w 1424802"/>
              <a:gd name="connsiteY64" fmla="*/ 1005277 h 1650046"/>
              <a:gd name="connsiteX65" fmla="*/ 62385 w 1424802"/>
              <a:gd name="connsiteY65" fmla="*/ 964246 h 1650046"/>
              <a:gd name="connsiteX66" fmla="*/ 74108 w 1424802"/>
              <a:gd name="connsiteY66" fmla="*/ 940800 h 1650046"/>
              <a:gd name="connsiteX67" fmla="*/ 85832 w 1424802"/>
              <a:gd name="connsiteY67" fmla="*/ 899769 h 1650046"/>
              <a:gd name="connsiteX68" fmla="*/ 91693 w 1424802"/>
              <a:gd name="connsiteY68" fmla="*/ 882184 h 1650046"/>
              <a:gd name="connsiteX69" fmla="*/ 97555 w 1424802"/>
              <a:gd name="connsiteY69" fmla="*/ 852877 h 1650046"/>
              <a:gd name="connsiteX70" fmla="*/ 103416 w 1424802"/>
              <a:gd name="connsiteY70" fmla="*/ 835292 h 1650046"/>
              <a:gd name="connsiteX71" fmla="*/ 102366 w 1424802"/>
              <a:gd name="connsiteY71" fmla="*/ 772661 h 1650046"/>
              <a:gd name="connsiteX72" fmla="*/ 83418 w 1424802"/>
              <a:gd name="connsiteY72" fmla="*/ 661188 h 1650046"/>
              <a:gd name="connsiteX73" fmla="*/ 34270 w 1424802"/>
              <a:gd name="connsiteY7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07706 w 1424802"/>
              <a:gd name="connsiteY35" fmla="*/ 1093461 h 1650046"/>
              <a:gd name="connsiteX36" fmla="*/ 1353869 w 1424802"/>
              <a:gd name="connsiteY36" fmla="*/ 1173135 h 1650046"/>
              <a:gd name="connsiteX37" fmla="*/ 1379755 w 1424802"/>
              <a:gd name="connsiteY37" fmla="*/ 1237514 h 1650046"/>
              <a:gd name="connsiteX38" fmla="*/ 1410539 w 1424802"/>
              <a:gd name="connsiteY38" fmla="*/ 1351107 h 1650046"/>
              <a:gd name="connsiteX39" fmla="*/ 1404287 w 1424802"/>
              <a:gd name="connsiteY39" fmla="*/ 1474733 h 1650046"/>
              <a:gd name="connsiteX40" fmla="*/ 1287447 w 1424802"/>
              <a:gd name="connsiteY40" fmla="*/ 1609015 h 1650046"/>
              <a:gd name="connsiteX41" fmla="*/ 1269862 w 1424802"/>
              <a:gd name="connsiteY41" fmla="*/ 1620738 h 1650046"/>
              <a:gd name="connsiteX42" fmla="*/ 1234693 w 1424802"/>
              <a:gd name="connsiteY42" fmla="*/ 1632461 h 1650046"/>
              <a:gd name="connsiteX43" fmla="*/ 1217108 w 1424802"/>
              <a:gd name="connsiteY43" fmla="*/ 1638323 h 1650046"/>
              <a:gd name="connsiteX44" fmla="*/ 1176078 w 1424802"/>
              <a:gd name="connsiteY44" fmla="*/ 1644184 h 1650046"/>
              <a:gd name="connsiteX45" fmla="*/ 1140908 w 1424802"/>
              <a:gd name="connsiteY45" fmla="*/ 1650046 h 1650046"/>
              <a:gd name="connsiteX46" fmla="*/ 900585 w 1424802"/>
              <a:gd name="connsiteY46" fmla="*/ 1644184 h 1650046"/>
              <a:gd name="connsiteX47" fmla="*/ 883001 w 1424802"/>
              <a:gd name="connsiteY47" fmla="*/ 1638323 h 1650046"/>
              <a:gd name="connsiteX48" fmla="*/ 800939 w 1424802"/>
              <a:gd name="connsiteY48" fmla="*/ 1632461 h 1650046"/>
              <a:gd name="connsiteX49" fmla="*/ 630955 w 1424802"/>
              <a:gd name="connsiteY49" fmla="*/ 1626600 h 1650046"/>
              <a:gd name="connsiteX50" fmla="*/ 572339 w 1424802"/>
              <a:gd name="connsiteY50" fmla="*/ 1620738 h 1650046"/>
              <a:gd name="connsiteX51" fmla="*/ 476812 w 1424802"/>
              <a:gd name="connsiteY51" fmla="*/ 1626600 h 1650046"/>
              <a:gd name="connsiteX52" fmla="*/ 155426 w 1424802"/>
              <a:gd name="connsiteY52" fmla="*/ 1597292 h 1650046"/>
              <a:gd name="connsiteX53" fmla="*/ 83418 w 1424802"/>
              <a:gd name="connsiteY53" fmla="*/ 1525284 h 1650046"/>
              <a:gd name="connsiteX54" fmla="*/ 50662 w 1424802"/>
              <a:gd name="connsiteY54" fmla="*/ 1474200 h 1650046"/>
              <a:gd name="connsiteX55" fmla="*/ 33078 w 1424802"/>
              <a:gd name="connsiteY55" fmla="*/ 1456615 h 1650046"/>
              <a:gd name="connsiteX56" fmla="*/ 21355 w 1424802"/>
              <a:gd name="connsiteY56" fmla="*/ 1415584 h 1650046"/>
              <a:gd name="connsiteX57" fmla="*/ 9632 w 1424802"/>
              <a:gd name="connsiteY57" fmla="*/ 1368692 h 1650046"/>
              <a:gd name="connsiteX58" fmla="*/ 9632 w 1424802"/>
              <a:gd name="connsiteY58" fmla="*/ 1169400 h 1650046"/>
              <a:gd name="connsiteX59" fmla="*/ 15493 w 1424802"/>
              <a:gd name="connsiteY59" fmla="*/ 1151815 h 1650046"/>
              <a:gd name="connsiteX60" fmla="*/ 21355 w 1424802"/>
              <a:gd name="connsiteY60" fmla="*/ 1099061 h 1650046"/>
              <a:gd name="connsiteX61" fmla="*/ 27216 w 1424802"/>
              <a:gd name="connsiteY61" fmla="*/ 1081477 h 1650046"/>
              <a:gd name="connsiteX62" fmla="*/ 33078 w 1424802"/>
              <a:gd name="connsiteY62" fmla="*/ 1046307 h 1650046"/>
              <a:gd name="connsiteX63" fmla="*/ 50662 w 1424802"/>
              <a:gd name="connsiteY63" fmla="*/ 1005277 h 1650046"/>
              <a:gd name="connsiteX64" fmla="*/ 62385 w 1424802"/>
              <a:gd name="connsiteY64" fmla="*/ 964246 h 1650046"/>
              <a:gd name="connsiteX65" fmla="*/ 74108 w 1424802"/>
              <a:gd name="connsiteY65" fmla="*/ 940800 h 1650046"/>
              <a:gd name="connsiteX66" fmla="*/ 85832 w 1424802"/>
              <a:gd name="connsiteY66" fmla="*/ 899769 h 1650046"/>
              <a:gd name="connsiteX67" fmla="*/ 91693 w 1424802"/>
              <a:gd name="connsiteY67" fmla="*/ 882184 h 1650046"/>
              <a:gd name="connsiteX68" fmla="*/ 97555 w 1424802"/>
              <a:gd name="connsiteY68" fmla="*/ 852877 h 1650046"/>
              <a:gd name="connsiteX69" fmla="*/ 103416 w 1424802"/>
              <a:gd name="connsiteY69" fmla="*/ 835292 h 1650046"/>
              <a:gd name="connsiteX70" fmla="*/ 102366 w 1424802"/>
              <a:gd name="connsiteY70" fmla="*/ 772661 h 1650046"/>
              <a:gd name="connsiteX71" fmla="*/ 83418 w 1424802"/>
              <a:gd name="connsiteY71" fmla="*/ 661188 h 1650046"/>
              <a:gd name="connsiteX72" fmla="*/ 34270 w 1424802"/>
              <a:gd name="connsiteY7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51924 w 1424802"/>
              <a:gd name="connsiteY33" fmla="*/ 970107 h 1650046"/>
              <a:gd name="connsiteX34" fmla="*/ 1307706 w 1424802"/>
              <a:gd name="connsiteY34" fmla="*/ 1093461 h 1650046"/>
              <a:gd name="connsiteX35" fmla="*/ 1353869 w 1424802"/>
              <a:gd name="connsiteY35" fmla="*/ 1173135 h 1650046"/>
              <a:gd name="connsiteX36" fmla="*/ 1379755 w 1424802"/>
              <a:gd name="connsiteY36" fmla="*/ 1237514 h 1650046"/>
              <a:gd name="connsiteX37" fmla="*/ 1410539 w 1424802"/>
              <a:gd name="connsiteY37" fmla="*/ 1351107 h 1650046"/>
              <a:gd name="connsiteX38" fmla="*/ 1404287 w 1424802"/>
              <a:gd name="connsiteY38" fmla="*/ 1474733 h 1650046"/>
              <a:gd name="connsiteX39" fmla="*/ 1287447 w 1424802"/>
              <a:gd name="connsiteY39" fmla="*/ 1609015 h 1650046"/>
              <a:gd name="connsiteX40" fmla="*/ 1269862 w 1424802"/>
              <a:gd name="connsiteY40" fmla="*/ 1620738 h 1650046"/>
              <a:gd name="connsiteX41" fmla="*/ 1234693 w 1424802"/>
              <a:gd name="connsiteY41" fmla="*/ 1632461 h 1650046"/>
              <a:gd name="connsiteX42" fmla="*/ 1217108 w 1424802"/>
              <a:gd name="connsiteY42" fmla="*/ 1638323 h 1650046"/>
              <a:gd name="connsiteX43" fmla="*/ 1176078 w 1424802"/>
              <a:gd name="connsiteY43" fmla="*/ 1644184 h 1650046"/>
              <a:gd name="connsiteX44" fmla="*/ 1140908 w 1424802"/>
              <a:gd name="connsiteY44" fmla="*/ 1650046 h 1650046"/>
              <a:gd name="connsiteX45" fmla="*/ 900585 w 1424802"/>
              <a:gd name="connsiteY45" fmla="*/ 1644184 h 1650046"/>
              <a:gd name="connsiteX46" fmla="*/ 883001 w 1424802"/>
              <a:gd name="connsiteY46" fmla="*/ 1638323 h 1650046"/>
              <a:gd name="connsiteX47" fmla="*/ 800939 w 1424802"/>
              <a:gd name="connsiteY47" fmla="*/ 1632461 h 1650046"/>
              <a:gd name="connsiteX48" fmla="*/ 630955 w 1424802"/>
              <a:gd name="connsiteY48" fmla="*/ 1626600 h 1650046"/>
              <a:gd name="connsiteX49" fmla="*/ 572339 w 1424802"/>
              <a:gd name="connsiteY49" fmla="*/ 1620738 h 1650046"/>
              <a:gd name="connsiteX50" fmla="*/ 476812 w 1424802"/>
              <a:gd name="connsiteY50" fmla="*/ 1626600 h 1650046"/>
              <a:gd name="connsiteX51" fmla="*/ 155426 w 1424802"/>
              <a:gd name="connsiteY51" fmla="*/ 1597292 h 1650046"/>
              <a:gd name="connsiteX52" fmla="*/ 83418 w 1424802"/>
              <a:gd name="connsiteY52" fmla="*/ 1525284 h 1650046"/>
              <a:gd name="connsiteX53" fmla="*/ 50662 w 1424802"/>
              <a:gd name="connsiteY53" fmla="*/ 1474200 h 1650046"/>
              <a:gd name="connsiteX54" fmla="*/ 33078 w 1424802"/>
              <a:gd name="connsiteY54" fmla="*/ 1456615 h 1650046"/>
              <a:gd name="connsiteX55" fmla="*/ 21355 w 1424802"/>
              <a:gd name="connsiteY55" fmla="*/ 1415584 h 1650046"/>
              <a:gd name="connsiteX56" fmla="*/ 9632 w 1424802"/>
              <a:gd name="connsiteY56" fmla="*/ 1368692 h 1650046"/>
              <a:gd name="connsiteX57" fmla="*/ 9632 w 1424802"/>
              <a:gd name="connsiteY57" fmla="*/ 1169400 h 1650046"/>
              <a:gd name="connsiteX58" fmla="*/ 15493 w 1424802"/>
              <a:gd name="connsiteY58" fmla="*/ 1151815 h 1650046"/>
              <a:gd name="connsiteX59" fmla="*/ 21355 w 1424802"/>
              <a:gd name="connsiteY59" fmla="*/ 1099061 h 1650046"/>
              <a:gd name="connsiteX60" fmla="*/ 27216 w 1424802"/>
              <a:gd name="connsiteY60" fmla="*/ 1081477 h 1650046"/>
              <a:gd name="connsiteX61" fmla="*/ 33078 w 1424802"/>
              <a:gd name="connsiteY61" fmla="*/ 1046307 h 1650046"/>
              <a:gd name="connsiteX62" fmla="*/ 50662 w 1424802"/>
              <a:gd name="connsiteY62" fmla="*/ 1005277 h 1650046"/>
              <a:gd name="connsiteX63" fmla="*/ 62385 w 1424802"/>
              <a:gd name="connsiteY63" fmla="*/ 964246 h 1650046"/>
              <a:gd name="connsiteX64" fmla="*/ 74108 w 1424802"/>
              <a:gd name="connsiteY64" fmla="*/ 940800 h 1650046"/>
              <a:gd name="connsiteX65" fmla="*/ 85832 w 1424802"/>
              <a:gd name="connsiteY65" fmla="*/ 899769 h 1650046"/>
              <a:gd name="connsiteX66" fmla="*/ 91693 w 1424802"/>
              <a:gd name="connsiteY66" fmla="*/ 882184 h 1650046"/>
              <a:gd name="connsiteX67" fmla="*/ 97555 w 1424802"/>
              <a:gd name="connsiteY67" fmla="*/ 852877 h 1650046"/>
              <a:gd name="connsiteX68" fmla="*/ 103416 w 1424802"/>
              <a:gd name="connsiteY68" fmla="*/ 835292 h 1650046"/>
              <a:gd name="connsiteX69" fmla="*/ 102366 w 1424802"/>
              <a:gd name="connsiteY69" fmla="*/ 772661 h 1650046"/>
              <a:gd name="connsiteX70" fmla="*/ 83418 w 1424802"/>
              <a:gd name="connsiteY70" fmla="*/ 661188 h 1650046"/>
              <a:gd name="connsiteX71" fmla="*/ 34270 w 1424802"/>
              <a:gd name="connsiteY7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07706 w 1424802"/>
              <a:gd name="connsiteY33" fmla="*/ 1093461 h 1650046"/>
              <a:gd name="connsiteX34" fmla="*/ 1353869 w 1424802"/>
              <a:gd name="connsiteY34" fmla="*/ 1173135 h 1650046"/>
              <a:gd name="connsiteX35" fmla="*/ 1379755 w 1424802"/>
              <a:gd name="connsiteY35" fmla="*/ 1237514 h 1650046"/>
              <a:gd name="connsiteX36" fmla="*/ 1410539 w 1424802"/>
              <a:gd name="connsiteY36" fmla="*/ 1351107 h 1650046"/>
              <a:gd name="connsiteX37" fmla="*/ 1404287 w 1424802"/>
              <a:gd name="connsiteY37" fmla="*/ 1474733 h 1650046"/>
              <a:gd name="connsiteX38" fmla="*/ 1287447 w 1424802"/>
              <a:gd name="connsiteY38" fmla="*/ 1609015 h 1650046"/>
              <a:gd name="connsiteX39" fmla="*/ 1269862 w 1424802"/>
              <a:gd name="connsiteY39" fmla="*/ 1620738 h 1650046"/>
              <a:gd name="connsiteX40" fmla="*/ 1234693 w 1424802"/>
              <a:gd name="connsiteY40" fmla="*/ 1632461 h 1650046"/>
              <a:gd name="connsiteX41" fmla="*/ 1217108 w 1424802"/>
              <a:gd name="connsiteY41" fmla="*/ 1638323 h 1650046"/>
              <a:gd name="connsiteX42" fmla="*/ 1176078 w 1424802"/>
              <a:gd name="connsiteY42" fmla="*/ 1644184 h 1650046"/>
              <a:gd name="connsiteX43" fmla="*/ 1140908 w 1424802"/>
              <a:gd name="connsiteY43" fmla="*/ 1650046 h 1650046"/>
              <a:gd name="connsiteX44" fmla="*/ 900585 w 1424802"/>
              <a:gd name="connsiteY44" fmla="*/ 1644184 h 1650046"/>
              <a:gd name="connsiteX45" fmla="*/ 883001 w 1424802"/>
              <a:gd name="connsiteY45" fmla="*/ 1638323 h 1650046"/>
              <a:gd name="connsiteX46" fmla="*/ 800939 w 1424802"/>
              <a:gd name="connsiteY46" fmla="*/ 1632461 h 1650046"/>
              <a:gd name="connsiteX47" fmla="*/ 630955 w 1424802"/>
              <a:gd name="connsiteY47" fmla="*/ 1626600 h 1650046"/>
              <a:gd name="connsiteX48" fmla="*/ 572339 w 1424802"/>
              <a:gd name="connsiteY48" fmla="*/ 1620738 h 1650046"/>
              <a:gd name="connsiteX49" fmla="*/ 476812 w 1424802"/>
              <a:gd name="connsiteY49" fmla="*/ 1626600 h 1650046"/>
              <a:gd name="connsiteX50" fmla="*/ 155426 w 1424802"/>
              <a:gd name="connsiteY50" fmla="*/ 1597292 h 1650046"/>
              <a:gd name="connsiteX51" fmla="*/ 83418 w 1424802"/>
              <a:gd name="connsiteY51" fmla="*/ 1525284 h 1650046"/>
              <a:gd name="connsiteX52" fmla="*/ 50662 w 1424802"/>
              <a:gd name="connsiteY52" fmla="*/ 1474200 h 1650046"/>
              <a:gd name="connsiteX53" fmla="*/ 33078 w 1424802"/>
              <a:gd name="connsiteY53" fmla="*/ 1456615 h 1650046"/>
              <a:gd name="connsiteX54" fmla="*/ 21355 w 1424802"/>
              <a:gd name="connsiteY54" fmla="*/ 1415584 h 1650046"/>
              <a:gd name="connsiteX55" fmla="*/ 9632 w 1424802"/>
              <a:gd name="connsiteY55" fmla="*/ 1368692 h 1650046"/>
              <a:gd name="connsiteX56" fmla="*/ 9632 w 1424802"/>
              <a:gd name="connsiteY56" fmla="*/ 1169400 h 1650046"/>
              <a:gd name="connsiteX57" fmla="*/ 15493 w 1424802"/>
              <a:gd name="connsiteY57" fmla="*/ 1151815 h 1650046"/>
              <a:gd name="connsiteX58" fmla="*/ 21355 w 1424802"/>
              <a:gd name="connsiteY58" fmla="*/ 1099061 h 1650046"/>
              <a:gd name="connsiteX59" fmla="*/ 27216 w 1424802"/>
              <a:gd name="connsiteY59" fmla="*/ 1081477 h 1650046"/>
              <a:gd name="connsiteX60" fmla="*/ 33078 w 1424802"/>
              <a:gd name="connsiteY60" fmla="*/ 1046307 h 1650046"/>
              <a:gd name="connsiteX61" fmla="*/ 50662 w 1424802"/>
              <a:gd name="connsiteY61" fmla="*/ 1005277 h 1650046"/>
              <a:gd name="connsiteX62" fmla="*/ 62385 w 1424802"/>
              <a:gd name="connsiteY62" fmla="*/ 964246 h 1650046"/>
              <a:gd name="connsiteX63" fmla="*/ 74108 w 1424802"/>
              <a:gd name="connsiteY63" fmla="*/ 940800 h 1650046"/>
              <a:gd name="connsiteX64" fmla="*/ 85832 w 1424802"/>
              <a:gd name="connsiteY64" fmla="*/ 899769 h 1650046"/>
              <a:gd name="connsiteX65" fmla="*/ 91693 w 1424802"/>
              <a:gd name="connsiteY65" fmla="*/ 882184 h 1650046"/>
              <a:gd name="connsiteX66" fmla="*/ 97555 w 1424802"/>
              <a:gd name="connsiteY66" fmla="*/ 852877 h 1650046"/>
              <a:gd name="connsiteX67" fmla="*/ 103416 w 1424802"/>
              <a:gd name="connsiteY67" fmla="*/ 835292 h 1650046"/>
              <a:gd name="connsiteX68" fmla="*/ 102366 w 1424802"/>
              <a:gd name="connsiteY68" fmla="*/ 772661 h 1650046"/>
              <a:gd name="connsiteX69" fmla="*/ 83418 w 1424802"/>
              <a:gd name="connsiteY69" fmla="*/ 661188 h 1650046"/>
              <a:gd name="connsiteX70" fmla="*/ 34270 w 1424802"/>
              <a:gd name="connsiteY7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35657 w 1424802"/>
              <a:gd name="connsiteY31" fmla="*/ 1021434 h 1650046"/>
              <a:gd name="connsiteX32" fmla="*/ 1307706 w 1424802"/>
              <a:gd name="connsiteY32" fmla="*/ 1093461 h 1650046"/>
              <a:gd name="connsiteX33" fmla="*/ 1353869 w 1424802"/>
              <a:gd name="connsiteY33" fmla="*/ 1173135 h 1650046"/>
              <a:gd name="connsiteX34" fmla="*/ 1379755 w 1424802"/>
              <a:gd name="connsiteY34" fmla="*/ 1237514 h 1650046"/>
              <a:gd name="connsiteX35" fmla="*/ 1410539 w 1424802"/>
              <a:gd name="connsiteY35" fmla="*/ 1351107 h 1650046"/>
              <a:gd name="connsiteX36" fmla="*/ 1404287 w 1424802"/>
              <a:gd name="connsiteY36" fmla="*/ 1474733 h 1650046"/>
              <a:gd name="connsiteX37" fmla="*/ 1287447 w 1424802"/>
              <a:gd name="connsiteY37" fmla="*/ 1609015 h 1650046"/>
              <a:gd name="connsiteX38" fmla="*/ 1269862 w 1424802"/>
              <a:gd name="connsiteY38" fmla="*/ 1620738 h 1650046"/>
              <a:gd name="connsiteX39" fmla="*/ 1234693 w 1424802"/>
              <a:gd name="connsiteY39" fmla="*/ 1632461 h 1650046"/>
              <a:gd name="connsiteX40" fmla="*/ 1217108 w 1424802"/>
              <a:gd name="connsiteY40" fmla="*/ 1638323 h 1650046"/>
              <a:gd name="connsiteX41" fmla="*/ 1176078 w 1424802"/>
              <a:gd name="connsiteY41" fmla="*/ 1644184 h 1650046"/>
              <a:gd name="connsiteX42" fmla="*/ 1140908 w 1424802"/>
              <a:gd name="connsiteY42" fmla="*/ 1650046 h 1650046"/>
              <a:gd name="connsiteX43" fmla="*/ 900585 w 1424802"/>
              <a:gd name="connsiteY43" fmla="*/ 1644184 h 1650046"/>
              <a:gd name="connsiteX44" fmla="*/ 883001 w 1424802"/>
              <a:gd name="connsiteY44" fmla="*/ 1638323 h 1650046"/>
              <a:gd name="connsiteX45" fmla="*/ 800939 w 1424802"/>
              <a:gd name="connsiteY45" fmla="*/ 1632461 h 1650046"/>
              <a:gd name="connsiteX46" fmla="*/ 630955 w 1424802"/>
              <a:gd name="connsiteY46" fmla="*/ 1626600 h 1650046"/>
              <a:gd name="connsiteX47" fmla="*/ 572339 w 1424802"/>
              <a:gd name="connsiteY47" fmla="*/ 1620738 h 1650046"/>
              <a:gd name="connsiteX48" fmla="*/ 476812 w 1424802"/>
              <a:gd name="connsiteY48" fmla="*/ 1626600 h 1650046"/>
              <a:gd name="connsiteX49" fmla="*/ 155426 w 1424802"/>
              <a:gd name="connsiteY49" fmla="*/ 1597292 h 1650046"/>
              <a:gd name="connsiteX50" fmla="*/ 83418 w 1424802"/>
              <a:gd name="connsiteY50" fmla="*/ 1525284 h 1650046"/>
              <a:gd name="connsiteX51" fmla="*/ 50662 w 1424802"/>
              <a:gd name="connsiteY51" fmla="*/ 1474200 h 1650046"/>
              <a:gd name="connsiteX52" fmla="*/ 33078 w 1424802"/>
              <a:gd name="connsiteY52" fmla="*/ 1456615 h 1650046"/>
              <a:gd name="connsiteX53" fmla="*/ 21355 w 1424802"/>
              <a:gd name="connsiteY53" fmla="*/ 1415584 h 1650046"/>
              <a:gd name="connsiteX54" fmla="*/ 9632 w 1424802"/>
              <a:gd name="connsiteY54" fmla="*/ 1368692 h 1650046"/>
              <a:gd name="connsiteX55" fmla="*/ 9632 w 1424802"/>
              <a:gd name="connsiteY55" fmla="*/ 1169400 h 1650046"/>
              <a:gd name="connsiteX56" fmla="*/ 15493 w 1424802"/>
              <a:gd name="connsiteY56" fmla="*/ 1151815 h 1650046"/>
              <a:gd name="connsiteX57" fmla="*/ 21355 w 1424802"/>
              <a:gd name="connsiteY57" fmla="*/ 1099061 h 1650046"/>
              <a:gd name="connsiteX58" fmla="*/ 27216 w 1424802"/>
              <a:gd name="connsiteY58" fmla="*/ 1081477 h 1650046"/>
              <a:gd name="connsiteX59" fmla="*/ 33078 w 1424802"/>
              <a:gd name="connsiteY59" fmla="*/ 1046307 h 1650046"/>
              <a:gd name="connsiteX60" fmla="*/ 50662 w 1424802"/>
              <a:gd name="connsiteY60" fmla="*/ 1005277 h 1650046"/>
              <a:gd name="connsiteX61" fmla="*/ 62385 w 1424802"/>
              <a:gd name="connsiteY61" fmla="*/ 964246 h 1650046"/>
              <a:gd name="connsiteX62" fmla="*/ 74108 w 1424802"/>
              <a:gd name="connsiteY62" fmla="*/ 940800 h 1650046"/>
              <a:gd name="connsiteX63" fmla="*/ 85832 w 1424802"/>
              <a:gd name="connsiteY63" fmla="*/ 899769 h 1650046"/>
              <a:gd name="connsiteX64" fmla="*/ 91693 w 1424802"/>
              <a:gd name="connsiteY64" fmla="*/ 882184 h 1650046"/>
              <a:gd name="connsiteX65" fmla="*/ 97555 w 1424802"/>
              <a:gd name="connsiteY65" fmla="*/ 852877 h 1650046"/>
              <a:gd name="connsiteX66" fmla="*/ 103416 w 1424802"/>
              <a:gd name="connsiteY66" fmla="*/ 835292 h 1650046"/>
              <a:gd name="connsiteX67" fmla="*/ 102366 w 1424802"/>
              <a:gd name="connsiteY67" fmla="*/ 772661 h 1650046"/>
              <a:gd name="connsiteX68" fmla="*/ 83418 w 1424802"/>
              <a:gd name="connsiteY68" fmla="*/ 661188 h 1650046"/>
              <a:gd name="connsiteX69" fmla="*/ 34270 w 1424802"/>
              <a:gd name="connsiteY6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35657 w 1424802"/>
              <a:gd name="connsiteY30" fmla="*/ 1021434 h 1650046"/>
              <a:gd name="connsiteX31" fmla="*/ 1307706 w 1424802"/>
              <a:gd name="connsiteY31" fmla="*/ 1093461 h 1650046"/>
              <a:gd name="connsiteX32" fmla="*/ 1353869 w 1424802"/>
              <a:gd name="connsiteY32" fmla="*/ 1173135 h 1650046"/>
              <a:gd name="connsiteX33" fmla="*/ 1379755 w 1424802"/>
              <a:gd name="connsiteY33" fmla="*/ 1237514 h 1650046"/>
              <a:gd name="connsiteX34" fmla="*/ 1410539 w 1424802"/>
              <a:gd name="connsiteY34" fmla="*/ 1351107 h 1650046"/>
              <a:gd name="connsiteX35" fmla="*/ 1404287 w 1424802"/>
              <a:gd name="connsiteY35" fmla="*/ 1474733 h 1650046"/>
              <a:gd name="connsiteX36" fmla="*/ 1287447 w 1424802"/>
              <a:gd name="connsiteY36" fmla="*/ 1609015 h 1650046"/>
              <a:gd name="connsiteX37" fmla="*/ 1269862 w 1424802"/>
              <a:gd name="connsiteY37" fmla="*/ 1620738 h 1650046"/>
              <a:gd name="connsiteX38" fmla="*/ 1234693 w 1424802"/>
              <a:gd name="connsiteY38" fmla="*/ 1632461 h 1650046"/>
              <a:gd name="connsiteX39" fmla="*/ 1217108 w 1424802"/>
              <a:gd name="connsiteY39" fmla="*/ 1638323 h 1650046"/>
              <a:gd name="connsiteX40" fmla="*/ 1176078 w 1424802"/>
              <a:gd name="connsiteY40" fmla="*/ 1644184 h 1650046"/>
              <a:gd name="connsiteX41" fmla="*/ 1140908 w 1424802"/>
              <a:gd name="connsiteY41" fmla="*/ 1650046 h 1650046"/>
              <a:gd name="connsiteX42" fmla="*/ 900585 w 1424802"/>
              <a:gd name="connsiteY42" fmla="*/ 1644184 h 1650046"/>
              <a:gd name="connsiteX43" fmla="*/ 883001 w 1424802"/>
              <a:gd name="connsiteY43" fmla="*/ 1638323 h 1650046"/>
              <a:gd name="connsiteX44" fmla="*/ 800939 w 1424802"/>
              <a:gd name="connsiteY44" fmla="*/ 1632461 h 1650046"/>
              <a:gd name="connsiteX45" fmla="*/ 630955 w 1424802"/>
              <a:gd name="connsiteY45" fmla="*/ 1626600 h 1650046"/>
              <a:gd name="connsiteX46" fmla="*/ 572339 w 1424802"/>
              <a:gd name="connsiteY46" fmla="*/ 1620738 h 1650046"/>
              <a:gd name="connsiteX47" fmla="*/ 476812 w 1424802"/>
              <a:gd name="connsiteY47" fmla="*/ 1626600 h 1650046"/>
              <a:gd name="connsiteX48" fmla="*/ 155426 w 1424802"/>
              <a:gd name="connsiteY48" fmla="*/ 1597292 h 1650046"/>
              <a:gd name="connsiteX49" fmla="*/ 83418 w 1424802"/>
              <a:gd name="connsiteY49" fmla="*/ 1525284 h 1650046"/>
              <a:gd name="connsiteX50" fmla="*/ 50662 w 1424802"/>
              <a:gd name="connsiteY50" fmla="*/ 1474200 h 1650046"/>
              <a:gd name="connsiteX51" fmla="*/ 33078 w 1424802"/>
              <a:gd name="connsiteY51" fmla="*/ 1456615 h 1650046"/>
              <a:gd name="connsiteX52" fmla="*/ 21355 w 1424802"/>
              <a:gd name="connsiteY52" fmla="*/ 1415584 h 1650046"/>
              <a:gd name="connsiteX53" fmla="*/ 9632 w 1424802"/>
              <a:gd name="connsiteY53" fmla="*/ 1368692 h 1650046"/>
              <a:gd name="connsiteX54" fmla="*/ 9632 w 1424802"/>
              <a:gd name="connsiteY54" fmla="*/ 1169400 h 1650046"/>
              <a:gd name="connsiteX55" fmla="*/ 15493 w 1424802"/>
              <a:gd name="connsiteY55" fmla="*/ 1151815 h 1650046"/>
              <a:gd name="connsiteX56" fmla="*/ 21355 w 1424802"/>
              <a:gd name="connsiteY56" fmla="*/ 1099061 h 1650046"/>
              <a:gd name="connsiteX57" fmla="*/ 27216 w 1424802"/>
              <a:gd name="connsiteY57" fmla="*/ 1081477 h 1650046"/>
              <a:gd name="connsiteX58" fmla="*/ 33078 w 1424802"/>
              <a:gd name="connsiteY58" fmla="*/ 1046307 h 1650046"/>
              <a:gd name="connsiteX59" fmla="*/ 50662 w 1424802"/>
              <a:gd name="connsiteY59" fmla="*/ 1005277 h 1650046"/>
              <a:gd name="connsiteX60" fmla="*/ 62385 w 1424802"/>
              <a:gd name="connsiteY60" fmla="*/ 964246 h 1650046"/>
              <a:gd name="connsiteX61" fmla="*/ 74108 w 1424802"/>
              <a:gd name="connsiteY61" fmla="*/ 940800 h 1650046"/>
              <a:gd name="connsiteX62" fmla="*/ 85832 w 1424802"/>
              <a:gd name="connsiteY62" fmla="*/ 899769 h 1650046"/>
              <a:gd name="connsiteX63" fmla="*/ 91693 w 1424802"/>
              <a:gd name="connsiteY63" fmla="*/ 882184 h 1650046"/>
              <a:gd name="connsiteX64" fmla="*/ 97555 w 1424802"/>
              <a:gd name="connsiteY64" fmla="*/ 852877 h 1650046"/>
              <a:gd name="connsiteX65" fmla="*/ 103416 w 1424802"/>
              <a:gd name="connsiteY65" fmla="*/ 835292 h 1650046"/>
              <a:gd name="connsiteX66" fmla="*/ 102366 w 1424802"/>
              <a:gd name="connsiteY66" fmla="*/ 772661 h 1650046"/>
              <a:gd name="connsiteX67" fmla="*/ 83418 w 1424802"/>
              <a:gd name="connsiteY67" fmla="*/ 661188 h 1650046"/>
              <a:gd name="connsiteX68" fmla="*/ 34270 w 1424802"/>
              <a:gd name="connsiteY6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35657 w 1424802"/>
              <a:gd name="connsiteY29" fmla="*/ 1021434 h 1650046"/>
              <a:gd name="connsiteX30" fmla="*/ 1307706 w 1424802"/>
              <a:gd name="connsiteY30" fmla="*/ 1093461 h 1650046"/>
              <a:gd name="connsiteX31" fmla="*/ 1353869 w 1424802"/>
              <a:gd name="connsiteY31" fmla="*/ 1173135 h 1650046"/>
              <a:gd name="connsiteX32" fmla="*/ 1379755 w 1424802"/>
              <a:gd name="connsiteY32" fmla="*/ 1237514 h 1650046"/>
              <a:gd name="connsiteX33" fmla="*/ 1410539 w 1424802"/>
              <a:gd name="connsiteY33" fmla="*/ 1351107 h 1650046"/>
              <a:gd name="connsiteX34" fmla="*/ 1404287 w 1424802"/>
              <a:gd name="connsiteY34" fmla="*/ 1474733 h 1650046"/>
              <a:gd name="connsiteX35" fmla="*/ 1287447 w 1424802"/>
              <a:gd name="connsiteY35" fmla="*/ 1609015 h 1650046"/>
              <a:gd name="connsiteX36" fmla="*/ 1269862 w 1424802"/>
              <a:gd name="connsiteY36" fmla="*/ 1620738 h 1650046"/>
              <a:gd name="connsiteX37" fmla="*/ 1234693 w 1424802"/>
              <a:gd name="connsiteY37" fmla="*/ 1632461 h 1650046"/>
              <a:gd name="connsiteX38" fmla="*/ 1217108 w 1424802"/>
              <a:gd name="connsiteY38" fmla="*/ 1638323 h 1650046"/>
              <a:gd name="connsiteX39" fmla="*/ 1176078 w 1424802"/>
              <a:gd name="connsiteY39" fmla="*/ 1644184 h 1650046"/>
              <a:gd name="connsiteX40" fmla="*/ 1140908 w 1424802"/>
              <a:gd name="connsiteY40" fmla="*/ 1650046 h 1650046"/>
              <a:gd name="connsiteX41" fmla="*/ 900585 w 1424802"/>
              <a:gd name="connsiteY41" fmla="*/ 1644184 h 1650046"/>
              <a:gd name="connsiteX42" fmla="*/ 883001 w 1424802"/>
              <a:gd name="connsiteY42" fmla="*/ 1638323 h 1650046"/>
              <a:gd name="connsiteX43" fmla="*/ 800939 w 1424802"/>
              <a:gd name="connsiteY43" fmla="*/ 1632461 h 1650046"/>
              <a:gd name="connsiteX44" fmla="*/ 630955 w 1424802"/>
              <a:gd name="connsiteY44" fmla="*/ 1626600 h 1650046"/>
              <a:gd name="connsiteX45" fmla="*/ 572339 w 1424802"/>
              <a:gd name="connsiteY45" fmla="*/ 1620738 h 1650046"/>
              <a:gd name="connsiteX46" fmla="*/ 476812 w 1424802"/>
              <a:gd name="connsiteY46" fmla="*/ 1626600 h 1650046"/>
              <a:gd name="connsiteX47" fmla="*/ 155426 w 1424802"/>
              <a:gd name="connsiteY47" fmla="*/ 1597292 h 1650046"/>
              <a:gd name="connsiteX48" fmla="*/ 83418 w 1424802"/>
              <a:gd name="connsiteY48" fmla="*/ 1525284 h 1650046"/>
              <a:gd name="connsiteX49" fmla="*/ 50662 w 1424802"/>
              <a:gd name="connsiteY49" fmla="*/ 1474200 h 1650046"/>
              <a:gd name="connsiteX50" fmla="*/ 33078 w 1424802"/>
              <a:gd name="connsiteY50" fmla="*/ 1456615 h 1650046"/>
              <a:gd name="connsiteX51" fmla="*/ 21355 w 1424802"/>
              <a:gd name="connsiteY51" fmla="*/ 1415584 h 1650046"/>
              <a:gd name="connsiteX52" fmla="*/ 9632 w 1424802"/>
              <a:gd name="connsiteY52" fmla="*/ 1368692 h 1650046"/>
              <a:gd name="connsiteX53" fmla="*/ 9632 w 1424802"/>
              <a:gd name="connsiteY53" fmla="*/ 1169400 h 1650046"/>
              <a:gd name="connsiteX54" fmla="*/ 15493 w 1424802"/>
              <a:gd name="connsiteY54" fmla="*/ 1151815 h 1650046"/>
              <a:gd name="connsiteX55" fmla="*/ 21355 w 1424802"/>
              <a:gd name="connsiteY55" fmla="*/ 1099061 h 1650046"/>
              <a:gd name="connsiteX56" fmla="*/ 27216 w 1424802"/>
              <a:gd name="connsiteY56" fmla="*/ 1081477 h 1650046"/>
              <a:gd name="connsiteX57" fmla="*/ 33078 w 1424802"/>
              <a:gd name="connsiteY57" fmla="*/ 1046307 h 1650046"/>
              <a:gd name="connsiteX58" fmla="*/ 50662 w 1424802"/>
              <a:gd name="connsiteY58" fmla="*/ 1005277 h 1650046"/>
              <a:gd name="connsiteX59" fmla="*/ 62385 w 1424802"/>
              <a:gd name="connsiteY59" fmla="*/ 964246 h 1650046"/>
              <a:gd name="connsiteX60" fmla="*/ 74108 w 1424802"/>
              <a:gd name="connsiteY60" fmla="*/ 940800 h 1650046"/>
              <a:gd name="connsiteX61" fmla="*/ 85832 w 1424802"/>
              <a:gd name="connsiteY61" fmla="*/ 899769 h 1650046"/>
              <a:gd name="connsiteX62" fmla="*/ 91693 w 1424802"/>
              <a:gd name="connsiteY62" fmla="*/ 882184 h 1650046"/>
              <a:gd name="connsiteX63" fmla="*/ 97555 w 1424802"/>
              <a:gd name="connsiteY63" fmla="*/ 852877 h 1650046"/>
              <a:gd name="connsiteX64" fmla="*/ 103416 w 1424802"/>
              <a:gd name="connsiteY64" fmla="*/ 835292 h 1650046"/>
              <a:gd name="connsiteX65" fmla="*/ 102366 w 1424802"/>
              <a:gd name="connsiteY65" fmla="*/ 772661 h 1650046"/>
              <a:gd name="connsiteX66" fmla="*/ 83418 w 1424802"/>
              <a:gd name="connsiteY66" fmla="*/ 661188 h 1650046"/>
              <a:gd name="connsiteX67" fmla="*/ 34270 w 1424802"/>
              <a:gd name="connsiteY6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35657 w 1424802"/>
              <a:gd name="connsiteY28" fmla="*/ 1021434 h 1650046"/>
              <a:gd name="connsiteX29" fmla="*/ 1307706 w 1424802"/>
              <a:gd name="connsiteY29" fmla="*/ 1093461 h 1650046"/>
              <a:gd name="connsiteX30" fmla="*/ 1353869 w 1424802"/>
              <a:gd name="connsiteY30" fmla="*/ 1173135 h 1650046"/>
              <a:gd name="connsiteX31" fmla="*/ 1379755 w 1424802"/>
              <a:gd name="connsiteY31" fmla="*/ 1237514 h 1650046"/>
              <a:gd name="connsiteX32" fmla="*/ 1410539 w 1424802"/>
              <a:gd name="connsiteY32" fmla="*/ 1351107 h 1650046"/>
              <a:gd name="connsiteX33" fmla="*/ 1404287 w 1424802"/>
              <a:gd name="connsiteY33" fmla="*/ 1474733 h 1650046"/>
              <a:gd name="connsiteX34" fmla="*/ 1287447 w 1424802"/>
              <a:gd name="connsiteY34" fmla="*/ 1609015 h 1650046"/>
              <a:gd name="connsiteX35" fmla="*/ 1269862 w 1424802"/>
              <a:gd name="connsiteY35" fmla="*/ 1620738 h 1650046"/>
              <a:gd name="connsiteX36" fmla="*/ 1234693 w 1424802"/>
              <a:gd name="connsiteY36" fmla="*/ 1632461 h 1650046"/>
              <a:gd name="connsiteX37" fmla="*/ 1217108 w 1424802"/>
              <a:gd name="connsiteY37" fmla="*/ 1638323 h 1650046"/>
              <a:gd name="connsiteX38" fmla="*/ 1176078 w 1424802"/>
              <a:gd name="connsiteY38" fmla="*/ 1644184 h 1650046"/>
              <a:gd name="connsiteX39" fmla="*/ 1140908 w 1424802"/>
              <a:gd name="connsiteY39" fmla="*/ 1650046 h 1650046"/>
              <a:gd name="connsiteX40" fmla="*/ 900585 w 1424802"/>
              <a:gd name="connsiteY40" fmla="*/ 1644184 h 1650046"/>
              <a:gd name="connsiteX41" fmla="*/ 883001 w 1424802"/>
              <a:gd name="connsiteY41" fmla="*/ 1638323 h 1650046"/>
              <a:gd name="connsiteX42" fmla="*/ 800939 w 1424802"/>
              <a:gd name="connsiteY42" fmla="*/ 1632461 h 1650046"/>
              <a:gd name="connsiteX43" fmla="*/ 630955 w 1424802"/>
              <a:gd name="connsiteY43" fmla="*/ 1626600 h 1650046"/>
              <a:gd name="connsiteX44" fmla="*/ 572339 w 1424802"/>
              <a:gd name="connsiteY44" fmla="*/ 1620738 h 1650046"/>
              <a:gd name="connsiteX45" fmla="*/ 476812 w 1424802"/>
              <a:gd name="connsiteY45" fmla="*/ 1626600 h 1650046"/>
              <a:gd name="connsiteX46" fmla="*/ 155426 w 1424802"/>
              <a:gd name="connsiteY46" fmla="*/ 1597292 h 1650046"/>
              <a:gd name="connsiteX47" fmla="*/ 83418 w 1424802"/>
              <a:gd name="connsiteY47" fmla="*/ 1525284 h 1650046"/>
              <a:gd name="connsiteX48" fmla="*/ 50662 w 1424802"/>
              <a:gd name="connsiteY48" fmla="*/ 1474200 h 1650046"/>
              <a:gd name="connsiteX49" fmla="*/ 33078 w 1424802"/>
              <a:gd name="connsiteY49" fmla="*/ 1456615 h 1650046"/>
              <a:gd name="connsiteX50" fmla="*/ 21355 w 1424802"/>
              <a:gd name="connsiteY50" fmla="*/ 1415584 h 1650046"/>
              <a:gd name="connsiteX51" fmla="*/ 9632 w 1424802"/>
              <a:gd name="connsiteY51" fmla="*/ 1368692 h 1650046"/>
              <a:gd name="connsiteX52" fmla="*/ 9632 w 1424802"/>
              <a:gd name="connsiteY52" fmla="*/ 1169400 h 1650046"/>
              <a:gd name="connsiteX53" fmla="*/ 15493 w 1424802"/>
              <a:gd name="connsiteY53" fmla="*/ 1151815 h 1650046"/>
              <a:gd name="connsiteX54" fmla="*/ 21355 w 1424802"/>
              <a:gd name="connsiteY54" fmla="*/ 1099061 h 1650046"/>
              <a:gd name="connsiteX55" fmla="*/ 27216 w 1424802"/>
              <a:gd name="connsiteY55" fmla="*/ 1081477 h 1650046"/>
              <a:gd name="connsiteX56" fmla="*/ 33078 w 1424802"/>
              <a:gd name="connsiteY56" fmla="*/ 1046307 h 1650046"/>
              <a:gd name="connsiteX57" fmla="*/ 50662 w 1424802"/>
              <a:gd name="connsiteY57" fmla="*/ 1005277 h 1650046"/>
              <a:gd name="connsiteX58" fmla="*/ 62385 w 1424802"/>
              <a:gd name="connsiteY58" fmla="*/ 964246 h 1650046"/>
              <a:gd name="connsiteX59" fmla="*/ 74108 w 1424802"/>
              <a:gd name="connsiteY59" fmla="*/ 940800 h 1650046"/>
              <a:gd name="connsiteX60" fmla="*/ 85832 w 1424802"/>
              <a:gd name="connsiteY60" fmla="*/ 899769 h 1650046"/>
              <a:gd name="connsiteX61" fmla="*/ 91693 w 1424802"/>
              <a:gd name="connsiteY61" fmla="*/ 882184 h 1650046"/>
              <a:gd name="connsiteX62" fmla="*/ 97555 w 1424802"/>
              <a:gd name="connsiteY62" fmla="*/ 852877 h 1650046"/>
              <a:gd name="connsiteX63" fmla="*/ 103416 w 1424802"/>
              <a:gd name="connsiteY63" fmla="*/ 835292 h 1650046"/>
              <a:gd name="connsiteX64" fmla="*/ 102366 w 1424802"/>
              <a:gd name="connsiteY64" fmla="*/ 772661 h 1650046"/>
              <a:gd name="connsiteX65" fmla="*/ 83418 w 1424802"/>
              <a:gd name="connsiteY65" fmla="*/ 661188 h 1650046"/>
              <a:gd name="connsiteX66" fmla="*/ 34270 w 1424802"/>
              <a:gd name="connsiteY6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091559 w 1424802"/>
              <a:gd name="connsiteY26" fmla="*/ 805354 h 1650046"/>
              <a:gd name="connsiteX27" fmla="*/ 1235657 w 1424802"/>
              <a:gd name="connsiteY27" fmla="*/ 1021434 h 1650046"/>
              <a:gd name="connsiteX28" fmla="*/ 1307706 w 1424802"/>
              <a:gd name="connsiteY28" fmla="*/ 1093461 h 1650046"/>
              <a:gd name="connsiteX29" fmla="*/ 1353869 w 1424802"/>
              <a:gd name="connsiteY29" fmla="*/ 1173135 h 1650046"/>
              <a:gd name="connsiteX30" fmla="*/ 1379755 w 1424802"/>
              <a:gd name="connsiteY30" fmla="*/ 1237514 h 1650046"/>
              <a:gd name="connsiteX31" fmla="*/ 1410539 w 1424802"/>
              <a:gd name="connsiteY31" fmla="*/ 1351107 h 1650046"/>
              <a:gd name="connsiteX32" fmla="*/ 1404287 w 1424802"/>
              <a:gd name="connsiteY32" fmla="*/ 1474733 h 1650046"/>
              <a:gd name="connsiteX33" fmla="*/ 1287447 w 1424802"/>
              <a:gd name="connsiteY33" fmla="*/ 1609015 h 1650046"/>
              <a:gd name="connsiteX34" fmla="*/ 1269862 w 1424802"/>
              <a:gd name="connsiteY34" fmla="*/ 1620738 h 1650046"/>
              <a:gd name="connsiteX35" fmla="*/ 1234693 w 1424802"/>
              <a:gd name="connsiteY35" fmla="*/ 1632461 h 1650046"/>
              <a:gd name="connsiteX36" fmla="*/ 1217108 w 1424802"/>
              <a:gd name="connsiteY36" fmla="*/ 1638323 h 1650046"/>
              <a:gd name="connsiteX37" fmla="*/ 1176078 w 1424802"/>
              <a:gd name="connsiteY37" fmla="*/ 1644184 h 1650046"/>
              <a:gd name="connsiteX38" fmla="*/ 1140908 w 1424802"/>
              <a:gd name="connsiteY38" fmla="*/ 1650046 h 1650046"/>
              <a:gd name="connsiteX39" fmla="*/ 900585 w 1424802"/>
              <a:gd name="connsiteY39" fmla="*/ 1644184 h 1650046"/>
              <a:gd name="connsiteX40" fmla="*/ 883001 w 1424802"/>
              <a:gd name="connsiteY40" fmla="*/ 1638323 h 1650046"/>
              <a:gd name="connsiteX41" fmla="*/ 800939 w 1424802"/>
              <a:gd name="connsiteY41" fmla="*/ 1632461 h 1650046"/>
              <a:gd name="connsiteX42" fmla="*/ 630955 w 1424802"/>
              <a:gd name="connsiteY42" fmla="*/ 1626600 h 1650046"/>
              <a:gd name="connsiteX43" fmla="*/ 572339 w 1424802"/>
              <a:gd name="connsiteY43" fmla="*/ 1620738 h 1650046"/>
              <a:gd name="connsiteX44" fmla="*/ 476812 w 1424802"/>
              <a:gd name="connsiteY44" fmla="*/ 1626600 h 1650046"/>
              <a:gd name="connsiteX45" fmla="*/ 155426 w 1424802"/>
              <a:gd name="connsiteY45" fmla="*/ 1597292 h 1650046"/>
              <a:gd name="connsiteX46" fmla="*/ 83418 w 1424802"/>
              <a:gd name="connsiteY46" fmla="*/ 1525284 h 1650046"/>
              <a:gd name="connsiteX47" fmla="*/ 50662 w 1424802"/>
              <a:gd name="connsiteY47" fmla="*/ 1474200 h 1650046"/>
              <a:gd name="connsiteX48" fmla="*/ 33078 w 1424802"/>
              <a:gd name="connsiteY48" fmla="*/ 1456615 h 1650046"/>
              <a:gd name="connsiteX49" fmla="*/ 21355 w 1424802"/>
              <a:gd name="connsiteY49" fmla="*/ 1415584 h 1650046"/>
              <a:gd name="connsiteX50" fmla="*/ 9632 w 1424802"/>
              <a:gd name="connsiteY50" fmla="*/ 1368692 h 1650046"/>
              <a:gd name="connsiteX51" fmla="*/ 9632 w 1424802"/>
              <a:gd name="connsiteY51" fmla="*/ 1169400 h 1650046"/>
              <a:gd name="connsiteX52" fmla="*/ 15493 w 1424802"/>
              <a:gd name="connsiteY52" fmla="*/ 1151815 h 1650046"/>
              <a:gd name="connsiteX53" fmla="*/ 21355 w 1424802"/>
              <a:gd name="connsiteY53" fmla="*/ 1099061 h 1650046"/>
              <a:gd name="connsiteX54" fmla="*/ 27216 w 1424802"/>
              <a:gd name="connsiteY54" fmla="*/ 1081477 h 1650046"/>
              <a:gd name="connsiteX55" fmla="*/ 33078 w 1424802"/>
              <a:gd name="connsiteY55" fmla="*/ 1046307 h 1650046"/>
              <a:gd name="connsiteX56" fmla="*/ 50662 w 1424802"/>
              <a:gd name="connsiteY56" fmla="*/ 1005277 h 1650046"/>
              <a:gd name="connsiteX57" fmla="*/ 62385 w 1424802"/>
              <a:gd name="connsiteY57" fmla="*/ 964246 h 1650046"/>
              <a:gd name="connsiteX58" fmla="*/ 74108 w 1424802"/>
              <a:gd name="connsiteY58" fmla="*/ 940800 h 1650046"/>
              <a:gd name="connsiteX59" fmla="*/ 85832 w 1424802"/>
              <a:gd name="connsiteY59" fmla="*/ 899769 h 1650046"/>
              <a:gd name="connsiteX60" fmla="*/ 91693 w 1424802"/>
              <a:gd name="connsiteY60" fmla="*/ 882184 h 1650046"/>
              <a:gd name="connsiteX61" fmla="*/ 97555 w 1424802"/>
              <a:gd name="connsiteY61" fmla="*/ 852877 h 1650046"/>
              <a:gd name="connsiteX62" fmla="*/ 103416 w 1424802"/>
              <a:gd name="connsiteY62" fmla="*/ 835292 h 1650046"/>
              <a:gd name="connsiteX63" fmla="*/ 102366 w 1424802"/>
              <a:gd name="connsiteY63" fmla="*/ 772661 h 1650046"/>
              <a:gd name="connsiteX64" fmla="*/ 83418 w 1424802"/>
              <a:gd name="connsiteY64" fmla="*/ 661188 h 1650046"/>
              <a:gd name="connsiteX65" fmla="*/ 34270 w 1424802"/>
              <a:gd name="connsiteY6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091559 w 1424802"/>
              <a:gd name="connsiteY25" fmla="*/ 805354 h 1650046"/>
              <a:gd name="connsiteX26" fmla="*/ 1235657 w 1424802"/>
              <a:gd name="connsiteY26" fmla="*/ 1021434 h 1650046"/>
              <a:gd name="connsiteX27" fmla="*/ 1307706 w 1424802"/>
              <a:gd name="connsiteY27" fmla="*/ 1093461 h 1650046"/>
              <a:gd name="connsiteX28" fmla="*/ 1353869 w 1424802"/>
              <a:gd name="connsiteY28" fmla="*/ 1173135 h 1650046"/>
              <a:gd name="connsiteX29" fmla="*/ 1379755 w 1424802"/>
              <a:gd name="connsiteY29" fmla="*/ 1237514 h 1650046"/>
              <a:gd name="connsiteX30" fmla="*/ 1410539 w 1424802"/>
              <a:gd name="connsiteY30" fmla="*/ 1351107 h 1650046"/>
              <a:gd name="connsiteX31" fmla="*/ 1404287 w 1424802"/>
              <a:gd name="connsiteY31" fmla="*/ 1474733 h 1650046"/>
              <a:gd name="connsiteX32" fmla="*/ 1287447 w 1424802"/>
              <a:gd name="connsiteY32" fmla="*/ 1609015 h 1650046"/>
              <a:gd name="connsiteX33" fmla="*/ 1269862 w 1424802"/>
              <a:gd name="connsiteY33" fmla="*/ 1620738 h 1650046"/>
              <a:gd name="connsiteX34" fmla="*/ 1234693 w 1424802"/>
              <a:gd name="connsiteY34" fmla="*/ 1632461 h 1650046"/>
              <a:gd name="connsiteX35" fmla="*/ 1217108 w 1424802"/>
              <a:gd name="connsiteY35" fmla="*/ 1638323 h 1650046"/>
              <a:gd name="connsiteX36" fmla="*/ 1176078 w 1424802"/>
              <a:gd name="connsiteY36" fmla="*/ 1644184 h 1650046"/>
              <a:gd name="connsiteX37" fmla="*/ 1140908 w 1424802"/>
              <a:gd name="connsiteY37" fmla="*/ 1650046 h 1650046"/>
              <a:gd name="connsiteX38" fmla="*/ 900585 w 1424802"/>
              <a:gd name="connsiteY38" fmla="*/ 1644184 h 1650046"/>
              <a:gd name="connsiteX39" fmla="*/ 883001 w 1424802"/>
              <a:gd name="connsiteY39" fmla="*/ 1638323 h 1650046"/>
              <a:gd name="connsiteX40" fmla="*/ 800939 w 1424802"/>
              <a:gd name="connsiteY40" fmla="*/ 1632461 h 1650046"/>
              <a:gd name="connsiteX41" fmla="*/ 630955 w 1424802"/>
              <a:gd name="connsiteY41" fmla="*/ 1626600 h 1650046"/>
              <a:gd name="connsiteX42" fmla="*/ 572339 w 1424802"/>
              <a:gd name="connsiteY42" fmla="*/ 1620738 h 1650046"/>
              <a:gd name="connsiteX43" fmla="*/ 476812 w 1424802"/>
              <a:gd name="connsiteY43" fmla="*/ 1626600 h 1650046"/>
              <a:gd name="connsiteX44" fmla="*/ 155426 w 1424802"/>
              <a:gd name="connsiteY44" fmla="*/ 1597292 h 1650046"/>
              <a:gd name="connsiteX45" fmla="*/ 83418 w 1424802"/>
              <a:gd name="connsiteY45" fmla="*/ 1525284 h 1650046"/>
              <a:gd name="connsiteX46" fmla="*/ 50662 w 1424802"/>
              <a:gd name="connsiteY46" fmla="*/ 1474200 h 1650046"/>
              <a:gd name="connsiteX47" fmla="*/ 33078 w 1424802"/>
              <a:gd name="connsiteY47" fmla="*/ 1456615 h 1650046"/>
              <a:gd name="connsiteX48" fmla="*/ 21355 w 1424802"/>
              <a:gd name="connsiteY48" fmla="*/ 1415584 h 1650046"/>
              <a:gd name="connsiteX49" fmla="*/ 9632 w 1424802"/>
              <a:gd name="connsiteY49" fmla="*/ 1368692 h 1650046"/>
              <a:gd name="connsiteX50" fmla="*/ 9632 w 1424802"/>
              <a:gd name="connsiteY50" fmla="*/ 1169400 h 1650046"/>
              <a:gd name="connsiteX51" fmla="*/ 15493 w 1424802"/>
              <a:gd name="connsiteY51" fmla="*/ 1151815 h 1650046"/>
              <a:gd name="connsiteX52" fmla="*/ 21355 w 1424802"/>
              <a:gd name="connsiteY52" fmla="*/ 1099061 h 1650046"/>
              <a:gd name="connsiteX53" fmla="*/ 27216 w 1424802"/>
              <a:gd name="connsiteY53" fmla="*/ 1081477 h 1650046"/>
              <a:gd name="connsiteX54" fmla="*/ 33078 w 1424802"/>
              <a:gd name="connsiteY54" fmla="*/ 1046307 h 1650046"/>
              <a:gd name="connsiteX55" fmla="*/ 50662 w 1424802"/>
              <a:gd name="connsiteY55" fmla="*/ 1005277 h 1650046"/>
              <a:gd name="connsiteX56" fmla="*/ 62385 w 1424802"/>
              <a:gd name="connsiteY56" fmla="*/ 964246 h 1650046"/>
              <a:gd name="connsiteX57" fmla="*/ 74108 w 1424802"/>
              <a:gd name="connsiteY57" fmla="*/ 940800 h 1650046"/>
              <a:gd name="connsiteX58" fmla="*/ 85832 w 1424802"/>
              <a:gd name="connsiteY58" fmla="*/ 899769 h 1650046"/>
              <a:gd name="connsiteX59" fmla="*/ 91693 w 1424802"/>
              <a:gd name="connsiteY59" fmla="*/ 882184 h 1650046"/>
              <a:gd name="connsiteX60" fmla="*/ 97555 w 1424802"/>
              <a:gd name="connsiteY60" fmla="*/ 852877 h 1650046"/>
              <a:gd name="connsiteX61" fmla="*/ 103416 w 1424802"/>
              <a:gd name="connsiteY61" fmla="*/ 835292 h 1650046"/>
              <a:gd name="connsiteX62" fmla="*/ 102366 w 1424802"/>
              <a:gd name="connsiteY62" fmla="*/ 772661 h 1650046"/>
              <a:gd name="connsiteX63" fmla="*/ 83418 w 1424802"/>
              <a:gd name="connsiteY63" fmla="*/ 661188 h 1650046"/>
              <a:gd name="connsiteX64" fmla="*/ 34270 w 1424802"/>
              <a:gd name="connsiteY6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091559 w 1424802"/>
              <a:gd name="connsiteY24" fmla="*/ 805354 h 1650046"/>
              <a:gd name="connsiteX25" fmla="*/ 1235657 w 1424802"/>
              <a:gd name="connsiteY25" fmla="*/ 1021434 h 1650046"/>
              <a:gd name="connsiteX26" fmla="*/ 1307706 w 1424802"/>
              <a:gd name="connsiteY26" fmla="*/ 1093461 h 1650046"/>
              <a:gd name="connsiteX27" fmla="*/ 1353869 w 1424802"/>
              <a:gd name="connsiteY27" fmla="*/ 1173135 h 1650046"/>
              <a:gd name="connsiteX28" fmla="*/ 1379755 w 1424802"/>
              <a:gd name="connsiteY28" fmla="*/ 1237514 h 1650046"/>
              <a:gd name="connsiteX29" fmla="*/ 1410539 w 1424802"/>
              <a:gd name="connsiteY29" fmla="*/ 1351107 h 1650046"/>
              <a:gd name="connsiteX30" fmla="*/ 1404287 w 1424802"/>
              <a:gd name="connsiteY30" fmla="*/ 1474733 h 1650046"/>
              <a:gd name="connsiteX31" fmla="*/ 1287447 w 1424802"/>
              <a:gd name="connsiteY31" fmla="*/ 1609015 h 1650046"/>
              <a:gd name="connsiteX32" fmla="*/ 1269862 w 1424802"/>
              <a:gd name="connsiteY32" fmla="*/ 1620738 h 1650046"/>
              <a:gd name="connsiteX33" fmla="*/ 1234693 w 1424802"/>
              <a:gd name="connsiteY33" fmla="*/ 1632461 h 1650046"/>
              <a:gd name="connsiteX34" fmla="*/ 1217108 w 1424802"/>
              <a:gd name="connsiteY34" fmla="*/ 1638323 h 1650046"/>
              <a:gd name="connsiteX35" fmla="*/ 1176078 w 1424802"/>
              <a:gd name="connsiteY35" fmla="*/ 1644184 h 1650046"/>
              <a:gd name="connsiteX36" fmla="*/ 1140908 w 1424802"/>
              <a:gd name="connsiteY36" fmla="*/ 1650046 h 1650046"/>
              <a:gd name="connsiteX37" fmla="*/ 900585 w 1424802"/>
              <a:gd name="connsiteY37" fmla="*/ 1644184 h 1650046"/>
              <a:gd name="connsiteX38" fmla="*/ 883001 w 1424802"/>
              <a:gd name="connsiteY38" fmla="*/ 1638323 h 1650046"/>
              <a:gd name="connsiteX39" fmla="*/ 800939 w 1424802"/>
              <a:gd name="connsiteY39" fmla="*/ 1632461 h 1650046"/>
              <a:gd name="connsiteX40" fmla="*/ 630955 w 1424802"/>
              <a:gd name="connsiteY40" fmla="*/ 1626600 h 1650046"/>
              <a:gd name="connsiteX41" fmla="*/ 572339 w 1424802"/>
              <a:gd name="connsiteY41" fmla="*/ 1620738 h 1650046"/>
              <a:gd name="connsiteX42" fmla="*/ 476812 w 1424802"/>
              <a:gd name="connsiteY42" fmla="*/ 1626600 h 1650046"/>
              <a:gd name="connsiteX43" fmla="*/ 155426 w 1424802"/>
              <a:gd name="connsiteY43" fmla="*/ 1597292 h 1650046"/>
              <a:gd name="connsiteX44" fmla="*/ 83418 w 1424802"/>
              <a:gd name="connsiteY44" fmla="*/ 1525284 h 1650046"/>
              <a:gd name="connsiteX45" fmla="*/ 50662 w 1424802"/>
              <a:gd name="connsiteY45" fmla="*/ 1474200 h 1650046"/>
              <a:gd name="connsiteX46" fmla="*/ 33078 w 1424802"/>
              <a:gd name="connsiteY46" fmla="*/ 1456615 h 1650046"/>
              <a:gd name="connsiteX47" fmla="*/ 21355 w 1424802"/>
              <a:gd name="connsiteY47" fmla="*/ 1415584 h 1650046"/>
              <a:gd name="connsiteX48" fmla="*/ 9632 w 1424802"/>
              <a:gd name="connsiteY48" fmla="*/ 1368692 h 1650046"/>
              <a:gd name="connsiteX49" fmla="*/ 9632 w 1424802"/>
              <a:gd name="connsiteY49" fmla="*/ 1169400 h 1650046"/>
              <a:gd name="connsiteX50" fmla="*/ 15493 w 1424802"/>
              <a:gd name="connsiteY50" fmla="*/ 1151815 h 1650046"/>
              <a:gd name="connsiteX51" fmla="*/ 21355 w 1424802"/>
              <a:gd name="connsiteY51" fmla="*/ 1099061 h 1650046"/>
              <a:gd name="connsiteX52" fmla="*/ 27216 w 1424802"/>
              <a:gd name="connsiteY52" fmla="*/ 1081477 h 1650046"/>
              <a:gd name="connsiteX53" fmla="*/ 33078 w 1424802"/>
              <a:gd name="connsiteY53" fmla="*/ 1046307 h 1650046"/>
              <a:gd name="connsiteX54" fmla="*/ 50662 w 1424802"/>
              <a:gd name="connsiteY54" fmla="*/ 1005277 h 1650046"/>
              <a:gd name="connsiteX55" fmla="*/ 62385 w 1424802"/>
              <a:gd name="connsiteY55" fmla="*/ 964246 h 1650046"/>
              <a:gd name="connsiteX56" fmla="*/ 74108 w 1424802"/>
              <a:gd name="connsiteY56" fmla="*/ 940800 h 1650046"/>
              <a:gd name="connsiteX57" fmla="*/ 85832 w 1424802"/>
              <a:gd name="connsiteY57" fmla="*/ 899769 h 1650046"/>
              <a:gd name="connsiteX58" fmla="*/ 91693 w 1424802"/>
              <a:gd name="connsiteY58" fmla="*/ 882184 h 1650046"/>
              <a:gd name="connsiteX59" fmla="*/ 97555 w 1424802"/>
              <a:gd name="connsiteY59" fmla="*/ 852877 h 1650046"/>
              <a:gd name="connsiteX60" fmla="*/ 103416 w 1424802"/>
              <a:gd name="connsiteY60" fmla="*/ 835292 h 1650046"/>
              <a:gd name="connsiteX61" fmla="*/ 102366 w 1424802"/>
              <a:gd name="connsiteY61" fmla="*/ 772661 h 1650046"/>
              <a:gd name="connsiteX62" fmla="*/ 83418 w 1424802"/>
              <a:gd name="connsiteY62" fmla="*/ 661188 h 1650046"/>
              <a:gd name="connsiteX63" fmla="*/ 34270 w 1424802"/>
              <a:gd name="connsiteY6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35047 w 1424802"/>
              <a:gd name="connsiteY22" fmla="*/ 630138 h 1650046"/>
              <a:gd name="connsiteX23" fmla="*/ 1091559 w 1424802"/>
              <a:gd name="connsiteY23" fmla="*/ 805354 h 1650046"/>
              <a:gd name="connsiteX24" fmla="*/ 1235657 w 1424802"/>
              <a:gd name="connsiteY24" fmla="*/ 1021434 h 1650046"/>
              <a:gd name="connsiteX25" fmla="*/ 1307706 w 1424802"/>
              <a:gd name="connsiteY25" fmla="*/ 1093461 h 1650046"/>
              <a:gd name="connsiteX26" fmla="*/ 1353869 w 1424802"/>
              <a:gd name="connsiteY26" fmla="*/ 1173135 h 1650046"/>
              <a:gd name="connsiteX27" fmla="*/ 1379755 w 1424802"/>
              <a:gd name="connsiteY27" fmla="*/ 1237514 h 1650046"/>
              <a:gd name="connsiteX28" fmla="*/ 1410539 w 1424802"/>
              <a:gd name="connsiteY28" fmla="*/ 1351107 h 1650046"/>
              <a:gd name="connsiteX29" fmla="*/ 1404287 w 1424802"/>
              <a:gd name="connsiteY29" fmla="*/ 1474733 h 1650046"/>
              <a:gd name="connsiteX30" fmla="*/ 1287447 w 1424802"/>
              <a:gd name="connsiteY30" fmla="*/ 1609015 h 1650046"/>
              <a:gd name="connsiteX31" fmla="*/ 1269862 w 1424802"/>
              <a:gd name="connsiteY31" fmla="*/ 1620738 h 1650046"/>
              <a:gd name="connsiteX32" fmla="*/ 1234693 w 1424802"/>
              <a:gd name="connsiteY32" fmla="*/ 1632461 h 1650046"/>
              <a:gd name="connsiteX33" fmla="*/ 1217108 w 1424802"/>
              <a:gd name="connsiteY33" fmla="*/ 1638323 h 1650046"/>
              <a:gd name="connsiteX34" fmla="*/ 1176078 w 1424802"/>
              <a:gd name="connsiteY34" fmla="*/ 1644184 h 1650046"/>
              <a:gd name="connsiteX35" fmla="*/ 1140908 w 1424802"/>
              <a:gd name="connsiteY35" fmla="*/ 1650046 h 1650046"/>
              <a:gd name="connsiteX36" fmla="*/ 900585 w 1424802"/>
              <a:gd name="connsiteY36" fmla="*/ 1644184 h 1650046"/>
              <a:gd name="connsiteX37" fmla="*/ 883001 w 1424802"/>
              <a:gd name="connsiteY37" fmla="*/ 1638323 h 1650046"/>
              <a:gd name="connsiteX38" fmla="*/ 800939 w 1424802"/>
              <a:gd name="connsiteY38" fmla="*/ 1632461 h 1650046"/>
              <a:gd name="connsiteX39" fmla="*/ 630955 w 1424802"/>
              <a:gd name="connsiteY39" fmla="*/ 1626600 h 1650046"/>
              <a:gd name="connsiteX40" fmla="*/ 572339 w 1424802"/>
              <a:gd name="connsiteY40" fmla="*/ 1620738 h 1650046"/>
              <a:gd name="connsiteX41" fmla="*/ 476812 w 1424802"/>
              <a:gd name="connsiteY41" fmla="*/ 1626600 h 1650046"/>
              <a:gd name="connsiteX42" fmla="*/ 155426 w 1424802"/>
              <a:gd name="connsiteY42" fmla="*/ 1597292 h 1650046"/>
              <a:gd name="connsiteX43" fmla="*/ 83418 w 1424802"/>
              <a:gd name="connsiteY43" fmla="*/ 1525284 h 1650046"/>
              <a:gd name="connsiteX44" fmla="*/ 50662 w 1424802"/>
              <a:gd name="connsiteY44" fmla="*/ 1474200 h 1650046"/>
              <a:gd name="connsiteX45" fmla="*/ 33078 w 1424802"/>
              <a:gd name="connsiteY45" fmla="*/ 1456615 h 1650046"/>
              <a:gd name="connsiteX46" fmla="*/ 21355 w 1424802"/>
              <a:gd name="connsiteY46" fmla="*/ 1415584 h 1650046"/>
              <a:gd name="connsiteX47" fmla="*/ 9632 w 1424802"/>
              <a:gd name="connsiteY47" fmla="*/ 1368692 h 1650046"/>
              <a:gd name="connsiteX48" fmla="*/ 9632 w 1424802"/>
              <a:gd name="connsiteY48" fmla="*/ 1169400 h 1650046"/>
              <a:gd name="connsiteX49" fmla="*/ 15493 w 1424802"/>
              <a:gd name="connsiteY49" fmla="*/ 1151815 h 1650046"/>
              <a:gd name="connsiteX50" fmla="*/ 21355 w 1424802"/>
              <a:gd name="connsiteY50" fmla="*/ 1099061 h 1650046"/>
              <a:gd name="connsiteX51" fmla="*/ 27216 w 1424802"/>
              <a:gd name="connsiteY51" fmla="*/ 1081477 h 1650046"/>
              <a:gd name="connsiteX52" fmla="*/ 33078 w 1424802"/>
              <a:gd name="connsiteY52" fmla="*/ 1046307 h 1650046"/>
              <a:gd name="connsiteX53" fmla="*/ 50662 w 1424802"/>
              <a:gd name="connsiteY53" fmla="*/ 1005277 h 1650046"/>
              <a:gd name="connsiteX54" fmla="*/ 62385 w 1424802"/>
              <a:gd name="connsiteY54" fmla="*/ 964246 h 1650046"/>
              <a:gd name="connsiteX55" fmla="*/ 74108 w 1424802"/>
              <a:gd name="connsiteY55" fmla="*/ 940800 h 1650046"/>
              <a:gd name="connsiteX56" fmla="*/ 85832 w 1424802"/>
              <a:gd name="connsiteY56" fmla="*/ 899769 h 1650046"/>
              <a:gd name="connsiteX57" fmla="*/ 91693 w 1424802"/>
              <a:gd name="connsiteY57" fmla="*/ 882184 h 1650046"/>
              <a:gd name="connsiteX58" fmla="*/ 97555 w 1424802"/>
              <a:gd name="connsiteY58" fmla="*/ 852877 h 1650046"/>
              <a:gd name="connsiteX59" fmla="*/ 103416 w 1424802"/>
              <a:gd name="connsiteY59" fmla="*/ 835292 h 1650046"/>
              <a:gd name="connsiteX60" fmla="*/ 102366 w 1424802"/>
              <a:gd name="connsiteY60" fmla="*/ 772661 h 1650046"/>
              <a:gd name="connsiteX61" fmla="*/ 83418 w 1424802"/>
              <a:gd name="connsiteY61" fmla="*/ 661188 h 1650046"/>
              <a:gd name="connsiteX62" fmla="*/ 34270 w 1424802"/>
              <a:gd name="connsiteY6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135047 w 1424802"/>
              <a:gd name="connsiteY21" fmla="*/ 630138 h 1650046"/>
              <a:gd name="connsiteX22" fmla="*/ 1091559 w 1424802"/>
              <a:gd name="connsiteY22" fmla="*/ 805354 h 1650046"/>
              <a:gd name="connsiteX23" fmla="*/ 1235657 w 1424802"/>
              <a:gd name="connsiteY23" fmla="*/ 1021434 h 1650046"/>
              <a:gd name="connsiteX24" fmla="*/ 1307706 w 1424802"/>
              <a:gd name="connsiteY24" fmla="*/ 1093461 h 1650046"/>
              <a:gd name="connsiteX25" fmla="*/ 1353869 w 1424802"/>
              <a:gd name="connsiteY25" fmla="*/ 1173135 h 1650046"/>
              <a:gd name="connsiteX26" fmla="*/ 1379755 w 1424802"/>
              <a:gd name="connsiteY26" fmla="*/ 1237514 h 1650046"/>
              <a:gd name="connsiteX27" fmla="*/ 1410539 w 1424802"/>
              <a:gd name="connsiteY27" fmla="*/ 1351107 h 1650046"/>
              <a:gd name="connsiteX28" fmla="*/ 1404287 w 1424802"/>
              <a:gd name="connsiteY28" fmla="*/ 1474733 h 1650046"/>
              <a:gd name="connsiteX29" fmla="*/ 1287447 w 1424802"/>
              <a:gd name="connsiteY29" fmla="*/ 1609015 h 1650046"/>
              <a:gd name="connsiteX30" fmla="*/ 1269862 w 1424802"/>
              <a:gd name="connsiteY30" fmla="*/ 1620738 h 1650046"/>
              <a:gd name="connsiteX31" fmla="*/ 1234693 w 1424802"/>
              <a:gd name="connsiteY31" fmla="*/ 1632461 h 1650046"/>
              <a:gd name="connsiteX32" fmla="*/ 1217108 w 1424802"/>
              <a:gd name="connsiteY32" fmla="*/ 1638323 h 1650046"/>
              <a:gd name="connsiteX33" fmla="*/ 1176078 w 1424802"/>
              <a:gd name="connsiteY33" fmla="*/ 1644184 h 1650046"/>
              <a:gd name="connsiteX34" fmla="*/ 1140908 w 1424802"/>
              <a:gd name="connsiteY34" fmla="*/ 1650046 h 1650046"/>
              <a:gd name="connsiteX35" fmla="*/ 900585 w 1424802"/>
              <a:gd name="connsiteY35" fmla="*/ 1644184 h 1650046"/>
              <a:gd name="connsiteX36" fmla="*/ 883001 w 1424802"/>
              <a:gd name="connsiteY36" fmla="*/ 1638323 h 1650046"/>
              <a:gd name="connsiteX37" fmla="*/ 800939 w 1424802"/>
              <a:gd name="connsiteY37" fmla="*/ 1632461 h 1650046"/>
              <a:gd name="connsiteX38" fmla="*/ 630955 w 1424802"/>
              <a:gd name="connsiteY38" fmla="*/ 1626600 h 1650046"/>
              <a:gd name="connsiteX39" fmla="*/ 572339 w 1424802"/>
              <a:gd name="connsiteY39" fmla="*/ 1620738 h 1650046"/>
              <a:gd name="connsiteX40" fmla="*/ 476812 w 1424802"/>
              <a:gd name="connsiteY40" fmla="*/ 1626600 h 1650046"/>
              <a:gd name="connsiteX41" fmla="*/ 155426 w 1424802"/>
              <a:gd name="connsiteY41" fmla="*/ 1597292 h 1650046"/>
              <a:gd name="connsiteX42" fmla="*/ 83418 w 1424802"/>
              <a:gd name="connsiteY42" fmla="*/ 1525284 h 1650046"/>
              <a:gd name="connsiteX43" fmla="*/ 50662 w 1424802"/>
              <a:gd name="connsiteY43" fmla="*/ 1474200 h 1650046"/>
              <a:gd name="connsiteX44" fmla="*/ 33078 w 1424802"/>
              <a:gd name="connsiteY44" fmla="*/ 1456615 h 1650046"/>
              <a:gd name="connsiteX45" fmla="*/ 21355 w 1424802"/>
              <a:gd name="connsiteY45" fmla="*/ 1415584 h 1650046"/>
              <a:gd name="connsiteX46" fmla="*/ 9632 w 1424802"/>
              <a:gd name="connsiteY46" fmla="*/ 1368692 h 1650046"/>
              <a:gd name="connsiteX47" fmla="*/ 9632 w 1424802"/>
              <a:gd name="connsiteY47" fmla="*/ 1169400 h 1650046"/>
              <a:gd name="connsiteX48" fmla="*/ 15493 w 1424802"/>
              <a:gd name="connsiteY48" fmla="*/ 1151815 h 1650046"/>
              <a:gd name="connsiteX49" fmla="*/ 21355 w 1424802"/>
              <a:gd name="connsiteY49" fmla="*/ 1099061 h 1650046"/>
              <a:gd name="connsiteX50" fmla="*/ 27216 w 1424802"/>
              <a:gd name="connsiteY50" fmla="*/ 1081477 h 1650046"/>
              <a:gd name="connsiteX51" fmla="*/ 33078 w 1424802"/>
              <a:gd name="connsiteY51" fmla="*/ 1046307 h 1650046"/>
              <a:gd name="connsiteX52" fmla="*/ 50662 w 1424802"/>
              <a:gd name="connsiteY52" fmla="*/ 1005277 h 1650046"/>
              <a:gd name="connsiteX53" fmla="*/ 62385 w 1424802"/>
              <a:gd name="connsiteY53" fmla="*/ 964246 h 1650046"/>
              <a:gd name="connsiteX54" fmla="*/ 74108 w 1424802"/>
              <a:gd name="connsiteY54" fmla="*/ 940800 h 1650046"/>
              <a:gd name="connsiteX55" fmla="*/ 85832 w 1424802"/>
              <a:gd name="connsiteY55" fmla="*/ 899769 h 1650046"/>
              <a:gd name="connsiteX56" fmla="*/ 91693 w 1424802"/>
              <a:gd name="connsiteY56" fmla="*/ 882184 h 1650046"/>
              <a:gd name="connsiteX57" fmla="*/ 97555 w 1424802"/>
              <a:gd name="connsiteY57" fmla="*/ 852877 h 1650046"/>
              <a:gd name="connsiteX58" fmla="*/ 103416 w 1424802"/>
              <a:gd name="connsiteY58" fmla="*/ 835292 h 1650046"/>
              <a:gd name="connsiteX59" fmla="*/ 102366 w 1424802"/>
              <a:gd name="connsiteY59" fmla="*/ 772661 h 1650046"/>
              <a:gd name="connsiteX60" fmla="*/ 83418 w 1424802"/>
              <a:gd name="connsiteY60" fmla="*/ 661188 h 1650046"/>
              <a:gd name="connsiteX61" fmla="*/ 34270 w 1424802"/>
              <a:gd name="connsiteY6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1559 w 1424802"/>
              <a:gd name="connsiteY21" fmla="*/ 805354 h 1650046"/>
              <a:gd name="connsiteX22" fmla="*/ 1235657 w 1424802"/>
              <a:gd name="connsiteY22" fmla="*/ 1021434 h 1650046"/>
              <a:gd name="connsiteX23" fmla="*/ 1307706 w 1424802"/>
              <a:gd name="connsiteY23" fmla="*/ 1093461 h 1650046"/>
              <a:gd name="connsiteX24" fmla="*/ 1353869 w 1424802"/>
              <a:gd name="connsiteY24" fmla="*/ 1173135 h 1650046"/>
              <a:gd name="connsiteX25" fmla="*/ 1379755 w 1424802"/>
              <a:gd name="connsiteY25" fmla="*/ 1237514 h 1650046"/>
              <a:gd name="connsiteX26" fmla="*/ 1410539 w 1424802"/>
              <a:gd name="connsiteY26" fmla="*/ 1351107 h 1650046"/>
              <a:gd name="connsiteX27" fmla="*/ 1404287 w 1424802"/>
              <a:gd name="connsiteY27" fmla="*/ 1474733 h 1650046"/>
              <a:gd name="connsiteX28" fmla="*/ 1287447 w 1424802"/>
              <a:gd name="connsiteY28" fmla="*/ 1609015 h 1650046"/>
              <a:gd name="connsiteX29" fmla="*/ 1269862 w 1424802"/>
              <a:gd name="connsiteY29" fmla="*/ 1620738 h 1650046"/>
              <a:gd name="connsiteX30" fmla="*/ 1234693 w 1424802"/>
              <a:gd name="connsiteY30" fmla="*/ 1632461 h 1650046"/>
              <a:gd name="connsiteX31" fmla="*/ 1217108 w 1424802"/>
              <a:gd name="connsiteY31" fmla="*/ 1638323 h 1650046"/>
              <a:gd name="connsiteX32" fmla="*/ 1176078 w 1424802"/>
              <a:gd name="connsiteY32" fmla="*/ 1644184 h 1650046"/>
              <a:gd name="connsiteX33" fmla="*/ 1140908 w 1424802"/>
              <a:gd name="connsiteY33" fmla="*/ 1650046 h 1650046"/>
              <a:gd name="connsiteX34" fmla="*/ 900585 w 1424802"/>
              <a:gd name="connsiteY34" fmla="*/ 1644184 h 1650046"/>
              <a:gd name="connsiteX35" fmla="*/ 883001 w 1424802"/>
              <a:gd name="connsiteY35" fmla="*/ 1638323 h 1650046"/>
              <a:gd name="connsiteX36" fmla="*/ 800939 w 1424802"/>
              <a:gd name="connsiteY36" fmla="*/ 1632461 h 1650046"/>
              <a:gd name="connsiteX37" fmla="*/ 630955 w 1424802"/>
              <a:gd name="connsiteY37" fmla="*/ 1626600 h 1650046"/>
              <a:gd name="connsiteX38" fmla="*/ 572339 w 1424802"/>
              <a:gd name="connsiteY38" fmla="*/ 1620738 h 1650046"/>
              <a:gd name="connsiteX39" fmla="*/ 476812 w 1424802"/>
              <a:gd name="connsiteY39" fmla="*/ 1626600 h 1650046"/>
              <a:gd name="connsiteX40" fmla="*/ 155426 w 1424802"/>
              <a:gd name="connsiteY40" fmla="*/ 1597292 h 1650046"/>
              <a:gd name="connsiteX41" fmla="*/ 83418 w 1424802"/>
              <a:gd name="connsiteY41" fmla="*/ 1525284 h 1650046"/>
              <a:gd name="connsiteX42" fmla="*/ 50662 w 1424802"/>
              <a:gd name="connsiteY42" fmla="*/ 1474200 h 1650046"/>
              <a:gd name="connsiteX43" fmla="*/ 33078 w 1424802"/>
              <a:gd name="connsiteY43" fmla="*/ 1456615 h 1650046"/>
              <a:gd name="connsiteX44" fmla="*/ 21355 w 1424802"/>
              <a:gd name="connsiteY44" fmla="*/ 1415584 h 1650046"/>
              <a:gd name="connsiteX45" fmla="*/ 9632 w 1424802"/>
              <a:gd name="connsiteY45" fmla="*/ 1368692 h 1650046"/>
              <a:gd name="connsiteX46" fmla="*/ 9632 w 1424802"/>
              <a:gd name="connsiteY46" fmla="*/ 1169400 h 1650046"/>
              <a:gd name="connsiteX47" fmla="*/ 15493 w 1424802"/>
              <a:gd name="connsiteY47" fmla="*/ 1151815 h 1650046"/>
              <a:gd name="connsiteX48" fmla="*/ 21355 w 1424802"/>
              <a:gd name="connsiteY48" fmla="*/ 1099061 h 1650046"/>
              <a:gd name="connsiteX49" fmla="*/ 27216 w 1424802"/>
              <a:gd name="connsiteY49" fmla="*/ 1081477 h 1650046"/>
              <a:gd name="connsiteX50" fmla="*/ 33078 w 1424802"/>
              <a:gd name="connsiteY50" fmla="*/ 1046307 h 1650046"/>
              <a:gd name="connsiteX51" fmla="*/ 50662 w 1424802"/>
              <a:gd name="connsiteY51" fmla="*/ 1005277 h 1650046"/>
              <a:gd name="connsiteX52" fmla="*/ 62385 w 1424802"/>
              <a:gd name="connsiteY52" fmla="*/ 964246 h 1650046"/>
              <a:gd name="connsiteX53" fmla="*/ 74108 w 1424802"/>
              <a:gd name="connsiteY53" fmla="*/ 940800 h 1650046"/>
              <a:gd name="connsiteX54" fmla="*/ 85832 w 1424802"/>
              <a:gd name="connsiteY54" fmla="*/ 899769 h 1650046"/>
              <a:gd name="connsiteX55" fmla="*/ 91693 w 1424802"/>
              <a:gd name="connsiteY55" fmla="*/ 882184 h 1650046"/>
              <a:gd name="connsiteX56" fmla="*/ 97555 w 1424802"/>
              <a:gd name="connsiteY56" fmla="*/ 852877 h 1650046"/>
              <a:gd name="connsiteX57" fmla="*/ 103416 w 1424802"/>
              <a:gd name="connsiteY57" fmla="*/ 835292 h 1650046"/>
              <a:gd name="connsiteX58" fmla="*/ 102366 w 1424802"/>
              <a:gd name="connsiteY58" fmla="*/ 772661 h 1650046"/>
              <a:gd name="connsiteX59" fmla="*/ 83418 w 1424802"/>
              <a:gd name="connsiteY59" fmla="*/ 661188 h 1650046"/>
              <a:gd name="connsiteX60" fmla="*/ 34270 w 1424802"/>
              <a:gd name="connsiteY6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91559 w 1424802"/>
              <a:gd name="connsiteY20" fmla="*/ 805354 h 1650046"/>
              <a:gd name="connsiteX21" fmla="*/ 1235657 w 1424802"/>
              <a:gd name="connsiteY21" fmla="*/ 1021434 h 1650046"/>
              <a:gd name="connsiteX22" fmla="*/ 1307706 w 1424802"/>
              <a:gd name="connsiteY22" fmla="*/ 1093461 h 1650046"/>
              <a:gd name="connsiteX23" fmla="*/ 1353869 w 1424802"/>
              <a:gd name="connsiteY23" fmla="*/ 1173135 h 1650046"/>
              <a:gd name="connsiteX24" fmla="*/ 1379755 w 1424802"/>
              <a:gd name="connsiteY24" fmla="*/ 1237514 h 1650046"/>
              <a:gd name="connsiteX25" fmla="*/ 1410539 w 1424802"/>
              <a:gd name="connsiteY25" fmla="*/ 1351107 h 1650046"/>
              <a:gd name="connsiteX26" fmla="*/ 1404287 w 1424802"/>
              <a:gd name="connsiteY26" fmla="*/ 1474733 h 1650046"/>
              <a:gd name="connsiteX27" fmla="*/ 1287447 w 1424802"/>
              <a:gd name="connsiteY27" fmla="*/ 1609015 h 1650046"/>
              <a:gd name="connsiteX28" fmla="*/ 1269862 w 1424802"/>
              <a:gd name="connsiteY28" fmla="*/ 1620738 h 1650046"/>
              <a:gd name="connsiteX29" fmla="*/ 1234693 w 1424802"/>
              <a:gd name="connsiteY29" fmla="*/ 1632461 h 1650046"/>
              <a:gd name="connsiteX30" fmla="*/ 1217108 w 1424802"/>
              <a:gd name="connsiteY30" fmla="*/ 1638323 h 1650046"/>
              <a:gd name="connsiteX31" fmla="*/ 1176078 w 1424802"/>
              <a:gd name="connsiteY31" fmla="*/ 1644184 h 1650046"/>
              <a:gd name="connsiteX32" fmla="*/ 1140908 w 1424802"/>
              <a:gd name="connsiteY32" fmla="*/ 1650046 h 1650046"/>
              <a:gd name="connsiteX33" fmla="*/ 900585 w 1424802"/>
              <a:gd name="connsiteY33" fmla="*/ 1644184 h 1650046"/>
              <a:gd name="connsiteX34" fmla="*/ 883001 w 1424802"/>
              <a:gd name="connsiteY34" fmla="*/ 1638323 h 1650046"/>
              <a:gd name="connsiteX35" fmla="*/ 800939 w 1424802"/>
              <a:gd name="connsiteY35" fmla="*/ 1632461 h 1650046"/>
              <a:gd name="connsiteX36" fmla="*/ 630955 w 1424802"/>
              <a:gd name="connsiteY36" fmla="*/ 1626600 h 1650046"/>
              <a:gd name="connsiteX37" fmla="*/ 572339 w 1424802"/>
              <a:gd name="connsiteY37" fmla="*/ 1620738 h 1650046"/>
              <a:gd name="connsiteX38" fmla="*/ 476812 w 1424802"/>
              <a:gd name="connsiteY38" fmla="*/ 1626600 h 1650046"/>
              <a:gd name="connsiteX39" fmla="*/ 155426 w 1424802"/>
              <a:gd name="connsiteY39" fmla="*/ 1597292 h 1650046"/>
              <a:gd name="connsiteX40" fmla="*/ 83418 w 1424802"/>
              <a:gd name="connsiteY40" fmla="*/ 1525284 h 1650046"/>
              <a:gd name="connsiteX41" fmla="*/ 50662 w 1424802"/>
              <a:gd name="connsiteY41" fmla="*/ 1474200 h 1650046"/>
              <a:gd name="connsiteX42" fmla="*/ 33078 w 1424802"/>
              <a:gd name="connsiteY42" fmla="*/ 1456615 h 1650046"/>
              <a:gd name="connsiteX43" fmla="*/ 21355 w 1424802"/>
              <a:gd name="connsiteY43" fmla="*/ 1415584 h 1650046"/>
              <a:gd name="connsiteX44" fmla="*/ 9632 w 1424802"/>
              <a:gd name="connsiteY44" fmla="*/ 1368692 h 1650046"/>
              <a:gd name="connsiteX45" fmla="*/ 9632 w 1424802"/>
              <a:gd name="connsiteY45" fmla="*/ 1169400 h 1650046"/>
              <a:gd name="connsiteX46" fmla="*/ 15493 w 1424802"/>
              <a:gd name="connsiteY46" fmla="*/ 1151815 h 1650046"/>
              <a:gd name="connsiteX47" fmla="*/ 21355 w 1424802"/>
              <a:gd name="connsiteY47" fmla="*/ 1099061 h 1650046"/>
              <a:gd name="connsiteX48" fmla="*/ 27216 w 1424802"/>
              <a:gd name="connsiteY48" fmla="*/ 1081477 h 1650046"/>
              <a:gd name="connsiteX49" fmla="*/ 33078 w 1424802"/>
              <a:gd name="connsiteY49" fmla="*/ 1046307 h 1650046"/>
              <a:gd name="connsiteX50" fmla="*/ 50662 w 1424802"/>
              <a:gd name="connsiteY50" fmla="*/ 1005277 h 1650046"/>
              <a:gd name="connsiteX51" fmla="*/ 62385 w 1424802"/>
              <a:gd name="connsiteY51" fmla="*/ 964246 h 1650046"/>
              <a:gd name="connsiteX52" fmla="*/ 74108 w 1424802"/>
              <a:gd name="connsiteY52" fmla="*/ 940800 h 1650046"/>
              <a:gd name="connsiteX53" fmla="*/ 85832 w 1424802"/>
              <a:gd name="connsiteY53" fmla="*/ 899769 h 1650046"/>
              <a:gd name="connsiteX54" fmla="*/ 91693 w 1424802"/>
              <a:gd name="connsiteY54" fmla="*/ 882184 h 1650046"/>
              <a:gd name="connsiteX55" fmla="*/ 97555 w 1424802"/>
              <a:gd name="connsiteY55" fmla="*/ 852877 h 1650046"/>
              <a:gd name="connsiteX56" fmla="*/ 103416 w 1424802"/>
              <a:gd name="connsiteY56" fmla="*/ 835292 h 1650046"/>
              <a:gd name="connsiteX57" fmla="*/ 102366 w 1424802"/>
              <a:gd name="connsiteY57" fmla="*/ 772661 h 1650046"/>
              <a:gd name="connsiteX58" fmla="*/ 83418 w 1424802"/>
              <a:gd name="connsiteY58" fmla="*/ 661188 h 1650046"/>
              <a:gd name="connsiteX59" fmla="*/ 34270 w 1424802"/>
              <a:gd name="connsiteY5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91559 w 1424802"/>
              <a:gd name="connsiteY19" fmla="*/ 805354 h 1650046"/>
              <a:gd name="connsiteX20" fmla="*/ 1235657 w 1424802"/>
              <a:gd name="connsiteY20" fmla="*/ 1021434 h 1650046"/>
              <a:gd name="connsiteX21" fmla="*/ 1307706 w 1424802"/>
              <a:gd name="connsiteY21" fmla="*/ 1093461 h 1650046"/>
              <a:gd name="connsiteX22" fmla="*/ 1353869 w 1424802"/>
              <a:gd name="connsiteY22" fmla="*/ 1173135 h 1650046"/>
              <a:gd name="connsiteX23" fmla="*/ 1379755 w 1424802"/>
              <a:gd name="connsiteY23" fmla="*/ 1237514 h 1650046"/>
              <a:gd name="connsiteX24" fmla="*/ 1410539 w 1424802"/>
              <a:gd name="connsiteY24" fmla="*/ 1351107 h 1650046"/>
              <a:gd name="connsiteX25" fmla="*/ 1404287 w 1424802"/>
              <a:gd name="connsiteY25" fmla="*/ 1474733 h 1650046"/>
              <a:gd name="connsiteX26" fmla="*/ 1287447 w 1424802"/>
              <a:gd name="connsiteY26" fmla="*/ 1609015 h 1650046"/>
              <a:gd name="connsiteX27" fmla="*/ 1269862 w 1424802"/>
              <a:gd name="connsiteY27" fmla="*/ 1620738 h 1650046"/>
              <a:gd name="connsiteX28" fmla="*/ 1234693 w 1424802"/>
              <a:gd name="connsiteY28" fmla="*/ 1632461 h 1650046"/>
              <a:gd name="connsiteX29" fmla="*/ 1217108 w 1424802"/>
              <a:gd name="connsiteY29" fmla="*/ 1638323 h 1650046"/>
              <a:gd name="connsiteX30" fmla="*/ 1176078 w 1424802"/>
              <a:gd name="connsiteY30" fmla="*/ 1644184 h 1650046"/>
              <a:gd name="connsiteX31" fmla="*/ 1140908 w 1424802"/>
              <a:gd name="connsiteY31" fmla="*/ 1650046 h 1650046"/>
              <a:gd name="connsiteX32" fmla="*/ 900585 w 1424802"/>
              <a:gd name="connsiteY32" fmla="*/ 1644184 h 1650046"/>
              <a:gd name="connsiteX33" fmla="*/ 883001 w 1424802"/>
              <a:gd name="connsiteY33" fmla="*/ 1638323 h 1650046"/>
              <a:gd name="connsiteX34" fmla="*/ 800939 w 1424802"/>
              <a:gd name="connsiteY34" fmla="*/ 1632461 h 1650046"/>
              <a:gd name="connsiteX35" fmla="*/ 630955 w 1424802"/>
              <a:gd name="connsiteY35" fmla="*/ 1626600 h 1650046"/>
              <a:gd name="connsiteX36" fmla="*/ 572339 w 1424802"/>
              <a:gd name="connsiteY36" fmla="*/ 1620738 h 1650046"/>
              <a:gd name="connsiteX37" fmla="*/ 476812 w 1424802"/>
              <a:gd name="connsiteY37" fmla="*/ 1626600 h 1650046"/>
              <a:gd name="connsiteX38" fmla="*/ 155426 w 1424802"/>
              <a:gd name="connsiteY38" fmla="*/ 1597292 h 1650046"/>
              <a:gd name="connsiteX39" fmla="*/ 83418 w 1424802"/>
              <a:gd name="connsiteY39" fmla="*/ 1525284 h 1650046"/>
              <a:gd name="connsiteX40" fmla="*/ 50662 w 1424802"/>
              <a:gd name="connsiteY40" fmla="*/ 1474200 h 1650046"/>
              <a:gd name="connsiteX41" fmla="*/ 33078 w 1424802"/>
              <a:gd name="connsiteY41" fmla="*/ 1456615 h 1650046"/>
              <a:gd name="connsiteX42" fmla="*/ 21355 w 1424802"/>
              <a:gd name="connsiteY42" fmla="*/ 1415584 h 1650046"/>
              <a:gd name="connsiteX43" fmla="*/ 9632 w 1424802"/>
              <a:gd name="connsiteY43" fmla="*/ 1368692 h 1650046"/>
              <a:gd name="connsiteX44" fmla="*/ 9632 w 1424802"/>
              <a:gd name="connsiteY44" fmla="*/ 1169400 h 1650046"/>
              <a:gd name="connsiteX45" fmla="*/ 15493 w 1424802"/>
              <a:gd name="connsiteY45" fmla="*/ 1151815 h 1650046"/>
              <a:gd name="connsiteX46" fmla="*/ 21355 w 1424802"/>
              <a:gd name="connsiteY46" fmla="*/ 1099061 h 1650046"/>
              <a:gd name="connsiteX47" fmla="*/ 27216 w 1424802"/>
              <a:gd name="connsiteY47" fmla="*/ 1081477 h 1650046"/>
              <a:gd name="connsiteX48" fmla="*/ 33078 w 1424802"/>
              <a:gd name="connsiteY48" fmla="*/ 1046307 h 1650046"/>
              <a:gd name="connsiteX49" fmla="*/ 50662 w 1424802"/>
              <a:gd name="connsiteY49" fmla="*/ 1005277 h 1650046"/>
              <a:gd name="connsiteX50" fmla="*/ 62385 w 1424802"/>
              <a:gd name="connsiteY50" fmla="*/ 964246 h 1650046"/>
              <a:gd name="connsiteX51" fmla="*/ 74108 w 1424802"/>
              <a:gd name="connsiteY51" fmla="*/ 940800 h 1650046"/>
              <a:gd name="connsiteX52" fmla="*/ 85832 w 1424802"/>
              <a:gd name="connsiteY52" fmla="*/ 899769 h 1650046"/>
              <a:gd name="connsiteX53" fmla="*/ 91693 w 1424802"/>
              <a:gd name="connsiteY53" fmla="*/ 882184 h 1650046"/>
              <a:gd name="connsiteX54" fmla="*/ 97555 w 1424802"/>
              <a:gd name="connsiteY54" fmla="*/ 852877 h 1650046"/>
              <a:gd name="connsiteX55" fmla="*/ 103416 w 1424802"/>
              <a:gd name="connsiteY55" fmla="*/ 835292 h 1650046"/>
              <a:gd name="connsiteX56" fmla="*/ 102366 w 1424802"/>
              <a:gd name="connsiteY56" fmla="*/ 772661 h 1650046"/>
              <a:gd name="connsiteX57" fmla="*/ 83418 w 1424802"/>
              <a:gd name="connsiteY57" fmla="*/ 661188 h 1650046"/>
              <a:gd name="connsiteX58" fmla="*/ 34270 w 1424802"/>
              <a:gd name="connsiteY5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1091559 w 1424802"/>
              <a:gd name="connsiteY18" fmla="*/ 805354 h 1650046"/>
              <a:gd name="connsiteX19" fmla="*/ 1235657 w 1424802"/>
              <a:gd name="connsiteY19" fmla="*/ 1021434 h 1650046"/>
              <a:gd name="connsiteX20" fmla="*/ 1307706 w 1424802"/>
              <a:gd name="connsiteY20" fmla="*/ 1093461 h 1650046"/>
              <a:gd name="connsiteX21" fmla="*/ 1353869 w 1424802"/>
              <a:gd name="connsiteY21" fmla="*/ 1173135 h 1650046"/>
              <a:gd name="connsiteX22" fmla="*/ 1379755 w 1424802"/>
              <a:gd name="connsiteY22" fmla="*/ 1237514 h 1650046"/>
              <a:gd name="connsiteX23" fmla="*/ 1410539 w 1424802"/>
              <a:gd name="connsiteY23" fmla="*/ 1351107 h 1650046"/>
              <a:gd name="connsiteX24" fmla="*/ 1404287 w 1424802"/>
              <a:gd name="connsiteY24" fmla="*/ 1474733 h 1650046"/>
              <a:gd name="connsiteX25" fmla="*/ 1287447 w 1424802"/>
              <a:gd name="connsiteY25" fmla="*/ 1609015 h 1650046"/>
              <a:gd name="connsiteX26" fmla="*/ 1269862 w 1424802"/>
              <a:gd name="connsiteY26" fmla="*/ 1620738 h 1650046"/>
              <a:gd name="connsiteX27" fmla="*/ 1234693 w 1424802"/>
              <a:gd name="connsiteY27" fmla="*/ 1632461 h 1650046"/>
              <a:gd name="connsiteX28" fmla="*/ 1217108 w 1424802"/>
              <a:gd name="connsiteY28" fmla="*/ 1638323 h 1650046"/>
              <a:gd name="connsiteX29" fmla="*/ 1176078 w 1424802"/>
              <a:gd name="connsiteY29" fmla="*/ 1644184 h 1650046"/>
              <a:gd name="connsiteX30" fmla="*/ 1140908 w 1424802"/>
              <a:gd name="connsiteY30" fmla="*/ 1650046 h 1650046"/>
              <a:gd name="connsiteX31" fmla="*/ 900585 w 1424802"/>
              <a:gd name="connsiteY31" fmla="*/ 1644184 h 1650046"/>
              <a:gd name="connsiteX32" fmla="*/ 883001 w 1424802"/>
              <a:gd name="connsiteY32" fmla="*/ 1638323 h 1650046"/>
              <a:gd name="connsiteX33" fmla="*/ 800939 w 1424802"/>
              <a:gd name="connsiteY33" fmla="*/ 1632461 h 1650046"/>
              <a:gd name="connsiteX34" fmla="*/ 630955 w 1424802"/>
              <a:gd name="connsiteY34" fmla="*/ 1626600 h 1650046"/>
              <a:gd name="connsiteX35" fmla="*/ 572339 w 1424802"/>
              <a:gd name="connsiteY35" fmla="*/ 1620738 h 1650046"/>
              <a:gd name="connsiteX36" fmla="*/ 476812 w 1424802"/>
              <a:gd name="connsiteY36" fmla="*/ 1626600 h 1650046"/>
              <a:gd name="connsiteX37" fmla="*/ 155426 w 1424802"/>
              <a:gd name="connsiteY37" fmla="*/ 1597292 h 1650046"/>
              <a:gd name="connsiteX38" fmla="*/ 83418 w 1424802"/>
              <a:gd name="connsiteY38" fmla="*/ 1525284 h 1650046"/>
              <a:gd name="connsiteX39" fmla="*/ 50662 w 1424802"/>
              <a:gd name="connsiteY39" fmla="*/ 1474200 h 1650046"/>
              <a:gd name="connsiteX40" fmla="*/ 33078 w 1424802"/>
              <a:gd name="connsiteY40" fmla="*/ 1456615 h 1650046"/>
              <a:gd name="connsiteX41" fmla="*/ 21355 w 1424802"/>
              <a:gd name="connsiteY41" fmla="*/ 1415584 h 1650046"/>
              <a:gd name="connsiteX42" fmla="*/ 9632 w 1424802"/>
              <a:gd name="connsiteY42" fmla="*/ 1368692 h 1650046"/>
              <a:gd name="connsiteX43" fmla="*/ 9632 w 1424802"/>
              <a:gd name="connsiteY43" fmla="*/ 1169400 h 1650046"/>
              <a:gd name="connsiteX44" fmla="*/ 15493 w 1424802"/>
              <a:gd name="connsiteY44" fmla="*/ 1151815 h 1650046"/>
              <a:gd name="connsiteX45" fmla="*/ 21355 w 1424802"/>
              <a:gd name="connsiteY45" fmla="*/ 1099061 h 1650046"/>
              <a:gd name="connsiteX46" fmla="*/ 27216 w 1424802"/>
              <a:gd name="connsiteY46" fmla="*/ 1081477 h 1650046"/>
              <a:gd name="connsiteX47" fmla="*/ 33078 w 1424802"/>
              <a:gd name="connsiteY47" fmla="*/ 1046307 h 1650046"/>
              <a:gd name="connsiteX48" fmla="*/ 50662 w 1424802"/>
              <a:gd name="connsiteY48" fmla="*/ 1005277 h 1650046"/>
              <a:gd name="connsiteX49" fmla="*/ 62385 w 1424802"/>
              <a:gd name="connsiteY49" fmla="*/ 964246 h 1650046"/>
              <a:gd name="connsiteX50" fmla="*/ 74108 w 1424802"/>
              <a:gd name="connsiteY50" fmla="*/ 940800 h 1650046"/>
              <a:gd name="connsiteX51" fmla="*/ 85832 w 1424802"/>
              <a:gd name="connsiteY51" fmla="*/ 899769 h 1650046"/>
              <a:gd name="connsiteX52" fmla="*/ 91693 w 1424802"/>
              <a:gd name="connsiteY52" fmla="*/ 882184 h 1650046"/>
              <a:gd name="connsiteX53" fmla="*/ 97555 w 1424802"/>
              <a:gd name="connsiteY53" fmla="*/ 852877 h 1650046"/>
              <a:gd name="connsiteX54" fmla="*/ 103416 w 1424802"/>
              <a:gd name="connsiteY54" fmla="*/ 835292 h 1650046"/>
              <a:gd name="connsiteX55" fmla="*/ 102366 w 1424802"/>
              <a:gd name="connsiteY55" fmla="*/ 772661 h 1650046"/>
              <a:gd name="connsiteX56" fmla="*/ 83418 w 1424802"/>
              <a:gd name="connsiteY56" fmla="*/ 661188 h 1650046"/>
              <a:gd name="connsiteX57" fmla="*/ 34270 w 1424802"/>
              <a:gd name="connsiteY5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1091559 w 1424802"/>
              <a:gd name="connsiteY17" fmla="*/ 805354 h 1650046"/>
              <a:gd name="connsiteX18" fmla="*/ 1235657 w 1424802"/>
              <a:gd name="connsiteY18" fmla="*/ 1021434 h 1650046"/>
              <a:gd name="connsiteX19" fmla="*/ 1307706 w 1424802"/>
              <a:gd name="connsiteY19" fmla="*/ 1093461 h 1650046"/>
              <a:gd name="connsiteX20" fmla="*/ 1353869 w 1424802"/>
              <a:gd name="connsiteY20" fmla="*/ 1173135 h 1650046"/>
              <a:gd name="connsiteX21" fmla="*/ 1379755 w 1424802"/>
              <a:gd name="connsiteY21" fmla="*/ 1237514 h 1650046"/>
              <a:gd name="connsiteX22" fmla="*/ 1410539 w 1424802"/>
              <a:gd name="connsiteY22" fmla="*/ 1351107 h 1650046"/>
              <a:gd name="connsiteX23" fmla="*/ 1404287 w 1424802"/>
              <a:gd name="connsiteY23" fmla="*/ 1474733 h 1650046"/>
              <a:gd name="connsiteX24" fmla="*/ 1287447 w 1424802"/>
              <a:gd name="connsiteY24" fmla="*/ 1609015 h 1650046"/>
              <a:gd name="connsiteX25" fmla="*/ 1269862 w 1424802"/>
              <a:gd name="connsiteY25" fmla="*/ 1620738 h 1650046"/>
              <a:gd name="connsiteX26" fmla="*/ 1234693 w 1424802"/>
              <a:gd name="connsiteY26" fmla="*/ 1632461 h 1650046"/>
              <a:gd name="connsiteX27" fmla="*/ 1217108 w 1424802"/>
              <a:gd name="connsiteY27" fmla="*/ 1638323 h 1650046"/>
              <a:gd name="connsiteX28" fmla="*/ 1176078 w 1424802"/>
              <a:gd name="connsiteY28" fmla="*/ 1644184 h 1650046"/>
              <a:gd name="connsiteX29" fmla="*/ 1140908 w 1424802"/>
              <a:gd name="connsiteY29" fmla="*/ 1650046 h 1650046"/>
              <a:gd name="connsiteX30" fmla="*/ 900585 w 1424802"/>
              <a:gd name="connsiteY30" fmla="*/ 1644184 h 1650046"/>
              <a:gd name="connsiteX31" fmla="*/ 883001 w 1424802"/>
              <a:gd name="connsiteY31" fmla="*/ 1638323 h 1650046"/>
              <a:gd name="connsiteX32" fmla="*/ 800939 w 1424802"/>
              <a:gd name="connsiteY32" fmla="*/ 1632461 h 1650046"/>
              <a:gd name="connsiteX33" fmla="*/ 630955 w 1424802"/>
              <a:gd name="connsiteY33" fmla="*/ 1626600 h 1650046"/>
              <a:gd name="connsiteX34" fmla="*/ 572339 w 1424802"/>
              <a:gd name="connsiteY34" fmla="*/ 1620738 h 1650046"/>
              <a:gd name="connsiteX35" fmla="*/ 476812 w 1424802"/>
              <a:gd name="connsiteY35" fmla="*/ 1626600 h 1650046"/>
              <a:gd name="connsiteX36" fmla="*/ 155426 w 1424802"/>
              <a:gd name="connsiteY36" fmla="*/ 1597292 h 1650046"/>
              <a:gd name="connsiteX37" fmla="*/ 83418 w 1424802"/>
              <a:gd name="connsiteY37" fmla="*/ 1525284 h 1650046"/>
              <a:gd name="connsiteX38" fmla="*/ 50662 w 1424802"/>
              <a:gd name="connsiteY38" fmla="*/ 1474200 h 1650046"/>
              <a:gd name="connsiteX39" fmla="*/ 33078 w 1424802"/>
              <a:gd name="connsiteY39" fmla="*/ 1456615 h 1650046"/>
              <a:gd name="connsiteX40" fmla="*/ 21355 w 1424802"/>
              <a:gd name="connsiteY40" fmla="*/ 1415584 h 1650046"/>
              <a:gd name="connsiteX41" fmla="*/ 9632 w 1424802"/>
              <a:gd name="connsiteY41" fmla="*/ 1368692 h 1650046"/>
              <a:gd name="connsiteX42" fmla="*/ 9632 w 1424802"/>
              <a:gd name="connsiteY42" fmla="*/ 1169400 h 1650046"/>
              <a:gd name="connsiteX43" fmla="*/ 15493 w 1424802"/>
              <a:gd name="connsiteY43" fmla="*/ 1151815 h 1650046"/>
              <a:gd name="connsiteX44" fmla="*/ 21355 w 1424802"/>
              <a:gd name="connsiteY44" fmla="*/ 1099061 h 1650046"/>
              <a:gd name="connsiteX45" fmla="*/ 27216 w 1424802"/>
              <a:gd name="connsiteY45" fmla="*/ 1081477 h 1650046"/>
              <a:gd name="connsiteX46" fmla="*/ 33078 w 1424802"/>
              <a:gd name="connsiteY46" fmla="*/ 1046307 h 1650046"/>
              <a:gd name="connsiteX47" fmla="*/ 50662 w 1424802"/>
              <a:gd name="connsiteY47" fmla="*/ 1005277 h 1650046"/>
              <a:gd name="connsiteX48" fmla="*/ 62385 w 1424802"/>
              <a:gd name="connsiteY48" fmla="*/ 964246 h 1650046"/>
              <a:gd name="connsiteX49" fmla="*/ 74108 w 1424802"/>
              <a:gd name="connsiteY49" fmla="*/ 940800 h 1650046"/>
              <a:gd name="connsiteX50" fmla="*/ 85832 w 1424802"/>
              <a:gd name="connsiteY50" fmla="*/ 899769 h 1650046"/>
              <a:gd name="connsiteX51" fmla="*/ 91693 w 1424802"/>
              <a:gd name="connsiteY51" fmla="*/ 882184 h 1650046"/>
              <a:gd name="connsiteX52" fmla="*/ 97555 w 1424802"/>
              <a:gd name="connsiteY52" fmla="*/ 852877 h 1650046"/>
              <a:gd name="connsiteX53" fmla="*/ 103416 w 1424802"/>
              <a:gd name="connsiteY53" fmla="*/ 835292 h 1650046"/>
              <a:gd name="connsiteX54" fmla="*/ 102366 w 1424802"/>
              <a:gd name="connsiteY54" fmla="*/ 772661 h 1650046"/>
              <a:gd name="connsiteX55" fmla="*/ 83418 w 1424802"/>
              <a:gd name="connsiteY55" fmla="*/ 661188 h 1650046"/>
              <a:gd name="connsiteX56" fmla="*/ 34270 w 1424802"/>
              <a:gd name="connsiteY5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1091559 w 1424802"/>
              <a:gd name="connsiteY16" fmla="*/ 805354 h 1650046"/>
              <a:gd name="connsiteX17" fmla="*/ 1235657 w 1424802"/>
              <a:gd name="connsiteY17" fmla="*/ 1021434 h 1650046"/>
              <a:gd name="connsiteX18" fmla="*/ 1307706 w 1424802"/>
              <a:gd name="connsiteY18" fmla="*/ 1093461 h 1650046"/>
              <a:gd name="connsiteX19" fmla="*/ 1353869 w 1424802"/>
              <a:gd name="connsiteY19" fmla="*/ 1173135 h 1650046"/>
              <a:gd name="connsiteX20" fmla="*/ 1379755 w 1424802"/>
              <a:gd name="connsiteY20" fmla="*/ 1237514 h 1650046"/>
              <a:gd name="connsiteX21" fmla="*/ 1410539 w 1424802"/>
              <a:gd name="connsiteY21" fmla="*/ 1351107 h 1650046"/>
              <a:gd name="connsiteX22" fmla="*/ 1404287 w 1424802"/>
              <a:gd name="connsiteY22" fmla="*/ 1474733 h 1650046"/>
              <a:gd name="connsiteX23" fmla="*/ 1287447 w 1424802"/>
              <a:gd name="connsiteY23" fmla="*/ 1609015 h 1650046"/>
              <a:gd name="connsiteX24" fmla="*/ 1269862 w 1424802"/>
              <a:gd name="connsiteY24" fmla="*/ 1620738 h 1650046"/>
              <a:gd name="connsiteX25" fmla="*/ 1234693 w 1424802"/>
              <a:gd name="connsiteY25" fmla="*/ 1632461 h 1650046"/>
              <a:gd name="connsiteX26" fmla="*/ 1217108 w 1424802"/>
              <a:gd name="connsiteY26" fmla="*/ 1638323 h 1650046"/>
              <a:gd name="connsiteX27" fmla="*/ 1176078 w 1424802"/>
              <a:gd name="connsiteY27" fmla="*/ 1644184 h 1650046"/>
              <a:gd name="connsiteX28" fmla="*/ 1140908 w 1424802"/>
              <a:gd name="connsiteY28" fmla="*/ 1650046 h 1650046"/>
              <a:gd name="connsiteX29" fmla="*/ 900585 w 1424802"/>
              <a:gd name="connsiteY29" fmla="*/ 1644184 h 1650046"/>
              <a:gd name="connsiteX30" fmla="*/ 883001 w 1424802"/>
              <a:gd name="connsiteY30" fmla="*/ 1638323 h 1650046"/>
              <a:gd name="connsiteX31" fmla="*/ 800939 w 1424802"/>
              <a:gd name="connsiteY31" fmla="*/ 1632461 h 1650046"/>
              <a:gd name="connsiteX32" fmla="*/ 630955 w 1424802"/>
              <a:gd name="connsiteY32" fmla="*/ 1626600 h 1650046"/>
              <a:gd name="connsiteX33" fmla="*/ 572339 w 1424802"/>
              <a:gd name="connsiteY33" fmla="*/ 1620738 h 1650046"/>
              <a:gd name="connsiteX34" fmla="*/ 476812 w 1424802"/>
              <a:gd name="connsiteY34" fmla="*/ 1626600 h 1650046"/>
              <a:gd name="connsiteX35" fmla="*/ 155426 w 1424802"/>
              <a:gd name="connsiteY35" fmla="*/ 1597292 h 1650046"/>
              <a:gd name="connsiteX36" fmla="*/ 83418 w 1424802"/>
              <a:gd name="connsiteY36" fmla="*/ 1525284 h 1650046"/>
              <a:gd name="connsiteX37" fmla="*/ 50662 w 1424802"/>
              <a:gd name="connsiteY37" fmla="*/ 1474200 h 1650046"/>
              <a:gd name="connsiteX38" fmla="*/ 33078 w 1424802"/>
              <a:gd name="connsiteY38" fmla="*/ 1456615 h 1650046"/>
              <a:gd name="connsiteX39" fmla="*/ 21355 w 1424802"/>
              <a:gd name="connsiteY39" fmla="*/ 1415584 h 1650046"/>
              <a:gd name="connsiteX40" fmla="*/ 9632 w 1424802"/>
              <a:gd name="connsiteY40" fmla="*/ 1368692 h 1650046"/>
              <a:gd name="connsiteX41" fmla="*/ 9632 w 1424802"/>
              <a:gd name="connsiteY41" fmla="*/ 1169400 h 1650046"/>
              <a:gd name="connsiteX42" fmla="*/ 15493 w 1424802"/>
              <a:gd name="connsiteY42" fmla="*/ 1151815 h 1650046"/>
              <a:gd name="connsiteX43" fmla="*/ 21355 w 1424802"/>
              <a:gd name="connsiteY43" fmla="*/ 1099061 h 1650046"/>
              <a:gd name="connsiteX44" fmla="*/ 27216 w 1424802"/>
              <a:gd name="connsiteY44" fmla="*/ 1081477 h 1650046"/>
              <a:gd name="connsiteX45" fmla="*/ 33078 w 1424802"/>
              <a:gd name="connsiteY45" fmla="*/ 1046307 h 1650046"/>
              <a:gd name="connsiteX46" fmla="*/ 50662 w 1424802"/>
              <a:gd name="connsiteY46" fmla="*/ 1005277 h 1650046"/>
              <a:gd name="connsiteX47" fmla="*/ 62385 w 1424802"/>
              <a:gd name="connsiteY47" fmla="*/ 964246 h 1650046"/>
              <a:gd name="connsiteX48" fmla="*/ 74108 w 1424802"/>
              <a:gd name="connsiteY48" fmla="*/ 940800 h 1650046"/>
              <a:gd name="connsiteX49" fmla="*/ 85832 w 1424802"/>
              <a:gd name="connsiteY49" fmla="*/ 899769 h 1650046"/>
              <a:gd name="connsiteX50" fmla="*/ 91693 w 1424802"/>
              <a:gd name="connsiteY50" fmla="*/ 882184 h 1650046"/>
              <a:gd name="connsiteX51" fmla="*/ 97555 w 1424802"/>
              <a:gd name="connsiteY51" fmla="*/ 852877 h 1650046"/>
              <a:gd name="connsiteX52" fmla="*/ 103416 w 1424802"/>
              <a:gd name="connsiteY52" fmla="*/ 835292 h 1650046"/>
              <a:gd name="connsiteX53" fmla="*/ 102366 w 1424802"/>
              <a:gd name="connsiteY53" fmla="*/ 772661 h 1650046"/>
              <a:gd name="connsiteX54" fmla="*/ 83418 w 1424802"/>
              <a:gd name="connsiteY54" fmla="*/ 661188 h 1650046"/>
              <a:gd name="connsiteX55" fmla="*/ 34270 w 1424802"/>
              <a:gd name="connsiteY5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1091559 w 1424802"/>
              <a:gd name="connsiteY15" fmla="*/ 805354 h 1650046"/>
              <a:gd name="connsiteX16" fmla="*/ 1235657 w 1424802"/>
              <a:gd name="connsiteY16" fmla="*/ 1021434 h 1650046"/>
              <a:gd name="connsiteX17" fmla="*/ 1307706 w 1424802"/>
              <a:gd name="connsiteY17" fmla="*/ 1093461 h 1650046"/>
              <a:gd name="connsiteX18" fmla="*/ 1353869 w 1424802"/>
              <a:gd name="connsiteY18" fmla="*/ 1173135 h 1650046"/>
              <a:gd name="connsiteX19" fmla="*/ 1379755 w 1424802"/>
              <a:gd name="connsiteY19" fmla="*/ 1237514 h 1650046"/>
              <a:gd name="connsiteX20" fmla="*/ 1410539 w 1424802"/>
              <a:gd name="connsiteY20" fmla="*/ 1351107 h 1650046"/>
              <a:gd name="connsiteX21" fmla="*/ 1404287 w 1424802"/>
              <a:gd name="connsiteY21" fmla="*/ 1474733 h 1650046"/>
              <a:gd name="connsiteX22" fmla="*/ 1287447 w 1424802"/>
              <a:gd name="connsiteY22" fmla="*/ 1609015 h 1650046"/>
              <a:gd name="connsiteX23" fmla="*/ 1269862 w 1424802"/>
              <a:gd name="connsiteY23" fmla="*/ 1620738 h 1650046"/>
              <a:gd name="connsiteX24" fmla="*/ 1234693 w 1424802"/>
              <a:gd name="connsiteY24" fmla="*/ 1632461 h 1650046"/>
              <a:gd name="connsiteX25" fmla="*/ 1217108 w 1424802"/>
              <a:gd name="connsiteY25" fmla="*/ 1638323 h 1650046"/>
              <a:gd name="connsiteX26" fmla="*/ 1176078 w 1424802"/>
              <a:gd name="connsiteY26" fmla="*/ 1644184 h 1650046"/>
              <a:gd name="connsiteX27" fmla="*/ 1140908 w 1424802"/>
              <a:gd name="connsiteY27" fmla="*/ 1650046 h 1650046"/>
              <a:gd name="connsiteX28" fmla="*/ 900585 w 1424802"/>
              <a:gd name="connsiteY28" fmla="*/ 1644184 h 1650046"/>
              <a:gd name="connsiteX29" fmla="*/ 883001 w 1424802"/>
              <a:gd name="connsiteY29" fmla="*/ 1638323 h 1650046"/>
              <a:gd name="connsiteX30" fmla="*/ 800939 w 1424802"/>
              <a:gd name="connsiteY30" fmla="*/ 1632461 h 1650046"/>
              <a:gd name="connsiteX31" fmla="*/ 630955 w 1424802"/>
              <a:gd name="connsiteY31" fmla="*/ 1626600 h 1650046"/>
              <a:gd name="connsiteX32" fmla="*/ 572339 w 1424802"/>
              <a:gd name="connsiteY32" fmla="*/ 1620738 h 1650046"/>
              <a:gd name="connsiteX33" fmla="*/ 476812 w 1424802"/>
              <a:gd name="connsiteY33" fmla="*/ 1626600 h 1650046"/>
              <a:gd name="connsiteX34" fmla="*/ 155426 w 1424802"/>
              <a:gd name="connsiteY34" fmla="*/ 1597292 h 1650046"/>
              <a:gd name="connsiteX35" fmla="*/ 83418 w 1424802"/>
              <a:gd name="connsiteY35" fmla="*/ 1525284 h 1650046"/>
              <a:gd name="connsiteX36" fmla="*/ 50662 w 1424802"/>
              <a:gd name="connsiteY36" fmla="*/ 1474200 h 1650046"/>
              <a:gd name="connsiteX37" fmla="*/ 33078 w 1424802"/>
              <a:gd name="connsiteY37" fmla="*/ 1456615 h 1650046"/>
              <a:gd name="connsiteX38" fmla="*/ 21355 w 1424802"/>
              <a:gd name="connsiteY38" fmla="*/ 1415584 h 1650046"/>
              <a:gd name="connsiteX39" fmla="*/ 9632 w 1424802"/>
              <a:gd name="connsiteY39" fmla="*/ 1368692 h 1650046"/>
              <a:gd name="connsiteX40" fmla="*/ 9632 w 1424802"/>
              <a:gd name="connsiteY40" fmla="*/ 1169400 h 1650046"/>
              <a:gd name="connsiteX41" fmla="*/ 15493 w 1424802"/>
              <a:gd name="connsiteY41" fmla="*/ 1151815 h 1650046"/>
              <a:gd name="connsiteX42" fmla="*/ 21355 w 1424802"/>
              <a:gd name="connsiteY42" fmla="*/ 1099061 h 1650046"/>
              <a:gd name="connsiteX43" fmla="*/ 27216 w 1424802"/>
              <a:gd name="connsiteY43" fmla="*/ 1081477 h 1650046"/>
              <a:gd name="connsiteX44" fmla="*/ 33078 w 1424802"/>
              <a:gd name="connsiteY44" fmla="*/ 1046307 h 1650046"/>
              <a:gd name="connsiteX45" fmla="*/ 50662 w 1424802"/>
              <a:gd name="connsiteY45" fmla="*/ 1005277 h 1650046"/>
              <a:gd name="connsiteX46" fmla="*/ 62385 w 1424802"/>
              <a:gd name="connsiteY46" fmla="*/ 964246 h 1650046"/>
              <a:gd name="connsiteX47" fmla="*/ 74108 w 1424802"/>
              <a:gd name="connsiteY47" fmla="*/ 940800 h 1650046"/>
              <a:gd name="connsiteX48" fmla="*/ 85832 w 1424802"/>
              <a:gd name="connsiteY48" fmla="*/ 899769 h 1650046"/>
              <a:gd name="connsiteX49" fmla="*/ 91693 w 1424802"/>
              <a:gd name="connsiteY49" fmla="*/ 882184 h 1650046"/>
              <a:gd name="connsiteX50" fmla="*/ 97555 w 1424802"/>
              <a:gd name="connsiteY50" fmla="*/ 852877 h 1650046"/>
              <a:gd name="connsiteX51" fmla="*/ 103416 w 1424802"/>
              <a:gd name="connsiteY51" fmla="*/ 835292 h 1650046"/>
              <a:gd name="connsiteX52" fmla="*/ 102366 w 1424802"/>
              <a:gd name="connsiteY52" fmla="*/ 772661 h 1650046"/>
              <a:gd name="connsiteX53" fmla="*/ 83418 w 1424802"/>
              <a:gd name="connsiteY53" fmla="*/ 661188 h 1650046"/>
              <a:gd name="connsiteX54" fmla="*/ 34270 w 1424802"/>
              <a:gd name="connsiteY5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1091559 w 1424802"/>
              <a:gd name="connsiteY14" fmla="*/ 805354 h 1650046"/>
              <a:gd name="connsiteX15" fmla="*/ 1235657 w 1424802"/>
              <a:gd name="connsiteY15" fmla="*/ 1021434 h 1650046"/>
              <a:gd name="connsiteX16" fmla="*/ 1307706 w 1424802"/>
              <a:gd name="connsiteY16" fmla="*/ 1093461 h 1650046"/>
              <a:gd name="connsiteX17" fmla="*/ 1353869 w 1424802"/>
              <a:gd name="connsiteY17" fmla="*/ 1173135 h 1650046"/>
              <a:gd name="connsiteX18" fmla="*/ 1379755 w 1424802"/>
              <a:gd name="connsiteY18" fmla="*/ 1237514 h 1650046"/>
              <a:gd name="connsiteX19" fmla="*/ 1410539 w 1424802"/>
              <a:gd name="connsiteY19" fmla="*/ 1351107 h 1650046"/>
              <a:gd name="connsiteX20" fmla="*/ 1404287 w 1424802"/>
              <a:gd name="connsiteY20" fmla="*/ 1474733 h 1650046"/>
              <a:gd name="connsiteX21" fmla="*/ 1287447 w 1424802"/>
              <a:gd name="connsiteY21" fmla="*/ 1609015 h 1650046"/>
              <a:gd name="connsiteX22" fmla="*/ 1269862 w 1424802"/>
              <a:gd name="connsiteY22" fmla="*/ 1620738 h 1650046"/>
              <a:gd name="connsiteX23" fmla="*/ 1234693 w 1424802"/>
              <a:gd name="connsiteY23" fmla="*/ 1632461 h 1650046"/>
              <a:gd name="connsiteX24" fmla="*/ 1217108 w 1424802"/>
              <a:gd name="connsiteY24" fmla="*/ 1638323 h 1650046"/>
              <a:gd name="connsiteX25" fmla="*/ 1176078 w 1424802"/>
              <a:gd name="connsiteY25" fmla="*/ 1644184 h 1650046"/>
              <a:gd name="connsiteX26" fmla="*/ 1140908 w 1424802"/>
              <a:gd name="connsiteY26" fmla="*/ 1650046 h 1650046"/>
              <a:gd name="connsiteX27" fmla="*/ 900585 w 1424802"/>
              <a:gd name="connsiteY27" fmla="*/ 1644184 h 1650046"/>
              <a:gd name="connsiteX28" fmla="*/ 883001 w 1424802"/>
              <a:gd name="connsiteY28" fmla="*/ 1638323 h 1650046"/>
              <a:gd name="connsiteX29" fmla="*/ 800939 w 1424802"/>
              <a:gd name="connsiteY29" fmla="*/ 1632461 h 1650046"/>
              <a:gd name="connsiteX30" fmla="*/ 630955 w 1424802"/>
              <a:gd name="connsiteY30" fmla="*/ 1626600 h 1650046"/>
              <a:gd name="connsiteX31" fmla="*/ 572339 w 1424802"/>
              <a:gd name="connsiteY31" fmla="*/ 1620738 h 1650046"/>
              <a:gd name="connsiteX32" fmla="*/ 476812 w 1424802"/>
              <a:gd name="connsiteY32" fmla="*/ 1626600 h 1650046"/>
              <a:gd name="connsiteX33" fmla="*/ 155426 w 1424802"/>
              <a:gd name="connsiteY33" fmla="*/ 1597292 h 1650046"/>
              <a:gd name="connsiteX34" fmla="*/ 83418 w 1424802"/>
              <a:gd name="connsiteY34" fmla="*/ 1525284 h 1650046"/>
              <a:gd name="connsiteX35" fmla="*/ 50662 w 1424802"/>
              <a:gd name="connsiteY35" fmla="*/ 1474200 h 1650046"/>
              <a:gd name="connsiteX36" fmla="*/ 33078 w 1424802"/>
              <a:gd name="connsiteY36" fmla="*/ 1456615 h 1650046"/>
              <a:gd name="connsiteX37" fmla="*/ 21355 w 1424802"/>
              <a:gd name="connsiteY37" fmla="*/ 1415584 h 1650046"/>
              <a:gd name="connsiteX38" fmla="*/ 9632 w 1424802"/>
              <a:gd name="connsiteY38" fmla="*/ 1368692 h 1650046"/>
              <a:gd name="connsiteX39" fmla="*/ 9632 w 1424802"/>
              <a:gd name="connsiteY39" fmla="*/ 1169400 h 1650046"/>
              <a:gd name="connsiteX40" fmla="*/ 15493 w 1424802"/>
              <a:gd name="connsiteY40" fmla="*/ 1151815 h 1650046"/>
              <a:gd name="connsiteX41" fmla="*/ 21355 w 1424802"/>
              <a:gd name="connsiteY41" fmla="*/ 1099061 h 1650046"/>
              <a:gd name="connsiteX42" fmla="*/ 27216 w 1424802"/>
              <a:gd name="connsiteY42" fmla="*/ 1081477 h 1650046"/>
              <a:gd name="connsiteX43" fmla="*/ 33078 w 1424802"/>
              <a:gd name="connsiteY43" fmla="*/ 1046307 h 1650046"/>
              <a:gd name="connsiteX44" fmla="*/ 50662 w 1424802"/>
              <a:gd name="connsiteY44" fmla="*/ 1005277 h 1650046"/>
              <a:gd name="connsiteX45" fmla="*/ 62385 w 1424802"/>
              <a:gd name="connsiteY45" fmla="*/ 964246 h 1650046"/>
              <a:gd name="connsiteX46" fmla="*/ 74108 w 1424802"/>
              <a:gd name="connsiteY46" fmla="*/ 940800 h 1650046"/>
              <a:gd name="connsiteX47" fmla="*/ 85832 w 1424802"/>
              <a:gd name="connsiteY47" fmla="*/ 899769 h 1650046"/>
              <a:gd name="connsiteX48" fmla="*/ 91693 w 1424802"/>
              <a:gd name="connsiteY48" fmla="*/ 882184 h 1650046"/>
              <a:gd name="connsiteX49" fmla="*/ 97555 w 1424802"/>
              <a:gd name="connsiteY49" fmla="*/ 852877 h 1650046"/>
              <a:gd name="connsiteX50" fmla="*/ 103416 w 1424802"/>
              <a:gd name="connsiteY50" fmla="*/ 835292 h 1650046"/>
              <a:gd name="connsiteX51" fmla="*/ 102366 w 1424802"/>
              <a:gd name="connsiteY51" fmla="*/ 772661 h 1650046"/>
              <a:gd name="connsiteX52" fmla="*/ 83418 w 1424802"/>
              <a:gd name="connsiteY52" fmla="*/ 661188 h 1650046"/>
              <a:gd name="connsiteX53" fmla="*/ 34270 w 1424802"/>
              <a:gd name="connsiteY5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1091559 w 1424802"/>
              <a:gd name="connsiteY13" fmla="*/ 805354 h 1650046"/>
              <a:gd name="connsiteX14" fmla="*/ 1235657 w 1424802"/>
              <a:gd name="connsiteY14" fmla="*/ 1021434 h 1650046"/>
              <a:gd name="connsiteX15" fmla="*/ 1307706 w 1424802"/>
              <a:gd name="connsiteY15" fmla="*/ 1093461 h 1650046"/>
              <a:gd name="connsiteX16" fmla="*/ 1353869 w 1424802"/>
              <a:gd name="connsiteY16" fmla="*/ 1173135 h 1650046"/>
              <a:gd name="connsiteX17" fmla="*/ 1379755 w 1424802"/>
              <a:gd name="connsiteY17" fmla="*/ 1237514 h 1650046"/>
              <a:gd name="connsiteX18" fmla="*/ 1410539 w 1424802"/>
              <a:gd name="connsiteY18" fmla="*/ 1351107 h 1650046"/>
              <a:gd name="connsiteX19" fmla="*/ 1404287 w 1424802"/>
              <a:gd name="connsiteY19" fmla="*/ 1474733 h 1650046"/>
              <a:gd name="connsiteX20" fmla="*/ 1287447 w 1424802"/>
              <a:gd name="connsiteY20" fmla="*/ 1609015 h 1650046"/>
              <a:gd name="connsiteX21" fmla="*/ 1269862 w 1424802"/>
              <a:gd name="connsiteY21" fmla="*/ 1620738 h 1650046"/>
              <a:gd name="connsiteX22" fmla="*/ 1234693 w 1424802"/>
              <a:gd name="connsiteY22" fmla="*/ 1632461 h 1650046"/>
              <a:gd name="connsiteX23" fmla="*/ 1217108 w 1424802"/>
              <a:gd name="connsiteY23" fmla="*/ 1638323 h 1650046"/>
              <a:gd name="connsiteX24" fmla="*/ 1176078 w 1424802"/>
              <a:gd name="connsiteY24" fmla="*/ 1644184 h 1650046"/>
              <a:gd name="connsiteX25" fmla="*/ 1140908 w 1424802"/>
              <a:gd name="connsiteY25" fmla="*/ 1650046 h 1650046"/>
              <a:gd name="connsiteX26" fmla="*/ 900585 w 1424802"/>
              <a:gd name="connsiteY26" fmla="*/ 1644184 h 1650046"/>
              <a:gd name="connsiteX27" fmla="*/ 883001 w 1424802"/>
              <a:gd name="connsiteY27" fmla="*/ 1638323 h 1650046"/>
              <a:gd name="connsiteX28" fmla="*/ 800939 w 1424802"/>
              <a:gd name="connsiteY28" fmla="*/ 1632461 h 1650046"/>
              <a:gd name="connsiteX29" fmla="*/ 630955 w 1424802"/>
              <a:gd name="connsiteY29" fmla="*/ 1626600 h 1650046"/>
              <a:gd name="connsiteX30" fmla="*/ 572339 w 1424802"/>
              <a:gd name="connsiteY30" fmla="*/ 1620738 h 1650046"/>
              <a:gd name="connsiteX31" fmla="*/ 476812 w 1424802"/>
              <a:gd name="connsiteY31" fmla="*/ 1626600 h 1650046"/>
              <a:gd name="connsiteX32" fmla="*/ 155426 w 1424802"/>
              <a:gd name="connsiteY32" fmla="*/ 1597292 h 1650046"/>
              <a:gd name="connsiteX33" fmla="*/ 83418 w 1424802"/>
              <a:gd name="connsiteY33" fmla="*/ 1525284 h 1650046"/>
              <a:gd name="connsiteX34" fmla="*/ 50662 w 1424802"/>
              <a:gd name="connsiteY34" fmla="*/ 1474200 h 1650046"/>
              <a:gd name="connsiteX35" fmla="*/ 33078 w 1424802"/>
              <a:gd name="connsiteY35" fmla="*/ 1456615 h 1650046"/>
              <a:gd name="connsiteX36" fmla="*/ 21355 w 1424802"/>
              <a:gd name="connsiteY36" fmla="*/ 1415584 h 1650046"/>
              <a:gd name="connsiteX37" fmla="*/ 9632 w 1424802"/>
              <a:gd name="connsiteY37" fmla="*/ 1368692 h 1650046"/>
              <a:gd name="connsiteX38" fmla="*/ 9632 w 1424802"/>
              <a:gd name="connsiteY38" fmla="*/ 1169400 h 1650046"/>
              <a:gd name="connsiteX39" fmla="*/ 15493 w 1424802"/>
              <a:gd name="connsiteY39" fmla="*/ 1151815 h 1650046"/>
              <a:gd name="connsiteX40" fmla="*/ 21355 w 1424802"/>
              <a:gd name="connsiteY40" fmla="*/ 1099061 h 1650046"/>
              <a:gd name="connsiteX41" fmla="*/ 27216 w 1424802"/>
              <a:gd name="connsiteY41" fmla="*/ 1081477 h 1650046"/>
              <a:gd name="connsiteX42" fmla="*/ 33078 w 1424802"/>
              <a:gd name="connsiteY42" fmla="*/ 1046307 h 1650046"/>
              <a:gd name="connsiteX43" fmla="*/ 50662 w 1424802"/>
              <a:gd name="connsiteY43" fmla="*/ 1005277 h 1650046"/>
              <a:gd name="connsiteX44" fmla="*/ 62385 w 1424802"/>
              <a:gd name="connsiteY44" fmla="*/ 964246 h 1650046"/>
              <a:gd name="connsiteX45" fmla="*/ 74108 w 1424802"/>
              <a:gd name="connsiteY45" fmla="*/ 940800 h 1650046"/>
              <a:gd name="connsiteX46" fmla="*/ 85832 w 1424802"/>
              <a:gd name="connsiteY46" fmla="*/ 899769 h 1650046"/>
              <a:gd name="connsiteX47" fmla="*/ 91693 w 1424802"/>
              <a:gd name="connsiteY47" fmla="*/ 882184 h 1650046"/>
              <a:gd name="connsiteX48" fmla="*/ 97555 w 1424802"/>
              <a:gd name="connsiteY48" fmla="*/ 852877 h 1650046"/>
              <a:gd name="connsiteX49" fmla="*/ 103416 w 1424802"/>
              <a:gd name="connsiteY49" fmla="*/ 835292 h 1650046"/>
              <a:gd name="connsiteX50" fmla="*/ 102366 w 1424802"/>
              <a:gd name="connsiteY50" fmla="*/ 772661 h 1650046"/>
              <a:gd name="connsiteX51" fmla="*/ 83418 w 1424802"/>
              <a:gd name="connsiteY51" fmla="*/ 661188 h 1650046"/>
              <a:gd name="connsiteX52" fmla="*/ 34270 w 1424802"/>
              <a:gd name="connsiteY5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55426 w 1424802"/>
              <a:gd name="connsiteY31" fmla="*/ 1597292 h 1650046"/>
              <a:gd name="connsiteX32" fmla="*/ 83418 w 1424802"/>
              <a:gd name="connsiteY32" fmla="*/ 1525284 h 1650046"/>
              <a:gd name="connsiteX33" fmla="*/ 50662 w 1424802"/>
              <a:gd name="connsiteY33" fmla="*/ 1474200 h 1650046"/>
              <a:gd name="connsiteX34" fmla="*/ 33078 w 1424802"/>
              <a:gd name="connsiteY34" fmla="*/ 1456615 h 1650046"/>
              <a:gd name="connsiteX35" fmla="*/ 21355 w 1424802"/>
              <a:gd name="connsiteY35" fmla="*/ 1415584 h 1650046"/>
              <a:gd name="connsiteX36" fmla="*/ 9632 w 1424802"/>
              <a:gd name="connsiteY36" fmla="*/ 1368692 h 1650046"/>
              <a:gd name="connsiteX37" fmla="*/ 9632 w 1424802"/>
              <a:gd name="connsiteY37" fmla="*/ 1169400 h 1650046"/>
              <a:gd name="connsiteX38" fmla="*/ 15493 w 1424802"/>
              <a:gd name="connsiteY38" fmla="*/ 1151815 h 1650046"/>
              <a:gd name="connsiteX39" fmla="*/ 21355 w 1424802"/>
              <a:gd name="connsiteY39" fmla="*/ 1099061 h 1650046"/>
              <a:gd name="connsiteX40" fmla="*/ 27216 w 1424802"/>
              <a:gd name="connsiteY40" fmla="*/ 1081477 h 1650046"/>
              <a:gd name="connsiteX41" fmla="*/ 33078 w 1424802"/>
              <a:gd name="connsiteY41" fmla="*/ 1046307 h 1650046"/>
              <a:gd name="connsiteX42" fmla="*/ 50662 w 1424802"/>
              <a:gd name="connsiteY42" fmla="*/ 1005277 h 1650046"/>
              <a:gd name="connsiteX43" fmla="*/ 62385 w 1424802"/>
              <a:gd name="connsiteY43" fmla="*/ 964246 h 1650046"/>
              <a:gd name="connsiteX44" fmla="*/ 74108 w 1424802"/>
              <a:gd name="connsiteY44" fmla="*/ 940800 h 1650046"/>
              <a:gd name="connsiteX45" fmla="*/ 85832 w 1424802"/>
              <a:gd name="connsiteY45" fmla="*/ 899769 h 1650046"/>
              <a:gd name="connsiteX46" fmla="*/ 91693 w 1424802"/>
              <a:gd name="connsiteY46" fmla="*/ 882184 h 1650046"/>
              <a:gd name="connsiteX47" fmla="*/ 97555 w 1424802"/>
              <a:gd name="connsiteY47" fmla="*/ 852877 h 1650046"/>
              <a:gd name="connsiteX48" fmla="*/ 103416 w 1424802"/>
              <a:gd name="connsiteY48" fmla="*/ 835292 h 1650046"/>
              <a:gd name="connsiteX49" fmla="*/ 102366 w 1424802"/>
              <a:gd name="connsiteY49" fmla="*/ 772661 h 1650046"/>
              <a:gd name="connsiteX50" fmla="*/ 83418 w 1424802"/>
              <a:gd name="connsiteY50" fmla="*/ 661188 h 1650046"/>
              <a:gd name="connsiteX51" fmla="*/ 34270 w 1424802"/>
              <a:gd name="connsiteY5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83418 w 1424802"/>
              <a:gd name="connsiteY31" fmla="*/ 1525284 h 1650046"/>
              <a:gd name="connsiteX32" fmla="*/ 50662 w 1424802"/>
              <a:gd name="connsiteY32" fmla="*/ 1474200 h 1650046"/>
              <a:gd name="connsiteX33" fmla="*/ 33078 w 1424802"/>
              <a:gd name="connsiteY33" fmla="*/ 1456615 h 1650046"/>
              <a:gd name="connsiteX34" fmla="*/ 21355 w 1424802"/>
              <a:gd name="connsiteY34" fmla="*/ 1415584 h 1650046"/>
              <a:gd name="connsiteX35" fmla="*/ 9632 w 1424802"/>
              <a:gd name="connsiteY35" fmla="*/ 1368692 h 1650046"/>
              <a:gd name="connsiteX36" fmla="*/ 9632 w 1424802"/>
              <a:gd name="connsiteY36" fmla="*/ 1169400 h 1650046"/>
              <a:gd name="connsiteX37" fmla="*/ 15493 w 1424802"/>
              <a:gd name="connsiteY37" fmla="*/ 1151815 h 1650046"/>
              <a:gd name="connsiteX38" fmla="*/ 21355 w 1424802"/>
              <a:gd name="connsiteY38" fmla="*/ 1099061 h 1650046"/>
              <a:gd name="connsiteX39" fmla="*/ 27216 w 1424802"/>
              <a:gd name="connsiteY39" fmla="*/ 1081477 h 1650046"/>
              <a:gd name="connsiteX40" fmla="*/ 33078 w 1424802"/>
              <a:gd name="connsiteY40" fmla="*/ 1046307 h 1650046"/>
              <a:gd name="connsiteX41" fmla="*/ 50662 w 1424802"/>
              <a:gd name="connsiteY41" fmla="*/ 1005277 h 1650046"/>
              <a:gd name="connsiteX42" fmla="*/ 62385 w 1424802"/>
              <a:gd name="connsiteY42" fmla="*/ 964246 h 1650046"/>
              <a:gd name="connsiteX43" fmla="*/ 74108 w 1424802"/>
              <a:gd name="connsiteY43" fmla="*/ 940800 h 1650046"/>
              <a:gd name="connsiteX44" fmla="*/ 85832 w 1424802"/>
              <a:gd name="connsiteY44" fmla="*/ 899769 h 1650046"/>
              <a:gd name="connsiteX45" fmla="*/ 91693 w 1424802"/>
              <a:gd name="connsiteY45" fmla="*/ 882184 h 1650046"/>
              <a:gd name="connsiteX46" fmla="*/ 97555 w 1424802"/>
              <a:gd name="connsiteY46" fmla="*/ 852877 h 1650046"/>
              <a:gd name="connsiteX47" fmla="*/ 103416 w 1424802"/>
              <a:gd name="connsiteY47" fmla="*/ 835292 h 1650046"/>
              <a:gd name="connsiteX48" fmla="*/ 102366 w 1424802"/>
              <a:gd name="connsiteY48" fmla="*/ 772661 h 1650046"/>
              <a:gd name="connsiteX49" fmla="*/ 83418 w 1424802"/>
              <a:gd name="connsiteY49" fmla="*/ 661188 h 1650046"/>
              <a:gd name="connsiteX50" fmla="*/ 34270 w 1424802"/>
              <a:gd name="connsiteY5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33078 w 1424802"/>
              <a:gd name="connsiteY32" fmla="*/ 1456615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52096 w 1424802"/>
              <a:gd name="connsiteY34" fmla="*/ 134013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185128 w 1424802"/>
              <a:gd name="connsiteY22" fmla="*/ 159301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76078 w 1424802"/>
              <a:gd name="connsiteY23" fmla="*/ 1644184 h 1647823"/>
              <a:gd name="connsiteX24" fmla="*/ 1112152 w 1424802"/>
              <a:gd name="connsiteY24" fmla="*/ 1601472 h 1647823"/>
              <a:gd name="connsiteX25" fmla="*/ 900585 w 1424802"/>
              <a:gd name="connsiteY25" fmla="*/ 1644184 h 1647823"/>
              <a:gd name="connsiteX26" fmla="*/ 883001 w 1424802"/>
              <a:gd name="connsiteY26" fmla="*/ 1638323 h 1647823"/>
              <a:gd name="connsiteX27" fmla="*/ 800939 w 1424802"/>
              <a:gd name="connsiteY27" fmla="*/ 1632461 h 1647823"/>
              <a:gd name="connsiteX28" fmla="*/ 630955 w 1424802"/>
              <a:gd name="connsiteY28" fmla="*/ 1626600 h 1647823"/>
              <a:gd name="connsiteX29" fmla="*/ 572339 w 1424802"/>
              <a:gd name="connsiteY29" fmla="*/ 1620738 h 1647823"/>
              <a:gd name="connsiteX30" fmla="*/ 477085 w 1424802"/>
              <a:gd name="connsiteY30" fmla="*/ 1597620 h 1647823"/>
              <a:gd name="connsiteX31" fmla="*/ 119310 w 1424802"/>
              <a:gd name="connsiteY31" fmla="*/ 1468046 h 1647823"/>
              <a:gd name="connsiteX32" fmla="*/ 88685 w 1424802"/>
              <a:gd name="connsiteY32" fmla="*/ 1418160 h 1647823"/>
              <a:gd name="connsiteX33" fmla="*/ 52096 w 1424802"/>
              <a:gd name="connsiteY33" fmla="*/ 1340132 h 1647823"/>
              <a:gd name="connsiteX34" fmla="*/ 9632 w 1424802"/>
              <a:gd name="connsiteY34" fmla="*/ 1169400 h 1647823"/>
              <a:gd name="connsiteX35" fmla="*/ 15493 w 1424802"/>
              <a:gd name="connsiteY35" fmla="*/ 1151815 h 1647823"/>
              <a:gd name="connsiteX36" fmla="*/ 21355 w 1424802"/>
              <a:gd name="connsiteY36" fmla="*/ 1099061 h 1647823"/>
              <a:gd name="connsiteX37" fmla="*/ 27216 w 1424802"/>
              <a:gd name="connsiteY37" fmla="*/ 1081477 h 1647823"/>
              <a:gd name="connsiteX38" fmla="*/ 33078 w 1424802"/>
              <a:gd name="connsiteY38" fmla="*/ 1046307 h 1647823"/>
              <a:gd name="connsiteX39" fmla="*/ 50662 w 1424802"/>
              <a:gd name="connsiteY39" fmla="*/ 1005277 h 1647823"/>
              <a:gd name="connsiteX40" fmla="*/ 62385 w 1424802"/>
              <a:gd name="connsiteY40" fmla="*/ 964246 h 1647823"/>
              <a:gd name="connsiteX41" fmla="*/ 74108 w 1424802"/>
              <a:gd name="connsiteY41" fmla="*/ 940800 h 1647823"/>
              <a:gd name="connsiteX42" fmla="*/ 85832 w 1424802"/>
              <a:gd name="connsiteY42" fmla="*/ 899769 h 1647823"/>
              <a:gd name="connsiteX43" fmla="*/ 91693 w 1424802"/>
              <a:gd name="connsiteY43" fmla="*/ 882184 h 1647823"/>
              <a:gd name="connsiteX44" fmla="*/ 97555 w 1424802"/>
              <a:gd name="connsiteY44" fmla="*/ 852877 h 1647823"/>
              <a:gd name="connsiteX45" fmla="*/ 103416 w 1424802"/>
              <a:gd name="connsiteY45" fmla="*/ 835292 h 1647823"/>
              <a:gd name="connsiteX46" fmla="*/ 102366 w 1424802"/>
              <a:gd name="connsiteY46" fmla="*/ 772661 h 1647823"/>
              <a:gd name="connsiteX47" fmla="*/ 83418 w 1424802"/>
              <a:gd name="connsiteY47" fmla="*/ 661188 h 1647823"/>
              <a:gd name="connsiteX48" fmla="*/ 34270 w 1424802"/>
              <a:gd name="connsiteY48"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12152 w 1424802"/>
              <a:gd name="connsiteY23" fmla="*/ 1601472 h 1647823"/>
              <a:gd name="connsiteX24" fmla="*/ 900585 w 1424802"/>
              <a:gd name="connsiteY24" fmla="*/ 1644184 h 1647823"/>
              <a:gd name="connsiteX25" fmla="*/ 883001 w 1424802"/>
              <a:gd name="connsiteY25" fmla="*/ 1638323 h 1647823"/>
              <a:gd name="connsiteX26" fmla="*/ 800939 w 1424802"/>
              <a:gd name="connsiteY26" fmla="*/ 1632461 h 1647823"/>
              <a:gd name="connsiteX27" fmla="*/ 630955 w 1424802"/>
              <a:gd name="connsiteY27" fmla="*/ 1626600 h 1647823"/>
              <a:gd name="connsiteX28" fmla="*/ 572339 w 1424802"/>
              <a:gd name="connsiteY28" fmla="*/ 1620738 h 1647823"/>
              <a:gd name="connsiteX29" fmla="*/ 477085 w 1424802"/>
              <a:gd name="connsiteY29" fmla="*/ 1597620 h 1647823"/>
              <a:gd name="connsiteX30" fmla="*/ 119310 w 1424802"/>
              <a:gd name="connsiteY30" fmla="*/ 1468046 h 1647823"/>
              <a:gd name="connsiteX31" fmla="*/ 88685 w 1424802"/>
              <a:gd name="connsiteY31" fmla="*/ 1418160 h 1647823"/>
              <a:gd name="connsiteX32" fmla="*/ 52096 w 1424802"/>
              <a:gd name="connsiteY32" fmla="*/ 1340132 h 1647823"/>
              <a:gd name="connsiteX33" fmla="*/ 9632 w 1424802"/>
              <a:gd name="connsiteY33" fmla="*/ 1169400 h 1647823"/>
              <a:gd name="connsiteX34" fmla="*/ 15493 w 1424802"/>
              <a:gd name="connsiteY34" fmla="*/ 1151815 h 1647823"/>
              <a:gd name="connsiteX35" fmla="*/ 21355 w 1424802"/>
              <a:gd name="connsiteY35" fmla="*/ 1099061 h 1647823"/>
              <a:gd name="connsiteX36" fmla="*/ 27216 w 1424802"/>
              <a:gd name="connsiteY36" fmla="*/ 1081477 h 1647823"/>
              <a:gd name="connsiteX37" fmla="*/ 33078 w 1424802"/>
              <a:gd name="connsiteY37" fmla="*/ 1046307 h 1647823"/>
              <a:gd name="connsiteX38" fmla="*/ 50662 w 1424802"/>
              <a:gd name="connsiteY38" fmla="*/ 1005277 h 1647823"/>
              <a:gd name="connsiteX39" fmla="*/ 62385 w 1424802"/>
              <a:gd name="connsiteY39" fmla="*/ 964246 h 1647823"/>
              <a:gd name="connsiteX40" fmla="*/ 74108 w 1424802"/>
              <a:gd name="connsiteY40" fmla="*/ 940800 h 1647823"/>
              <a:gd name="connsiteX41" fmla="*/ 85832 w 1424802"/>
              <a:gd name="connsiteY41" fmla="*/ 899769 h 1647823"/>
              <a:gd name="connsiteX42" fmla="*/ 91693 w 1424802"/>
              <a:gd name="connsiteY42" fmla="*/ 882184 h 1647823"/>
              <a:gd name="connsiteX43" fmla="*/ 97555 w 1424802"/>
              <a:gd name="connsiteY43" fmla="*/ 852877 h 1647823"/>
              <a:gd name="connsiteX44" fmla="*/ 103416 w 1424802"/>
              <a:gd name="connsiteY44" fmla="*/ 835292 h 1647823"/>
              <a:gd name="connsiteX45" fmla="*/ 102366 w 1424802"/>
              <a:gd name="connsiteY45" fmla="*/ 772661 h 1647823"/>
              <a:gd name="connsiteX46" fmla="*/ 83418 w 1424802"/>
              <a:gd name="connsiteY46" fmla="*/ 661188 h 1647823"/>
              <a:gd name="connsiteX47" fmla="*/ 34270 w 1424802"/>
              <a:gd name="connsiteY47"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185128 w 1424802"/>
              <a:gd name="connsiteY21" fmla="*/ 1593013 h 1647823"/>
              <a:gd name="connsiteX22" fmla="*/ 1112152 w 1424802"/>
              <a:gd name="connsiteY22" fmla="*/ 1601472 h 1647823"/>
              <a:gd name="connsiteX23" fmla="*/ 900585 w 1424802"/>
              <a:gd name="connsiteY23" fmla="*/ 1644184 h 1647823"/>
              <a:gd name="connsiteX24" fmla="*/ 883001 w 1424802"/>
              <a:gd name="connsiteY24" fmla="*/ 1638323 h 1647823"/>
              <a:gd name="connsiteX25" fmla="*/ 800939 w 1424802"/>
              <a:gd name="connsiteY25" fmla="*/ 1632461 h 1647823"/>
              <a:gd name="connsiteX26" fmla="*/ 630955 w 1424802"/>
              <a:gd name="connsiteY26" fmla="*/ 1626600 h 1647823"/>
              <a:gd name="connsiteX27" fmla="*/ 572339 w 1424802"/>
              <a:gd name="connsiteY27" fmla="*/ 1620738 h 1647823"/>
              <a:gd name="connsiteX28" fmla="*/ 477085 w 1424802"/>
              <a:gd name="connsiteY28" fmla="*/ 1597620 h 1647823"/>
              <a:gd name="connsiteX29" fmla="*/ 119310 w 1424802"/>
              <a:gd name="connsiteY29" fmla="*/ 1468046 h 1647823"/>
              <a:gd name="connsiteX30" fmla="*/ 88685 w 1424802"/>
              <a:gd name="connsiteY30" fmla="*/ 1418160 h 1647823"/>
              <a:gd name="connsiteX31" fmla="*/ 52096 w 1424802"/>
              <a:gd name="connsiteY31" fmla="*/ 1340132 h 1647823"/>
              <a:gd name="connsiteX32" fmla="*/ 9632 w 1424802"/>
              <a:gd name="connsiteY32" fmla="*/ 1169400 h 1647823"/>
              <a:gd name="connsiteX33" fmla="*/ 15493 w 1424802"/>
              <a:gd name="connsiteY33" fmla="*/ 1151815 h 1647823"/>
              <a:gd name="connsiteX34" fmla="*/ 21355 w 1424802"/>
              <a:gd name="connsiteY34" fmla="*/ 1099061 h 1647823"/>
              <a:gd name="connsiteX35" fmla="*/ 27216 w 1424802"/>
              <a:gd name="connsiteY35" fmla="*/ 1081477 h 1647823"/>
              <a:gd name="connsiteX36" fmla="*/ 33078 w 1424802"/>
              <a:gd name="connsiteY36" fmla="*/ 1046307 h 1647823"/>
              <a:gd name="connsiteX37" fmla="*/ 50662 w 1424802"/>
              <a:gd name="connsiteY37" fmla="*/ 1005277 h 1647823"/>
              <a:gd name="connsiteX38" fmla="*/ 62385 w 1424802"/>
              <a:gd name="connsiteY38" fmla="*/ 964246 h 1647823"/>
              <a:gd name="connsiteX39" fmla="*/ 74108 w 1424802"/>
              <a:gd name="connsiteY39" fmla="*/ 940800 h 1647823"/>
              <a:gd name="connsiteX40" fmla="*/ 85832 w 1424802"/>
              <a:gd name="connsiteY40" fmla="*/ 899769 h 1647823"/>
              <a:gd name="connsiteX41" fmla="*/ 91693 w 1424802"/>
              <a:gd name="connsiteY41" fmla="*/ 882184 h 1647823"/>
              <a:gd name="connsiteX42" fmla="*/ 97555 w 1424802"/>
              <a:gd name="connsiteY42" fmla="*/ 852877 h 1647823"/>
              <a:gd name="connsiteX43" fmla="*/ 103416 w 1424802"/>
              <a:gd name="connsiteY43" fmla="*/ 835292 h 1647823"/>
              <a:gd name="connsiteX44" fmla="*/ 102366 w 1424802"/>
              <a:gd name="connsiteY44" fmla="*/ 772661 h 1647823"/>
              <a:gd name="connsiteX45" fmla="*/ 83418 w 1424802"/>
              <a:gd name="connsiteY45" fmla="*/ 661188 h 1647823"/>
              <a:gd name="connsiteX46" fmla="*/ 34270 w 1424802"/>
              <a:gd name="connsiteY46"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185128 w 1424802"/>
              <a:gd name="connsiteY20" fmla="*/ 1593013 h 1647823"/>
              <a:gd name="connsiteX21" fmla="*/ 1112152 w 1424802"/>
              <a:gd name="connsiteY21" fmla="*/ 1601472 h 1647823"/>
              <a:gd name="connsiteX22" fmla="*/ 900585 w 1424802"/>
              <a:gd name="connsiteY22" fmla="*/ 1644184 h 1647823"/>
              <a:gd name="connsiteX23" fmla="*/ 883001 w 1424802"/>
              <a:gd name="connsiteY23" fmla="*/ 1638323 h 1647823"/>
              <a:gd name="connsiteX24" fmla="*/ 800939 w 1424802"/>
              <a:gd name="connsiteY24" fmla="*/ 1632461 h 1647823"/>
              <a:gd name="connsiteX25" fmla="*/ 630955 w 1424802"/>
              <a:gd name="connsiteY25" fmla="*/ 1626600 h 1647823"/>
              <a:gd name="connsiteX26" fmla="*/ 572339 w 1424802"/>
              <a:gd name="connsiteY26" fmla="*/ 1620738 h 1647823"/>
              <a:gd name="connsiteX27" fmla="*/ 477085 w 1424802"/>
              <a:gd name="connsiteY27" fmla="*/ 1597620 h 1647823"/>
              <a:gd name="connsiteX28" fmla="*/ 119310 w 1424802"/>
              <a:gd name="connsiteY28" fmla="*/ 1468046 h 1647823"/>
              <a:gd name="connsiteX29" fmla="*/ 88685 w 1424802"/>
              <a:gd name="connsiteY29" fmla="*/ 1418160 h 1647823"/>
              <a:gd name="connsiteX30" fmla="*/ 52096 w 1424802"/>
              <a:gd name="connsiteY30" fmla="*/ 1340132 h 1647823"/>
              <a:gd name="connsiteX31" fmla="*/ 9632 w 1424802"/>
              <a:gd name="connsiteY31" fmla="*/ 1169400 h 1647823"/>
              <a:gd name="connsiteX32" fmla="*/ 15493 w 1424802"/>
              <a:gd name="connsiteY32" fmla="*/ 1151815 h 1647823"/>
              <a:gd name="connsiteX33" fmla="*/ 21355 w 1424802"/>
              <a:gd name="connsiteY33" fmla="*/ 1099061 h 1647823"/>
              <a:gd name="connsiteX34" fmla="*/ 27216 w 1424802"/>
              <a:gd name="connsiteY34" fmla="*/ 1081477 h 1647823"/>
              <a:gd name="connsiteX35" fmla="*/ 33078 w 1424802"/>
              <a:gd name="connsiteY35" fmla="*/ 1046307 h 1647823"/>
              <a:gd name="connsiteX36" fmla="*/ 50662 w 1424802"/>
              <a:gd name="connsiteY36" fmla="*/ 1005277 h 1647823"/>
              <a:gd name="connsiteX37" fmla="*/ 62385 w 1424802"/>
              <a:gd name="connsiteY37" fmla="*/ 964246 h 1647823"/>
              <a:gd name="connsiteX38" fmla="*/ 74108 w 1424802"/>
              <a:gd name="connsiteY38" fmla="*/ 940800 h 1647823"/>
              <a:gd name="connsiteX39" fmla="*/ 85832 w 1424802"/>
              <a:gd name="connsiteY39" fmla="*/ 899769 h 1647823"/>
              <a:gd name="connsiteX40" fmla="*/ 91693 w 1424802"/>
              <a:gd name="connsiteY40" fmla="*/ 882184 h 1647823"/>
              <a:gd name="connsiteX41" fmla="*/ 97555 w 1424802"/>
              <a:gd name="connsiteY41" fmla="*/ 852877 h 1647823"/>
              <a:gd name="connsiteX42" fmla="*/ 103416 w 1424802"/>
              <a:gd name="connsiteY42" fmla="*/ 835292 h 1647823"/>
              <a:gd name="connsiteX43" fmla="*/ 102366 w 1424802"/>
              <a:gd name="connsiteY43" fmla="*/ 772661 h 1647823"/>
              <a:gd name="connsiteX44" fmla="*/ 83418 w 1424802"/>
              <a:gd name="connsiteY44" fmla="*/ 661188 h 1647823"/>
              <a:gd name="connsiteX45" fmla="*/ 34270 w 1424802"/>
              <a:gd name="connsiteY45"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185128 w 1424802"/>
              <a:gd name="connsiteY19" fmla="*/ 1593013 h 1647823"/>
              <a:gd name="connsiteX20" fmla="*/ 1112152 w 1424802"/>
              <a:gd name="connsiteY20" fmla="*/ 1601472 h 1647823"/>
              <a:gd name="connsiteX21" fmla="*/ 900585 w 1424802"/>
              <a:gd name="connsiteY21" fmla="*/ 1644184 h 1647823"/>
              <a:gd name="connsiteX22" fmla="*/ 883001 w 1424802"/>
              <a:gd name="connsiteY22" fmla="*/ 1638323 h 1647823"/>
              <a:gd name="connsiteX23" fmla="*/ 800939 w 1424802"/>
              <a:gd name="connsiteY23" fmla="*/ 1632461 h 1647823"/>
              <a:gd name="connsiteX24" fmla="*/ 630955 w 1424802"/>
              <a:gd name="connsiteY24" fmla="*/ 1626600 h 1647823"/>
              <a:gd name="connsiteX25" fmla="*/ 572339 w 1424802"/>
              <a:gd name="connsiteY25" fmla="*/ 1620738 h 1647823"/>
              <a:gd name="connsiteX26" fmla="*/ 477085 w 1424802"/>
              <a:gd name="connsiteY26" fmla="*/ 1597620 h 1647823"/>
              <a:gd name="connsiteX27" fmla="*/ 119310 w 1424802"/>
              <a:gd name="connsiteY27" fmla="*/ 1468046 h 1647823"/>
              <a:gd name="connsiteX28" fmla="*/ 88685 w 1424802"/>
              <a:gd name="connsiteY28" fmla="*/ 1418160 h 1647823"/>
              <a:gd name="connsiteX29" fmla="*/ 52096 w 1424802"/>
              <a:gd name="connsiteY29" fmla="*/ 1340132 h 1647823"/>
              <a:gd name="connsiteX30" fmla="*/ 9632 w 1424802"/>
              <a:gd name="connsiteY30" fmla="*/ 1169400 h 1647823"/>
              <a:gd name="connsiteX31" fmla="*/ 15493 w 1424802"/>
              <a:gd name="connsiteY31" fmla="*/ 1151815 h 1647823"/>
              <a:gd name="connsiteX32" fmla="*/ 21355 w 1424802"/>
              <a:gd name="connsiteY32" fmla="*/ 1099061 h 1647823"/>
              <a:gd name="connsiteX33" fmla="*/ 27216 w 1424802"/>
              <a:gd name="connsiteY33" fmla="*/ 1081477 h 1647823"/>
              <a:gd name="connsiteX34" fmla="*/ 33078 w 1424802"/>
              <a:gd name="connsiteY34" fmla="*/ 1046307 h 1647823"/>
              <a:gd name="connsiteX35" fmla="*/ 50662 w 1424802"/>
              <a:gd name="connsiteY35" fmla="*/ 1005277 h 1647823"/>
              <a:gd name="connsiteX36" fmla="*/ 62385 w 1424802"/>
              <a:gd name="connsiteY36" fmla="*/ 964246 h 1647823"/>
              <a:gd name="connsiteX37" fmla="*/ 74108 w 1424802"/>
              <a:gd name="connsiteY37" fmla="*/ 940800 h 1647823"/>
              <a:gd name="connsiteX38" fmla="*/ 85832 w 1424802"/>
              <a:gd name="connsiteY38" fmla="*/ 899769 h 1647823"/>
              <a:gd name="connsiteX39" fmla="*/ 91693 w 1424802"/>
              <a:gd name="connsiteY39" fmla="*/ 882184 h 1647823"/>
              <a:gd name="connsiteX40" fmla="*/ 97555 w 1424802"/>
              <a:gd name="connsiteY40" fmla="*/ 852877 h 1647823"/>
              <a:gd name="connsiteX41" fmla="*/ 103416 w 1424802"/>
              <a:gd name="connsiteY41" fmla="*/ 835292 h 1647823"/>
              <a:gd name="connsiteX42" fmla="*/ 102366 w 1424802"/>
              <a:gd name="connsiteY42" fmla="*/ 772661 h 1647823"/>
              <a:gd name="connsiteX43" fmla="*/ 83418 w 1424802"/>
              <a:gd name="connsiteY43" fmla="*/ 661188 h 1647823"/>
              <a:gd name="connsiteX44" fmla="*/ 34270 w 1424802"/>
              <a:gd name="connsiteY44" fmla="*/ 481795 h 1647823"/>
              <a:gd name="connsiteX0" fmla="*/ 34270 w 1415284"/>
              <a:gd name="connsiteY0" fmla="*/ 481795 h 1647823"/>
              <a:gd name="connsiteX1" fmla="*/ 24101 w 1415284"/>
              <a:gd name="connsiteY1" fmla="*/ 373288 h 1647823"/>
              <a:gd name="connsiteX2" fmla="*/ 40439 w 1415284"/>
              <a:gd name="connsiteY2" fmla="*/ 294708 h 1647823"/>
              <a:gd name="connsiteX3" fmla="*/ 105996 w 1415284"/>
              <a:gd name="connsiteY3" fmla="*/ 147354 h 1647823"/>
              <a:gd name="connsiteX4" fmla="*/ 299018 w 1415284"/>
              <a:gd name="connsiteY4" fmla="*/ 13062 h 1647823"/>
              <a:gd name="connsiteX5" fmla="*/ 551506 w 1415284"/>
              <a:gd name="connsiteY5" fmla="*/ 68982 h 1647823"/>
              <a:gd name="connsiteX6" fmla="*/ 620226 w 1415284"/>
              <a:gd name="connsiteY6" fmla="*/ 131022 h 1647823"/>
              <a:gd name="connsiteX7" fmla="*/ 659264 w 1415284"/>
              <a:gd name="connsiteY7" fmla="*/ 157115 h 1647823"/>
              <a:gd name="connsiteX8" fmla="*/ 741534 w 1415284"/>
              <a:gd name="connsiteY8" fmla="*/ 202885 h 1647823"/>
              <a:gd name="connsiteX9" fmla="*/ 824385 w 1415284"/>
              <a:gd name="connsiteY9" fmla="*/ 325338 h 1647823"/>
              <a:gd name="connsiteX10" fmla="*/ 841970 w 1415284"/>
              <a:gd name="connsiteY10" fmla="*/ 342923 h 1647823"/>
              <a:gd name="connsiteX11" fmla="*/ 847832 w 1415284"/>
              <a:gd name="connsiteY11" fmla="*/ 360507 h 1647823"/>
              <a:gd name="connsiteX12" fmla="*/ 1091559 w 1415284"/>
              <a:gd name="connsiteY12" fmla="*/ 805354 h 1647823"/>
              <a:gd name="connsiteX13" fmla="*/ 1235657 w 1415284"/>
              <a:gd name="connsiteY13" fmla="*/ 1021434 h 1647823"/>
              <a:gd name="connsiteX14" fmla="*/ 1307706 w 1415284"/>
              <a:gd name="connsiteY14" fmla="*/ 1093461 h 1647823"/>
              <a:gd name="connsiteX15" fmla="*/ 1353869 w 1415284"/>
              <a:gd name="connsiteY15" fmla="*/ 1173135 h 1647823"/>
              <a:gd name="connsiteX16" fmla="*/ 1379755 w 1415284"/>
              <a:gd name="connsiteY16" fmla="*/ 1237514 h 1647823"/>
              <a:gd name="connsiteX17" fmla="*/ 1410539 w 1415284"/>
              <a:gd name="connsiteY17" fmla="*/ 1351107 h 1647823"/>
              <a:gd name="connsiteX18" fmla="*/ 1382217 w 1415284"/>
              <a:gd name="connsiteY18" fmla="*/ 1471846 h 1647823"/>
              <a:gd name="connsiteX19" fmla="*/ 1185128 w 1415284"/>
              <a:gd name="connsiteY19" fmla="*/ 1593013 h 1647823"/>
              <a:gd name="connsiteX20" fmla="*/ 1112152 w 1415284"/>
              <a:gd name="connsiteY20" fmla="*/ 1601472 h 1647823"/>
              <a:gd name="connsiteX21" fmla="*/ 900585 w 1415284"/>
              <a:gd name="connsiteY21" fmla="*/ 1644184 h 1647823"/>
              <a:gd name="connsiteX22" fmla="*/ 883001 w 1415284"/>
              <a:gd name="connsiteY22" fmla="*/ 1638323 h 1647823"/>
              <a:gd name="connsiteX23" fmla="*/ 800939 w 1415284"/>
              <a:gd name="connsiteY23" fmla="*/ 1632461 h 1647823"/>
              <a:gd name="connsiteX24" fmla="*/ 630955 w 1415284"/>
              <a:gd name="connsiteY24" fmla="*/ 1626600 h 1647823"/>
              <a:gd name="connsiteX25" fmla="*/ 572339 w 1415284"/>
              <a:gd name="connsiteY25" fmla="*/ 1620738 h 1647823"/>
              <a:gd name="connsiteX26" fmla="*/ 477085 w 1415284"/>
              <a:gd name="connsiteY26" fmla="*/ 1597620 h 1647823"/>
              <a:gd name="connsiteX27" fmla="*/ 119310 w 1415284"/>
              <a:gd name="connsiteY27" fmla="*/ 1468046 h 1647823"/>
              <a:gd name="connsiteX28" fmla="*/ 88685 w 1415284"/>
              <a:gd name="connsiteY28" fmla="*/ 1418160 h 1647823"/>
              <a:gd name="connsiteX29" fmla="*/ 52096 w 1415284"/>
              <a:gd name="connsiteY29" fmla="*/ 1340132 h 1647823"/>
              <a:gd name="connsiteX30" fmla="*/ 9632 w 1415284"/>
              <a:gd name="connsiteY30" fmla="*/ 1169400 h 1647823"/>
              <a:gd name="connsiteX31" fmla="*/ 15493 w 1415284"/>
              <a:gd name="connsiteY31" fmla="*/ 1151815 h 1647823"/>
              <a:gd name="connsiteX32" fmla="*/ 21355 w 1415284"/>
              <a:gd name="connsiteY32" fmla="*/ 1099061 h 1647823"/>
              <a:gd name="connsiteX33" fmla="*/ 27216 w 1415284"/>
              <a:gd name="connsiteY33" fmla="*/ 1081477 h 1647823"/>
              <a:gd name="connsiteX34" fmla="*/ 33078 w 1415284"/>
              <a:gd name="connsiteY34" fmla="*/ 1046307 h 1647823"/>
              <a:gd name="connsiteX35" fmla="*/ 50662 w 1415284"/>
              <a:gd name="connsiteY35" fmla="*/ 1005277 h 1647823"/>
              <a:gd name="connsiteX36" fmla="*/ 62385 w 1415284"/>
              <a:gd name="connsiteY36" fmla="*/ 964246 h 1647823"/>
              <a:gd name="connsiteX37" fmla="*/ 74108 w 1415284"/>
              <a:gd name="connsiteY37" fmla="*/ 940800 h 1647823"/>
              <a:gd name="connsiteX38" fmla="*/ 85832 w 1415284"/>
              <a:gd name="connsiteY38" fmla="*/ 899769 h 1647823"/>
              <a:gd name="connsiteX39" fmla="*/ 91693 w 1415284"/>
              <a:gd name="connsiteY39" fmla="*/ 882184 h 1647823"/>
              <a:gd name="connsiteX40" fmla="*/ 97555 w 1415284"/>
              <a:gd name="connsiteY40" fmla="*/ 852877 h 1647823"/>
              <a:gd name="connsiteX41" fmla="*/ 103416 w 1415284"/>
              <a:gd name="connsiteY41" fmla="*/ 835292 h 1647823"/>
              <a:gd name="connsiteX42" fmla="*/ 102366 w 1415284"/>
              <a:gd name="connsiteY42" fmla="*/ 772661 h 1647823"/>
              <a:gd name="connsiteX43" fmla="*/ 83418 w 1415284"/>
              <a:gd name="connsiteY43" fmla="*/ 661188 h 1647823"/>
              <a:gd name="connsiteX44" fmla="*/ 34270 w 1415284"/>
              <a:gd name="connsiteY44" fmla="*/ 481795 h 1647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415284" h="1647823">
                <a:moveTo>
                  <a:pt x="34270" y="481795"/>
                </a:moveTo>
                <a:cubicBezTo>
                  <a:pt x="33776" y="462417"/>
                  <a:pt x="23618" y="401739"/>
                  <a:pt x="24101" y="373288"/>
                </a:cubicBezTo>
                <a:cubicBezTo>
                  <a:pt x="17513" y="343760"/>
                  <a:pt x="26790" y="332364"/>
                  <a:pt x="40439" y="294708"/>
                </a:cubicBezTo>
                <a:cubicBezTo>
                  <a:pt x="64456" y="282704"/>
                  <a:pt x="68379" y="156025"/>
                  <a:pt x="105996" y="147354"/>
                </a:cubicBezTo>
                <a:cubicBezTo>
                  <a:pt x="82806" y="51492"/>
                  <a:pt x="275002" y="25066"/>
                  <a:pt x="299018" y="13062"/>
                </a:cubicBezTo>
                <a:cubicBezTo>
                  <a:pt x="373270" y="0"/>
                  <a:pt x="497972" y="49322"/>
                  <a:pt x="551506" y="68982"/>
                </a:cubicBezTo>
                <a:cubicBezTo>
                  <a:pt x="592513" y="71911"/>
                  <a:pt x="580936" y="122291"/>
                  <a:pt x="620226" y="131022"/>
                </a:cubicBezTo>
                <a:cubicBezTo>
                  <a:pt x="626258" y="132362"/>
                  <a:pt x="653303" y="155489"/>
                  <a:pt x="659264" y="157115"/>
                </a:cubicBezTo>
                <a:cubicBezTo>
                  <a:pt x="683280" y="157115"/>
                  <a:pt x="725737" y="181686"/>
                  <a:pt x="741534" y="202885"/>
                </a:cubicBezTo>
                <a:cubicBezTo>
                  <a:pt x="769054" y="230922"/>
                  <a:pt x="805942" y="294370"/>
                  <a:pt x="824385" y="325338"/>
                </a:cubicBezTo>
                <a:cubicBezTo>
                  <a:pt x="830247" y="331200"/>
                  <a:pt x="837372" y="336026"/>
                  <a:pt x="841970" y="342923"/>
                </a:cubicBezTo>
                <a:cubicBezTo>
                  <a:pt x="845397" y="348064"/>
                  <a:pt x="806234" y="283435"/>
                  <a:pt x="847832" y="360507"/>
                </a:cubicBezTo>
                <a:cubicBezTo>
                  <a:pt x="889430" y="437579"/>
                  <a:pt x="1026922" y="695200"/>
                  <a:pt x="1091559" y="805354"/>
                </a:cubicBezTo>
                <a:cubicBezTo>
                  <a:pt x="1095627" y="853962"/>
                  <a:pt x="1199633" y="973416"/>
                  <a:pt x="1235657" y="1021434"/>
                </a:cubicBezTo>
                <a:cubicBezTo>
                  <a:pt x="1237080" y="1055670"/>
                  <a:pt x="1288004" y="1068178"/>
                  <a:pt x="1307706" y="1093461"/>
                </a:cubicBezTo>
                <a:cubicBezTo>
                  <a:pt x="1315314" y="1146725"/>
                  <a:pt x="1337777" y="1124859"/>
                  <a:pt x="1353869" y="1173135"/>
                </a:cubicBezTo>
                <a:cubicBezTo>
                  <a:pt x="1365877" y="1197144"/>
                  <a:pt x="1370310" y="1207852"/>
                  <a:pt x="1379755" y="1237514"/>
                </a:cubicBezTo>
                <a:cubicBezTo>
                  <a:pt x="1377801" y="1288314"/>
                  <a:pt x="1415284" y="1300491"/>
                  <a:pt x="1410539" y="1351107"/>
                </a:cubicBezTo>
                <a:cubicBezTo>
                  <a:pt x="1394908" y="1415584"/>
                  <a:pt x="1402732" y="1428861"/>
                  <a:pt x="1382217" y="1471846"/>
                </a:cubicBezTo>
                <a:cubicBezTo>
                  <a:pt x="1344649" y="1512164"/>
                  <a:pt x="1233817" y="1571890"/>
                  <a:pt x="1185128" y="1593013"/>
                </a:cubicBezTo>
                <a:cubicBezTo>
                  <a:pt x="1164705" y="1587848"/>
                  <a:pt x="1159576" y="1592944"/>
                  <a:pt x="1112152" y="1601472"/>
                </a:cubicBezTo>
                <a:cubicBezTo>
                  <a:pt x="1032044" y="1599518"/>
                  <a:pt x="980634" y="1647823"/>
                  <a:pt x="900585" y="1644184"/>
                </a:cubicBezTo>
                <a:cubicBezTo>
                  <a:pt x="894413" y="1643903"/>
                  <a:pt x="889137" y="1639045"/>
                  <a:pt x="883001" y="1638323"/>
                </a:cubicBezTo>
                <a:cubicBezTo>
                  <a:pt x="855765" y="1635119"/>
                  <a:pt x="828333" y="1633735"/>
                  <a:pt x="800939" y="1632461"/>
                </a:cubicBezTo>
                <a:cubicBezTo>
                  <a:pt x="744305" y="1629827"/>
                  <a:pt x="687616" y="1628554"/>
                  <a:pt x="630955" y="1626600"/>
                </a:cubicBezTo>
                <a:cubicBezTo>
                  <a:pt x="611416" y="1624646"/>
                  <a:pt x="591639" y="1624357"/>
                  <a:pt x="572339" y="1620738"/>
                </a:cubicBezTo>
                <a:cubicBezTo>
                  <a:pt x="560194" y="1618461"/>
                  <a:pt x="488808" y="1601528"/>
                  <a:pt x="477085" y="1597620"/>
                </a:cubicBezTo>
                <a:cubicBezTo>
                  <a:pt x="390139" y="1573197"/>
                  <a:pt x="193266" y="1496377"/>
                  <a:pt x="119310" y="1468046"/>
                </a:cubicBezTo>
                <a:cubicBezTo>
                  <a:pt x="114003" y="1461678"/>
                  <a:pt x="94546" y="1424022"/>
                  <a:pt x="88685" y="1418160"/>
                </a:cubicBezTo>
                <a:cubicBezTo>
                  <a:pt x="77483" y="1396841"/>
                  <a:pt x="61997" y="1384253"/>
                  <a:pt x="52096" y="1340132"/>
                </a:cubicBezTo>
                <a:cubicBezTo>
                  <a:pt x="43520" y="1245807"/>
                  <a:pt x="0" y="1294619"/>
                  <a:pt x="9632" y="1169400"/>
                </a:cubicBezTo>
                <a:cubicBezTo>
                  <a:pt x="10106" y="1163240"/>
                  <a:pt x="13539" y="1157677"/>
                  <a:pt x="15493" y="1151815"/>
                </a:cubicBezTo>
                <a:cubicBezTo>
                  <a:pt x="17447" y="1134230"/>
                  <a:pt x="18446" y="1116513"/>
                  <a:pt x="21355" y="1099061"/>
                </a:cubicBezTo>
                <a:cubicBezTo>
                  <a:pt x="22371" y="1092967"/>
                  <a:pt x="25876" y="1087508"/>
                  <a:pt x="27216" y="1081477"/>
                </a:cubicBezTo>
                <a:cubicBezTo>
                  <a:pt x="29794" y="1069875"/>
                  <a:pt x="30500" y="1057909"/>
                  <a:pt x="33078" y="1046307"/>
                </a:cubicBezTo>
                <a:cubicBezTo>
                  <a:pt x="37308" y="1027272"/>
                  <a:pt x="42390" y="1024577"/>
                  <a:pt x="50662" y="1005277"/>
                </a:cubicBezTo>
                <a:cubicBezTo>
                  <a:pt x="64837" y="972203"/>
                  <a:pt x="47509" y="1003917"/>
                  <a:pt x="62385" y="964246"/>
                </a:cubicBezTo>
                <a:cubicBezTo>
                  <a:pt x="65453" y="956065"/>
                  <a:pt x="70666" y="948831"/>
                  <a:pt x="74108" y="940800"/>
                </a:cubicBezTo>
                <a:cubicBezTo>
                  <a:pt x="80131" y="926747"/>
                  <a:pt x="81583" y="914640"/>
                  <a:pt x="85832" y="899769"/>
                </a:cubicBezTo>
                <a:cubicBezTo>
                  <a:pt x="87529" y="893828"/>
                  <a:pt x="90194" y="888178"/>
                  <a:pt x="91693" y="882184"/>
                </a:cubicBezTo>
                <a:cubicBezTo>
                  <a:pt x="94109" y="872519"/>
                  <a:pt x="95139" y="862542"/>
                  <a:pt x="97555" y="852877"/>
                </a:cubicBezTo>
                <a:cubicBezTo>
                  <a:pt x="99054" y="846883"/>
                  <a:pt x="101719" y="841233"/>
                  <a:pt x="103416" y="835292"/>
                </a:cubicBezTo>
                <a:cubicBezTo>
                  <a:pt x="105629" y="827546"/>
                  <a:pt x="100618" y="780525"/>
                  <a:pt x="102366" y="772661"/>
                </a:cubicBezTo>
                <a:cubicBezTo>
                  <a:pt x="104527" y="762935"/>
                  <a:pt x="80797" y="670800"/>
                  <a:pt x="83418" y="661188"/>
                </a:cubicBezTo>
                <a:cubicBezTo>
                  <a:pt x="72069" y="612710"/>
                  <a:pt x="44156" y="529778"/>
                  <a:pt x="34270" y="481795"/>
                </a:cubicBezTo>
                <a:close/>
              </a:path>
            </a:pathLst>
          </a:cu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6" name="Line 42"/>
          <p:cNvSpPr>
            <a:spLocks noChangeShapeType="1"/>
          </p:cNvSpPr>
          <p:nvPr/>
        </p:nvSpPr>
        <p:spPr bwMode="auto">
          <a:xfrm>
            <a:off x="3343311" y="1700144"/>
            <a:ext cx="689447" cy="839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8"/>
          <p:cNvSpPr>
            <a:spLocks noChangeShapeType="1"/>
          </p:cNvSpPr>
          <p:nvPr/>
        </p:nvSpPr>
        <p:spPr bwMode="auto">
          <a:xfrm flipV="1">
            <a:off x="3343311" y="2325232"/>
            <a:ext cx="1666163" cy="5037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5"/>
          <p:cNvSpPr>
            <a:spLocks noChangeShapeType="1"/>
          </p:cNvSpPr>
          <p:nvPr/>
        </p:nvSpPr>
        <p:spPr bwMode="auto">
          <a:xfrm flipH="1">
            <a:off x="1810642" y="2375611"/>
            <a:ext cx="611715" cy="8583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Line 16"/>
          <p:cNvSpPr>
            <a:spLocks noChangeShapeType="1"/>
          </p:cNvSpPr>
          <p:nvPr/>
        </p:nvSpPr>
        <p:spPr bwMode="auto">
          <a:xfrm>
            <a:off x="2576131" y="2375611"/>
            <a:ext cx="0"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0" name="Line 17"/>
          <p:cNvSpPr>
            <a:spLocks noChangeShapeType="1"/>
          </p:cNvSpPr>
          <p:nvPr/>
        </p:nvSpPr>
        <p:spPr bwMode="auto">
          <a:xfrm flipH="1">
            <a:off x="4017549" y="2375611"/>
            <a:ext cx="934471"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1" name="Line 18"/>
          <p:cNvSpPr>
            <a:spLocks noChangeShapeType="1"/>
          </p:cNvSpPr>
          <p:nvPr/>
        </p:nvSpPr>
        <p:spPr bwMode="auto">
          <a:xfrm flipH="1">
            <a:off x="4783038" y="2375611"/>
            <a:ext cx="246714"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2" name="Line 19"/>
          <p:cNvSpPr>
            <a:spLocks noChangeShapeType="1"/>
          </p:cNvSpPr>
          <p:nvPr/>
        </p:nvSpPr>
        <p:spPr bwMode="auto">
          <a:xfrm>
            <a:off x="5029752" y="2375611"/>
            <a:ext cx="613405" cy="5933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3" name="Line 20"/>
          <p:cNvSpPr>
            <a:spLocks noChangeShapeType="1"/>
          </p:cNvSpPr>
          <p:nvPr/>
        </p:nvSpPr>
        <p:spPr bwMode="auto">
          <a:xfrm>
            <a:off x="5105793" y="2375611"/>
            <a:ext cx="843221" cy="3396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4" name="Line 23"/>
          <p:cNvSpPr>
            <a:spLocks noChangeShapeType="1"/>
          </p:cNvSpPr>
          <p:nvPr/>
        </p:nvSpPr>
        <p:spPr bwMode="auto">
          <a:xfrm flipH="1">
            <a:off x="3265579" y="1614311"/>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55"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79137" y="2121844"/>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31107" y="262937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 name="Picture 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74174" y="2881279"/>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53222" y="2629378"/>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 name="Picture 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87733" y="262937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95240" y="2375611"/>
            <a:ext cx="474841" cy="50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Line 21"/>
          <p:cNvSpPr>
            <a:spLocks noChangeShapeType="1"/>
          </p:cNvSpPr>
          <p:nvPr/>
        </p:nvSpPr>
        <p:spPr bwMode="auto">
          <a:xfrm>
            <a:off x="6317396" y="2799179"/>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6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35763" y="2207677"/>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3"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49168" y="1360544"/>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 Box 27"/>
          <p:cNvSpPr txBox="1">
            <a:spLocks noChangeArrowheads="1"/>
          </p:cNvSpPr>
          <p:nvPr/>
        </p:nvSpPr>
        <p:spPr bwMode="auto">
          <a:xfrm>
            <a:off x="4919833" y="1265382"/>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1</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(A, B, C)</a:t>
            </a:r>
          </a:p>
        </p:txBody>
      </p:sp>
      <p:sp>
        <p:nvSpPr>
          <p:cNvPr id="66" name="Text Box 32"/>
          <p:cNvSpPr txBox="1">
            <a:spLocks noChangeArrowheads="1"/>
          </p:cNvSpPr>
          <p:nvPr/>
        </p:nvSpPr>
        <p:spPr bwMode="auto">
          <a:xfrm>
            <a:off x="4071855" y="1530345"/>
            <a:ext cx="348270"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A</a:t>
            </a:r>
          </a:p>
        </p:txBody>
      </p:sp>
      <p:sp>
        <p:nvSpPr>
          <p:cNvPr id="67" name="Text Box 33"/>
          <p:cNvSpPr txBox="1">
            <a:spLocks noChangeArrowheads="1"/>
          </p:cNvSpPr>
          <p:nvPr/>
        </p:nvSpPr>
        <p:spPr bwMode="auto">
          <a:xfrm>
            <a:off x="3576389" y="2567708"/>
            <a:ext cx="335078"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a:t>
            </a:r>
          </a:p>
        </p:txBody>
      </p:sp>
      <p:sp>
        <p:nvSpPr>
          <p:cNvPr id="68" name="Text Box 34"/>
          <p:cNvSpPr txBox="1">
            <a:spLocks noChangeArrowheads="1"/>
          </p:cNvSpPr>
          <p:nvPr/>
        </p:nvSpPr>
        <p:spPr bwMode="auto">
          <a:xfrm>
            <a:off x="4367342" y="2560339"/>
            <a:ext cx="331779"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C</a:t>
            </a:r>
          </a:p>
        </p:txBody>
      </p:sp>
      <p:sp>
        <p:nvSpPr>
          <p:cNvPr id="69" name="Text Box 35"/>
          <p:cNvSpPr txBox="1">
            <a:spLocks noChangeArrowheads="1"/>
          </p:cNvSpPr>
          <p:nvPr/>
        </p:nvSpPr>
        <p:spPr bwMode="auto">
          <a:xfrm>
            <a:off x="5213942" y="2827167"/>
            <a:ext cx="35651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D</a:t>
            </a:r>
          </a:p>
        </p:txBody>
      </p:sp>
      <p:sp>
        <p:nvSpPr>
          <p:cNvPr id="70" name="Text Box 36"/>
          <p:cNvSpPr txBox="1">
            <a:spLocks noChangeArrowheads="1"/>
          </p:cNvSpPr>
          <p:nvPr/>
        </p:nvSpPr>
        <p:spPr bwMode="auto">
          <a:xfrm>
            <a:off x="5565424" y="2291645"/>
            <a:ext cx="31034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a:t>
            </a:r>
          </a:p>
        </p:txBody>
      </p:sp>
      <p:sp>
        <p:nvSpPr>
          <p:cNvPr id="71" name="Text Box 37"/>
          <p:cNvSpPr txBox="1">
            <a:spLocks noChangeArrowheads="1"/>
          </p:cNvSpPr>
          <p:nvPr/>
        </p:nvSpPr>
        <p:spPr bwMode="auto">
          <a:xfrm>
            <a:off x="1372747" y="2084058"/>
            <a:ext cx="35156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G</a:t>
            </a:r>
          </a:p>
        </p:txBody>
      </p:sp>
      <p:sp>
        <p:nvSpPr>
          <p:cNvPr id="72" name="Text Box 38"/>
          <p:cNvSpPr txBox="1">
            <a:spLocks noChangeArrowheads="1"/>
          </p:cNvSpPr>
          <p:nvPr/>
        </p:nvSpPr>
        <p:spPr bwMode="auto">
          <a:xfrm>
            <a:off x="2116501" y="2558472"/>
            <a:ext cx="30704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F</a:t>
            </a:r>
          </a:p>
        </p:txBody>
      </p:sp>
      <p:sp>
        <p:nvSpPr>
          <p:cNvPr id="73" name="Text Box 39"/>
          <p:cNvSpPr txBox="1">
            <a:spLocks noChangeArrowheads="1"/>
          </p:cNvSpPr>
          <p:nvPr/>
        </p:nvSpPr>
        <p:spPr bwMode="auto">
          <a:xfrm>
            <a:off x="3192064" y="1251042"/>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1</a:t>
            </a:r>
          </a:p>
        </p:txBody>
      </p:sp>
      <p:sp>
        <p:nvSpPr>
          <p:cNvPr id="74" name="Text Box 41"/>
          <p:cNvSpPr txBox="1">
            <a:spLocks noChangeArrowheads="1"/>
          </p:cNvSpPr>
          <p:nvPr/>
        </p:nvSpPr>
        <p:spPr bwMode="auto">
          <a:xfrm>
            <a:off x="2056932" y="1828894"/>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3</a:t>
            </a:r>
          </a:p>
        </p:txBody>
      </p:sp>
      <p:sp>
        <p:nvSpPr>
          <p:cNvPr id="75" name="Text Box 43"/>
          <p:cNvSpPr txBox="1">
            <a:spLocks noChangeArrowheads="1"/>
          </p:cNvSpPr>
          <p:nvPr/>
        </p:nvSpPr>
        <p:spPr bwMode="auto">
          <a:xfrm>
            <a:off x="3003656" y="1960719"/>
            <a:ext cx="33672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990099"/>
                </a:solidFill>
                <a:latin typeface="微软雅黑" panose="020B0503020204020204" pitchFamily="34" charset="-122"/>
                <a:ea typeface="微软雅黑" panose="020B0503020204020204" pitchFamily="34" charset="-122"/>
              </a:rPr>
              <a:t>R</a:t>
            </a:r>
            <a:endParaRPr lang="en-US" altLang="zh-CN" sz="1600" b="1" baseline="-25000" dirty="0">
              <a:solidFill>
                <a:srgbClr val="990099"/>
              </a:solidFill>
              <a:latin typeface="微软雅黑" panose="020B0503020204020204" pitchFamily="34" charset="-122"/>
              <a:ea typeface="微软雅黑" panose="020B0503020204020204" pitchFamily="34" charset="-122"/>
            </a:endParaRPr>
          </a:p>
        </p:txBody>
      </p:sp>
      <p:cxnSp>
        <p:nvCxnSpPr>
          <p:cNvPr id="76" name="直接箭头连接符 75"/>
          <p:cNvCxnSpPr/>
          <p:nvPr/>
        </p:nvCxnSpPr>
        <p:spPr>
          <a:xfrm flipH="1">
            <a:off x="4421417" y="1640434"/>
            <a:ext cx="618475" cy="361991"/>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7112" y="2246863"/>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46316" y="2207677"/>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59421" y="155273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216626" y="2009327"/>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2</a:t>
            </a:r>
          </a:p>
        </p:txBody>
      </p:sp>
      <p:cxnSp>
        <p:nvCxnSpPr>
          <p:cNvPr id="93" name="直接箭头连接符 92"/>
          <p:cNvCxnSpPr/>
          <p:nvPr/>
        </p:nvCxnSpPr>
        <p:spPr>
          <a:xfrm flipH="1">
            <a:off x="6266701" y="1978168"/>
            <a:ext cx="476530" cy="584036"/>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94" name="椭圆 93"/>
          <p:cNvSpPr/>
          <p:nvPr/>
        </p:nvSpPr>
        <p:spPr>
          <a:xfrm rot="1662349">
            <a:off x="1323974" y="1858749"/>
            <a:ext cx="1769243" cy="143863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5" name="椭圆 94"/>
          <p:cNvSpPr/>
          <p:nvPr/>
        </p:nvSpPr>
        <p:spPr>
          <a:xfrm>
            <a:off x="2729905" y="1276578"/>
            <a:ext cx="1762483" cy="761300"/>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8" name="椭圆 97"/>
          <p:cNvSpPr/>
          <p:nvPr/>
        </p:nvSpPr>
        <p:spPr>
          <a:xfrm>
            <a:off x="3495394" y="2037878"/>
            <a:ext cx="3296840" cy="1490879"/>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112" name="Text Box 27"/>
          <p:cNvSpPr txBox="1">
            <a:spLocks noChangeArrowheads="1"/>
          </p:cNvSpPr>
          <p:nvPr/>
        </p:nvSpPr>
        <p:spPr bwMode="auto">
          <a:xfrm>
            <a:off x="6509908" y="1569415"/>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2</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(D, E, F)</a:t>
            </a:r>
          </a:p>
        </p:txBody>
      </p:sp>
      <p:sp>
        <p:nvSpPr>
          <p:cNvPr id="7" name="矩形 6"/>
          <p:cNvSpPr/>
          <p:nvPr/>
        </p:nvSpPr>
        <p:spPr>
          <a:xfrm>
            <a:off x="1579733" y="3968371"/>
            <a:ext cx="6002874" cy="707886"/>
          </a:xfrm>
          <a:prstGeom prst="rect">
            <a:avLst/>
          </a:prstGeom>
        </p:spPr>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路由器 </a:t>
            </a:r>
            <a:r>
              <a:rPr lang="en-US" altLang="zh-CN" b="1" dirty="0">
                <a:latin typeface="微软雅黑" panose="020B0503020204020204" pitchFamily="34" charset="-122"/>
                <a:ea typeface="微软雅黑" panose="020B0503020204020204" pitchFamily="34" charset="-122"/>
              </a:rPr>
              <a:t>R </a:t>
            </a:r>
            <a:r>
              <a:rPr lang="zh-CN" altLang="en-US" b="1" dirty="0">
                <a:latin typeface="微软雅黑" panose="020B0503020204020204" pitchFamily="34" charset="-122"/>
                <a:ea typeface="微软雅黑" panose="020B0503020204020204" pitchFamily="34" charset="-122"/>
              </a:rPr>
              <a:t>不应当向网络 </a:t>
            </a:r>
            <a:r>
              <a:rPr lang="en-US" altLang="zh-CN" b="1" dirty="0">
                <a:latin typeface="微软雅黑" panose="020B0503020204020204" pitchFamily="34" charset="-122"/>
                <a:ea typeface="微软雅黑" panose="020B0503020204020204" pitchFamily="34" charset="-122"/>
              </a:rPr>
              <a:t>N</a:t>
            </a:r>
            <a:r>
              <a:rPr lang="en-US" altLang="zh-CN" b="1" baseline="-25000" dirty="0">
                <a:latin typeface="微软雅黑" panose="020B0503020204020204" pitchFamily="34" charset="-122"/>
                <a:ea typeface="微软雅黑" panose="020B0503020204020204" pitchFamily="34" charset="-122"/>
              </a:rPr>
              <a:t>3</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转发多播组 </a:t>
            </a:r>
            <a:r>
              <a:rPr lang="en-US" altLang="zh-CN" b="1" dirty="0">
                <a:latin typeface="微软雅黑" panose="020B0503020204020204" pitchFamily="34" charset="-122"/>
                <a:ea typeface="微软雅黑" panose="020B0503020204020204" pitchFamily="34" charset="-122"/>
              </a:rPr>
              <a:t>M</a:t>
            </a:r>
            <a:r>
              <a:rPr lang="en-US" altLang="zh-CN" b="1" baseline="-25000" dirty="0">
                <a:latin typeface="微软雅黑" panose="020B0503020204020204" pitchFamily="34" charset="-122"/>
                <a:ea typeface="微软雅黑" panose="020B0503020204020204" pitchFamily="34" charset="-122"/>
              </a:rPr>
              <a:t>1</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的分组，因为网络 </a:t>
            </a:r>
            <a:r>
              <a:rPr lang="en-US" altLang="zh-CN" b="1" dirty="0">
                <a:latin typeface="微软雅黑" panose="020B0503020204020204" pitchFamily="34" charset="-122"/>
                <a:ea typeface="微软雅黑" panose="020B0503020204020204" pitchFamily="34" charset="-122"/>
              </a:rPr>
              <a:t>N</a:t>
            </a:r>
            <a:r>
              <a:rPr lang="en-US" altLang="zh-CN" b="1" baseline="-25000" dirty="0">
                <a:latin typeface="微软雅黑" panose="020B0503020204020204" pitchFamily="34" charset="-122"/>
                <a:ea typeface="微软雅黑" panose="020B0503020204020204" pitchFamily="34" charset="-122"/>
              </a:rPr>
              <a:t>3</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上没有多播组 </a:t>
            </a:r>
            <a:r>
              <a:rPr lang="en-US" altLang="zh-CN" b="1" dirty="0">
                <a:latin typeface="微软雅黑" panose="020B0503020204020204" pitchFamily="34" charset="-122"/>
                <a:ea typeface="微软雅黑" panose="020B0503020204020204" pitchFamily="34" charset="-122"/>
              </a:rPr>
              <a:t>M</a:t>
            </a:r>
            <a:r>
              <a:rPr lang="en-US" altLang="zh-CN" b="1" baseline="-25000" dirty="0">
                <a:latin typeface="微软雅黑" panose="020B0503020204020204" pitchFamily="34" charset="-122"/>
                <a:ea typeface="微软雅黑" panose="020B0503020204020204" pitchFamily="34" charset="-122"/>
              </a:rPr>
              <a:t>1</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的成员。</a:t>
            </a: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2968067"/>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b="1" dirty="0">
                <a:solidFill>
                  <a:srgbClr val="0000FF"/>
                </a:solidFill>
                <a:latin typeface="微软雅黑" panose="020B0503020204020204" pitchFamily="34" charset="-122"/>
                <a:ea typeface="微软雅黑" panose="020B0503020204020204" pitchFamily="34" charset="-122"/>
              </a:rPr>
              <a:t>R</a:t>
            </a:r>
            <a:r>
              <a:rPr lang="en-US" altLang="zh-CN" sz="1400" b="1" baseline="-25000" dirty="0">
                <a:solidFill>
                  <a:srgbClr val="0000FF"/>
                </a:solidFill>
                <a:latin typeface="微软雅黑" panose="020B0503020204020204" pitchFamily="34" charset="-122"/>
                <a:ea typeface="微软雅黑" panose="020B0503020204020204" pitchFamily="34" charset="-122"/>
              </a:rPr>
              <a:t>0</a:t>
            </a:r>
            <a:r>
              <a:rPr lang="en-US" altLang="zh-CN" sz="1400" b="1" dirty="0">
                <a:solidFill>
                  <a:srgbClr val="0000FF"/>
                </a:solidFill>
                <a:latin typeface="微软雅黑" panose="020B0503020204020204" pitchFamily="34" charset="-122"/>
                <a:ea typeface="微软雅黑" panose="020B0503020204020204" pitchFamily="34" charset="-122"/>
              </a:rPr>
              <a:t> </a:t>
            </a:r>
            <a:r>
              <a:rPr lang="zh-CN" altLang="en-US" sz="1400" b="1" dirty="0">
                <a:solidFill>
                  <a:srgbClr val="0000FF"/>
                </a:solidFill>
                <a:latin typeface="微软雅黑" panose="020B0503020204020204" pitchFamily="34" charset="-122"/>
                <a:ea typeface="微软雅黑" panose="020B0503020204020204" pitchFamily="34" charset="-122"/>
              </a:rPr>
              <a:t>单播路由表</a:t>
            </a:r>
            <a:endParaRPr lang="en-US" altLang="zh-CN" sz="1400" b="1" dirty="0">
              <a:solidFill>
                <a:srgbClr val="0000FF"/>
              </a:solidFill>
              <a:latin typeface="微软雅黑" panose="020B0503020204020204" pitchFamily="34" charset="-122"/>
              <a:ea typeface="微软雅黑" panose="020B0503020204020204" pitchFamily="34" charset="-122"/>
            </a:endParaRPr>
          </a:p>
        </p:txBody>
      </p:sp>
      <p:grpSp>
        <p:nvGrpSpPr>
          <p:cNvPr id="13" name="Group 12"/>
          <p:cNvGrpSpPr>
            <a:grpSpLocks/>
          </p:cNvGrpSpPr>
          <p:nvPr/>
        </p:nvGrpSpPr>
        <p:grpSpPr bwMode="auto">
          <a:xfrm>
            <a:off x="1063036" y="3646724"/>
            <a:ext cx="2169040" cy="586243"/>
            <a:chOff x="2299" y="2980"/>
            <a:chExt cx="2294" cy="328"/>
          </a:xfrm>
        </p:grpSpPr>
        <p:sp>
          <p:nvSpPr>
            <p:cNvPr id="14" name="Rectangle 13"/>
            <p:cNvSpPr>
              <a:spLocks noChangeArrowheads="1"/>
            </p:cNvSpPr>
            <p:nvPr/>
          </p:nvSpPr>
          <p:spPr bwMode="auto">
            <a:xfrm>
              <a:off x="2299" y="2980"/>
              <a:ext cx="1827"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600" b="1" dirty="0">
                  <a:latin typeface="微软雅黑" panose="020B0503020204020204" pitchFamily="34" charset="-122"/>
                  <a:ea typeface="微软雅黑" panose="020B0503020204020204" pitchFamily="34" charset="-122"/>
                </a:rPr>
                <a:t>经最短路径传送来的，</a:t>
              </a:r>
              <a:r>
                <a:rPr lang="zh-CN" altLang="en-US" sz="1600" b="1" dirty="0">
                  <a:solidFill>
                    <a:srgbClr val="C00000"/>
                  </a:solidFill>
                  <a:latin typeface="微软雅黑" panose="020B0503020204020204" pitchFamily="34" charset="-122"/>
                  <a:ea typeface="微软雅黑" panose="020B0503020204020204" pitchFamily="34" charset="-122"/>
                </a:rPr>
                <a:t>转发！</a:t>
              </a:r>
              <a:endParaRPr lang="en-US" altLang="zh-CN" sz="1600" b="1" dirty="0">
                <a:solidFill>
                  <a:srgbClr val="C00000"/>
                </a:solidFill>
                <a:latin typeface="微软雅黑" panose="020B0503020204020204" pitchFamily="34" charset="-122"/>
                <a:ea typeface="微软雅黑" panose="020B0503020204020204"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276069"/>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612434"/>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158079"/>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709310" y="1347317"/>
            <a:ext cx="1972793" cy="1084653"/>
            <a:chOff x="1768" y="1467"/>
            <a:chExt cx="1104" cy="608"/>
          </a:xfrm>
        </p:grpSpPr>
        <p:sp>
          <p:nvSpPr>
            <p:cNvPr id="27" name="Rectangle 26"/>
            <p:cNvSpPr>
              <a:spLocks noChangeArrowheads="1"/>
            </p:cNvSpPr>
            <p:nvPr/>
          </p:nvSpPr>
          <p:spPr bwMode="auto">
            <a:xfrm>
              <a:off x="1768" y="1548"/>
              <a:ext cx="1104"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多播数据报</a:t>
              </a:r>
              <a:endParaRPr lang="en-US" altLang="zh-CN" sz="1600" b="1" dirty="0">
                <a:latin typeface="微软雅黑" panose="020B0503020204020204" pitchFamily="34" charset="-122"/>
                <a:ea typeface="微软雅黑" panose="020B0503020204020204" pitchFamily="34" charset="-122"/>
              </a:endParaRPr>
            </a:p>
            <a:p>
              <a:pPr algn="ctr" defTabSz="904875" eaLnBrk="0" hangingPunct="0"/>
              <a:r>
                <a:rPr lang="zh-CN" altLang="en-US" sz="1600" b="1" dirty="0">
                  <a:latin typeface="微软雅黑" panose="020B0503020204020204" pitchFamily="34" charset="-122"/>
                  <a:ea typeface="微软雅黑" panose="020B0503020204020204" pitchFamily="34" charset="-122"/>
                </a:rPr>
                <a:t>来自</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C00CC"/>
                  </a:solidFill>
                  <a:latin typeface="微软雅黑" panose="020B0503020204020204" pitchFamily="34" charset="-122"/>
                  <a:ea typeface="微软雅黑" panose="020B0503020204020204"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135778"/>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432733"/>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692644"/>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692643"/>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432733"/>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150964"/>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150964"/>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467950370"/>
              </p:ext>
            </p:extLst>
          </p:nvPr>
        </p:nvGraphicFramePr>
        <p:xfrm>
          <a:off x="3106724" y="3265911"/>
          <a:ext cx="2208519" cy="121920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400" b="1" dirty="0">
                          <a:latin typeface="微软雅黑" panose="020B0503020204020204" pitchFamily="34" charset="-122"/>
                          <a:ea typeface="微软雅黑" panose="020B0503020204020204"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400" b="1" dirty="0">
                          <a:latin typeface="微软雅黑" panose="020B0503020204020204" pitchFamily="34" charset="-122"/>
                          <a:ea typeface="微软雅黑" panose="020B0503020204020204"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400" b="1" dirty="0">
                          <a:solidFill>
                            <a:schemeClr val="tx1"/>
                          </a:solidFill>
                        </a:rPr>
                        <a:t>151.10.0.0/16</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R</a:t>
                      </a:r>
                      <a:r>
                        <a:rPr lang="en-US" altLang="zh-CN" sz="1400" b="1" baseline="-25000" dirty="0">
                          <a:solidFill>
                            <a:srgbClr val="C00000"/>
                          </a:solidFill>
                          <a:latin typeface="微软雅黑" panose="020B0503020204020204" pitchFamily="34" charset="-122"/>
                          <a:ea typeface="微软雅黑" panose="020B0503020204020204" pitchFamily="34" charset="-122"/>
                        </a:rPr>
                        <a:t>1</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zh-CN" altLang="en-US" sz="1400" b="1" dirty="0">
                        <a:solidFill>
                          <a:srgbClr val="C00000"/>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400" b="1" dirty="0">
                          <a:solidFill>
                            <a:schemeClr val="tx1"/>
                          </a:solidFill>
                        </a:rPr>
                        <a:t>198.14.32.0/24</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latin typeface="微软雅黑" panose="020B0503020204020204" pitchFamily="34" charset="-122"/>
                          <a:ea typeface="微软雅黑" panose="020B0503020204020204" pitchFamily="34" charset="-122"/>
                        </a:rPr>
                        <a:t>R</a:t>
                      </a:r>
                      <a:r>
                        <a:rPr lang="en-US" altLang="zh-CN" sz="1400" b="1" kern="1200" baseline="-25000" dirty="0">
                          <a:solidFill>
                            <a:schemeClr val="tx1"/>
                          </a:solidFill>
                          <a:latin typeface="微软雅黑" panose="020B0503020204020204" pitchFamily="34" charset="-122"/>
                          <a:ea typeface="微软雅黑" panose="020B0503020204020204" pitchFamily="34" charset="-122"/>
                          <a:cs typeface="+mn-cs"/>
                        </a:rPr>
                        <a:t>2</a:t>
                      </a:r>
                      <a:r>
                        <a:rPr lang="en-US" altLang="zh-CN" sz="1400" b="1" dirty="0">
                          <a:latin typeface="微软雅黑" panose="020B0503020204020204" pitchFamily="34" charset="-122"/>
                          <a:ea typeface="微软雅黑" panose="020B0503020204020204" pitchFamily="34" charset="-122"/>
                        </a:rPr>
                        <a:t> </a:t>
                      </a:r>
                      <a:endParaRPr lang="zh-CN" altLang="en-US" sz="1400" b="1" dirty="0">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400" b="1" dirty="0">
                          <a:solidFill>
                            <a:schemeClr val="tx1"/>
                          </a:solidFill>
                        </a:rPr>
                        <a:t>204.1.16.0/24</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latin typeface="微软雅黑" panose="020B0503020204020204" pitchFamily="34" charset="-122"/>
                          <a:ea typeface="微软雅黑" panose="020B0503020204020204" pitchFamily="34" charset="-122"/>
                        </a:rPr>
                        <a:t>R</a:t>
                      </a:r>
                      <a:r>
                        <a:rPr lang="en-US" altLang="zh-CN" sz="1400" b="1" kern="1200" baseline="-25000" dirty="0">
                          <a:solidFill>
                            <a:schemeClr val="tx1"/>
                          </a:solidFill>
                          <a:latin typeface="微软雅黑" panose="020B0503020204020204" pitchFamily="34" charset="-122"/>
                          <a:ea typeface="微软雅黑" panose="020B0503020204020204" pitchFamily="34" charset="-122"/>
                          <a:cs typeface="+mn-cs"/>
                        </a:rPr>
                        <a:t>2</a:t>
                      </a:r>
                      <a:r>
                        <a:rPr lang="en-US" altLang="zh-CN" sz="1400" b="1" dirty="0">
                          <a:latin typeface="微软雅黑" panose="020B0503020204020204" pitchFamily="34" charset="-122"/>
                          <a:ea typeface="微软雅黑" panose="020B0503020204020204" pitchFamily="34" charset="-122"/>
                        </a:rPr>
                        <a:t> </a:t>
                      </a:r>
                      <a:endParaRPr lang="zh-CN" altLang="en-US" sz="1400" b="1" dirty="0">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554872"/>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502291" y="1551200"/>
            <a:ext cx="1972792" cy="995454"/>
            <a:chOff x="1858" y="1528"/>
            <a:chExt cx="1104" cy="558"/>
          </a:xfrm>
        </p:grpSpPr>
        <p:sp>
          <p:nvSpPr>
            <p:cNvPr id="50" name="Rectangle 26"/>
            <p:cNvSpPr>
              <a:spLocks noChangeArrowheads="1"/>
            </p:cNvSpPr>
            <p:nvPr/>
          </p:nvSpPr>
          <p:spPr bwMode="auto">
            <a:xfrm>
              <a:off x="1858" y="1528"/>
              <a:ext cx="1104"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多播数据报</a:t>
              </a:r>
              <a:endParaRPr lang="en-US" altLang="zh-CN" sz="1600" b="1" dirty="0">
                <a:latin typeface="微软雅黑" panose="020B0503020204020204" pitchFamily="34" charset="-122"/>
                <a:ea typeface="微软雅黑" panose="020B0503020204020204" pitchFamily="34" charset="-122"/>
              </a:endParaRPr>
            </a:p>
            <a:p>
              <a:pPr algn="ctr" defTabSz="904875" eaLnBrk="0" hangingPunct="0"/>
              <a:r>
                <a:rPr lang="zh-CN" altLang="en-US" sz="1600" b="1" dirty="0">
                  <a:latin typeface="微软雅黑" panose="020B0503020204020204" pitchFamily="34" charset="-122"/>
                  <a:ea typeface="微软雅黑" panose="020B0503020204020204" pitchFamily="34" charset="-122"/>
                </a:rPr>
                <a:t>来自</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C00CC"/>
                  </a:solidFill>
                  <a:latin typeface="微软雅黑" panose="020B0503020204020204" pitchFamily="34" charset="-122"/>
                  <a:ea typeface="微软雅黑" panose="020B0503020204020204"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135778"/>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646724"/>
            <a:ext cx="2392185" cy="586243"/>
            <a:chOff x="1457" y="2980"/>
            <a:chExt cx="2530" cy="328"/>
          </a:xfrm>
        </p:grpSpPr>
        <p:sp>
          <p:nvSpPr>
            <p:cNvPr id="64" name="Rectangle 13"/>
            <p:cNvSpPr>
              <a:spLocks noChangeArrowheads="1"/>
            </p:cNvSpPr>
            <p:nvPr/>
          </p:nvSpPr>
          <p:spPr bwMode="auto">
            <a:xfrm>
              <a:off x="2032" y="2980"/>
              <a:ext cx="1955"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600" b="1" dirty="0">
                  <a:latin typeface="微软雅黑" panose="020B0503020204020204" pitchFamily="34" charset="-122"/>
                  <a:ea typeface="微软雅黑" panose="020B0503020204020204" pitchFamily="34" charset="-122"/>
                </a:rPr>
                <a:t>不是经最短路径传送来的，</a:t>
              </a:r>
              <a:r>
                <a:rPr lang="zh-CN" altLang="en-US" sz="1600" b="1" dirty="0">
                  <a:solidFill>
                    <a:srgbClr val="C00000"/>
                  </a:solidFill>
                  <a:latin typeface="微软雅黑" panose="020B0503020204020204" pitchFamily="34" charset="-122"/>
                  <a:ea typeface="微软雅黑" panose="020B0503020204020204" pitchFamily="34" charset="-122"/>
                </a:rPr>
                <a:t>丢弃！</a:t>
              </a:r>
              <a:endParaRPr lang="en-US" altLang="zh-CN" sz="1600" b="1" dirty="0">
                <a:solidFill>
                  <a:srgbClr val="C00000"/>
                </a:solidFill>
                <a:latin typeface="微软雅黑" panose="020B0503020204020204" pitchFamily="34" charset="-122"/>
                <a:ea typeface="微软雅黑" panose="020B0503020204020204"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037978"/>
            <a:ext cx="2031707" cy="584775"/>
          </a:xfrm>
          <a:prstGeom prst="rect">
            <a:avLst/>
          </a:prstGeom>
          <a:solidFill>
            <a:srgbClr val="0000FF"/>
          </a:solidFill>
        </p:spPr>
        <p:txBody>
          <a:bodyPr wrap="square">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的要点：检查，转发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b="1" dirty="0"/>
                <a:t>Source</a:t>
              </a:r>
              <a:br>
                <a:rPr lang="en-US" altLang="zh-CN" sz="1400" b="1" dirty="0"/>
              </a:br>
              <a:r>
                <a:rPr lang="en-US" altLang="zh-CN" sz="1400" b="1" dirty="0"/>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b="1" dirty="0">
                  <a:latin typeface="微软雅黑" panose="020B0503020204020204" pitchFamily="34" charset="-122"/>
                  <a:ea typeface="微软雅黑" panose="020B0503020204020204" pitchFamily="34" charset="-122"/>
                </a:rPr>
                <a:t>多播转发树</a:t>
              </a:r>
              <a:endParaRPr lang="en-US" altLang="zh-CN" sz="1400" b="1"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b="1" dirty="0">
                  <a:latin typeface="微软雅黑" panose="020B0503020204020204" pitchFamily="34" charset="-122"/>
                  <a:ea typeface="微软雅黑" panose="020B0503020204020204" pitchFamily="34" charset="-122"/>
                </a:rPr>
                <a:t>多播数据报</a:t>
              </a:r>
              <a:endParaRPr lang="en-US" altLang="zh-CN" sz="1400" b="1"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b="1" dirty="0">
                  <a:solidFill>
                    <a:srgbClr val="0000FF"/>
                  </a:solidFill>
                  <a:latin typeface="微软雅黑" panose="020B0503020204020204" pitchFamily="34" charset="-122"/>
                  <a:ea typeface="微软雅黑" panose="020B0503020204020204" pitchFamily="34" charset="-122"/>
                </a:rPr>
                <a:t>不是经最短路径传送来的，</a:t>
              </a:r>
              <a:r>
                <a:rPr lang="zh-CN" altLang="en-US" sz="1400" b="1" dirty="0">
                  <a:solidFill>
                    <a:srgbClr val="990099"/>
                  </a:solidFill>
                  <a:latin typeface="微软雅黑" panose="020B0503020204020204" pitchFamily="34" charset="-122"/>
                  <a:ea typeface="微软雅黑" panose="020B0503020204020204"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panose="020B0503020204020204" pitchFamily="34" charset="-122"/>
              </a:rPr>
              <a:t>如果存在几条同样长度的最短路径，选择 </a:t>
            </a:r>
            <a:r>
              <a:rPr lang="en-US" altLang="zh-CN" sz="1400" dirty="0">
                <a:latin typeface="Montserrat" panose="00000500000000000000" pitchFamily="2" charset="0"/>
                <a:ea typeface="微软雅黑" panose="020B0503020204020204" pitchFamily="34" charset="-122"/>
              </a:rPr>
              <a:t>IP </a:t>
            </a:r>
            <a:r>
              <a:rPr lang="zh-CN" altLang="en-US" sz="1400" dirty="0">
                <a:latin typeface="Montserrat" panose="00000500000000000000" pitchFamily="2" charset="0"/>
                <a:ea typeface="微软雅黑" panose="020B0503020204020204" pitchFamily="34" charset="-122"/>
              </a:rPr>
              <a:t>地址最小的。 </a:t>
            </a:r>
          </a:p>
          <a:p>
            <a:pPr>
              <a:lnSpc>
                <a:spcPts val="2600"/>
              </a:lnSpc>
            </a:pPr>
            <a:endParaRPr lang="en-US" altLang="zh-CN" sz="1400" dirty="0">
              <a:latin typeface="Montserrat" panose="00000500000000000000" pitchFamily="2" charset="0"/>
              <a:ea typeface="微软雅黑" panose="020B0503020204020204" pitchFamily="34" charset="-122"/>
            </a:endParaRPr>
          </a:p>
          <a:p>
            <a:pPr>
              <a:lnSpc>
                <a:spcPts val="2600"/>
              </a:lnSpc>
            </a:pPr>
            <a:r>
              <a:rPr lang="zh-CN" altLang="en-US" sz="1400" dirty="0">
                <a:latin typeface="Montserrat" panose="00000500000000000000" pitchFamily="2" charset="0"/>
                <a:ea typeface="微软雅黑" panose="020B0503020204020204"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latin typeface="微软雅黑" pitchFamily="34" charset="-122"/>
                  <a:ea typeface="微软雅黑" pitchFamily="34" charset="-122"/>
                </a:rPr>
                <a:t>剪除没有</a:t>
              </a:r>
            </a:p>
            <a:p>
              <a:pPr algn="ctr"/>
              <a:r>
                <a:rPr lang="zh-CN" altLang="en-US" sz="1400" b="1" dirty="0">
                  <a:latin typeface="微软雅黑" pitchFamily="34" charset="-122"/>
                  <a:ea typeface="微软雅黑"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收到后即丢弃</a:t>
            </a:r>
          </a:p>
        </p:txBody>
      </p:sp>
      <p:sp>
        <p:nvSpPr>
          <p:cNvPr id="107" name="Text Box 126"/>
          <p:cNvSpPr txBox="1">
            <a:spLocks noChangeArrowheads="1"/>
          </p:cNvSpPr>
          <p:nvPr/>
        </p:nvSpPr>
        <p:spPr bwMode="auto">
          <a:xfrm>
            <a:off x="960303" y="2019789"/>
            <a:ext cx="1785473" cy="584775"/>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600" b="1" dirty="0">
                <a:latin typeface="微软雅黑" pitchFamily="34" charset="-122"/>
                <a:ea typeface="微软雅黑" pitchFamily="34" charset="-122"/>
              </a:rPr>
              <a:t>反向路径广播 </a:t>
            </a:r>
            <a:r>
              <a:rPr kumimoji="1" lang="en-US" altLang="zh-CN" sz="1600" b="1" dirty="0">
                <a:latin typeface="微软雅黑" pitchFamily="34" charset="-122"/>
                <a:ea typeface="微软雅黑" pitchFamily="34" charset="-122"/>
              </a:rPr>
              <a:t>RPB </a:t>
            </a:r>
            <a:r>
              <a:rPr kumimoji="1" lang="zh-CN" altLang="en-US" sz="1600" b="1" dirty="0">
                <a:latin typeface="微软雅黑" pitchFamily="34" charset="-122"/>
                <a:ea typeface="微软雅黑"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476767" cy="1305807"/>
            <a:chOff x="257860" y="4685074"/>
            <a:chExt cx="8762175"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单播 </a:t>
              </a: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6" name="Text Box 31"/>
            <p:cNvSpPr txBox="1">
              <a:spLocks noChangeArrowheads="1"/>
            </p:cNvSpPr>
            <p:nvPr/>
          </p:nvSpPr>
          <p:spPr bwMode="auto">
            <a:xfrm>
              <a:off x="5246975" y="5117122"/>
              <a:ext cx="377306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 </a:t>
              </a:r>
              <a:r>
                <a:rPr kumimoji="1" lang="en-US" altLang="zh-CN" sz="1200" b="1" dirty="0">
                  <a:solidFill>
                    <a:srgbClr val="0000FF"/>
                  </a:solidFill>
                  <a:latin typeface="微软雅黑" pitchFamily="34" charset="-122"/>
                  <a:ea typeface="微软雅黑" pitchFamily="34" charset="-122"/>
                </a:rPr>
                <a:t>N</a:t>
              </a:r>
              <a:r>
                <a:rPr kumimoji="1" lang="en-US" altLang="zh-CN" sz="1200" b="1" baseline="-25000" dirty="0">
                  <a:solidFill>
                    <a:srgbClr val="0000FF"/>
                  </a:solidFill>
                  <a:latin typeface="微软雅黑" pitchFamily="34" charset="-122"/>
                  <a:ea typeface="微软雅黑" pitchFamily="34" charset="-122"/>
                </a:rPr>
                <a:t>1</a:t>
              </a: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和网 </a:t>
              </a:r>
              <a:r>
                <a:rPr kumimoji="1" lang="en-US" altLang="zh-CN" sz="1200" b="1" dirty="0">
                  <a:solidFill>
                    <a:srgbClr val="0000FF"/>
                  </a:solidFill>
                  <a:latin typeface="微软雅黑" pitchFamily="34" charset="-122"/>
                  <a:ea typeface="微软雅黑" pitchFamily="34" charset="-122"/>
                </a:rPr>
                <a:t>N</a:t>
              </a:r>
              <a:r>
                <a:rPr kumimoji="1" lang="en-US" altLang="zh-CN" sz="1200" b="1" baseline="-25000" dirty="0">
                  <a:solidFill>
                    <a:srgbClr val="0000FF"/>
                  </a:solidFill>
                  <a:latin typeface="微软雅黑" pitchFamily="34" charset="-122"/>
                  <a:ea typeface="微软雅黑" pitchFamily="34" charset="-122"/>
                </a:rPr>
                <a:t>2</a:t>
              </a: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隧道中通行的单播 </a:t>
              </a: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66"/>
                </a:solidFill>
                <a:latin typeface="微软雅黑" pitchFamily="34" charset="-122"/>
                <a:ea typeface="微软雅黑" pitchFamily="34" charset="-122"/>
              </a:rPr>
              <a:t>网 </a:t>
            </a:r>
            <a:r>
              <a:rPr kumimoji="1" lang="en-US" altLang="zh-CN" sz="1200" b="1" dirty="0">
                <a:solidFill>
                  <a:srgbClr val="000066"/>
                </a:solidFill>
                <a:latin typeface="微软雅黑" pitchFamily="34" charset="-122"/>
                <a:ea typeface="微软雅黑" pitchFamily="34" charset="-122"/>
              </a:rPr>
              <a:t>N</a:t>
            </a:r>
            <a:r>
              <a:rPr kumimoji="1" lang="en-US" altLang="zh-CN" sz="1200" b="1" baseline="-25000" dirty="0">
                <a:solidFill>
                  <a:srgbClr val="000066"/>
                </a:solidFill>
                <a:latin typeface="微软雅黑" pitchFamily="34" charset="-122"/>
                <a:ea typeface="微软雅黑" pitchFamily="34" charset="-122"/>
              </a:rPr>
              <a:t>1</a:t>
            </a:r>
            <a:r>
              <a:rPr kumimoji="1" lang="en-US" altLang="zh-CN" sz="1200" b="1" dirty="0">
                <a:solidFill>
                  <a:srgbClr val="000066"/>
                </a:solidFill>
                <a:latin typeface="微软雅黑" pitchFamily="34" charset="-122"/>
                <a:ea typeface="微软雅黑" pitchFamily="34" charset="-122"/>
              </a:rPr>
              <a:t> </a:t>
            </a:r>
          </a:p>
          <a:p>
            <a:pPr algn="ctr"/>
            <a:r>
              <a:rPr kumimoji="1" lang="zh-CN" altLang="en-US" sz="1200" b="1" dirty="0">
                <a:solidFill>
                  <a:srgbClr val="000066"/>
                </a:solidFill>
                <a:latin typeface="微软雅黑" pitchFamily="34" charset="-122"/>
                <a:ea typeface="微软雅黑"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66"/>
                </a:solidFill>
                <a:latin typeface="微软雅黑" pitchFamily="34" charset="-122"/>
                <a:ea typeface="微软雅黑" pitchFamily="34" charset="-122"/>
              </a:rPr>
              <a:t>网 </a:t>
            </a:r>
            <a:r>
              <a:rPr kumimoji="1" lang="en-US" altLang="zh-CN" sz="1200" b="1" dirty="0">
                <a:solidFill>
                  <a:srgbClr val="000066"/>
                </a:solidFill>
                <a:latin typeface="微软雅黑" pitchFamily="34" charset="-122"/>
                <a:ea typeface="微软雅黑" pitchFamily="34" charset="-122"/>
              </a:rPr>
              <a:t>N</a:t>
            </a:r>
            <a:r>
              <a:rPr kumimoji="1" lang="en-US" altLang="zh-CN" sz="1200" b="1" baseline="-25000" dirty="0">
                <a:solidFill>
                  <a:srgbClr val="000066"/>
                </a:solidFill>
                <a:latin typeface="微软雅黑" pitchFamily="34" charset="-122"/>
                <a:ea typeface="微软雅黑" pitchFamily="34" charset="-122"/>
              </a:rPr>
              <a:t>2</a:t>
            </a:r>
            <a:r>
              <a:rPr kumimoji="1" lang="en-US" altLang="zh-CN" sz="1200" b="1" dirty="0">
                <a:solidFill>
                  <a:srgbClr val="000066"/>
                </a:solidFill>
                <a:latin typeface="微软雅黑" pitchFamily="34" charset="-122"/>
                <a:ea typeface="微软雅黑" pitchFamily="34" charset="-122"/>
              </a:rPr>
              <a:t> </a:t>
            </a:r>
          </a:p>
          <a:p>
            <a:pPr algn="ctr"/>
            <a:r>
              <a:rPr kumimoji="1" lang="zh-CN" altLang="en-US" sz="1200" b="1" dirty="0">
                <a:solidFill>
                  <a:srgbClr val="000066"/>
                </a:solidFill>
                <a:latin typeface="微软雅黑" pitchFamily="34" charset="-122"/>
                <a:ea typeface="微软雅黑"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b="1" dirty="0">
                <a:latin typeface="微软雅黑" pitchFamily="34" charset="-122"/>
                <a:ea typeface="微软雅黑" pitchFamily="34" charset="-122"/>
              </a:rPr>
              <a:t>隧道技术适用于多播组的位置在地理上很分散的情况</a:t>
            </a:r>
            <a:r>
              <a:rPr kumimoji="1" lang="zh-CN" altLang="en-US" sz="1400" b="1" dirty="0">
                <a:latin typeface="微软雅黑" pitchFamily="34" charset="-122"/>
                <a:ea typeface="微软雅黑"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 </a:t>
            </a:r>
            <a:r>
              <a:rPr lang="en-US" altLang="zh-CN" dirty="0"/>
              <a:t>VPN NAT</a:t>
            </a:r>
            <a:endParaRPr lang="zh-CN" altLang="en-US" dirty="0"/>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虚拟专用网 </a:t>
            </a:r>
            <a:r>
              <a:rPr lang="en-US" altLang="zh-CN" dirty="0"/>
              <a:t>VPN</a:t>
            </a:r>
          </a:p>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80" y="1726593"/>
            <a:ext cx="1104466" cy="1200192"/>
            <a:chOff x="6476180" y="1753752"/>
            <a:chExt cx="1104466" cy="1200192"/>
          </a:xfrm>
        </p:grpSpPr>
        <p:grpSp>
          <p:nvGrpSpPr>
            <p:cNvPr id="67" name="Group 65"/>
            <p:cNvGrpSpPr>
              <a:grpSpLocks/>
            </p:cNvGrpSpPr>
            <p:nvPr/>
          </p:nvGrpSpPr>
          <p:grpSpPr bwMode="auto">
            <a:xfrm>
              <a:off x="6476180" y="1933292"/>
              <a:ext cx="1104466" cy="822867"/>
              <a:chOff x="4656" y="1528"/>
              <a:chExt cx="1011"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282740" y="1708657"/>
            <a:ext cx="1204971" cy="1290585"/>
            <a:chOff x="1338397" y="1735816"/>
            <a:chExt cx="1204971" cy="1290585"/>
          </a:xfrm>
        </p:grpSpPr>
        <p:grpSp>
          <p:nvGrpSpPr>
            <p:cNvPr id="5" name="Group 2"/>
            <p:cNvGrpSpPr>
              <a:grpSpLocks/>
            </p:cNvGrpSpPr>
            <p:nvPr/>
          </p:nvGrpSpPr>
          <p:grpSpPr bwMode="auto">
            <a:xfrm>
              <a:off x="1338397" y="1981696"/>
              <a:ext cx="1204971" cy="871271"/>
              <a:chOff x="-47" y="1576"/>
              <a:chExt cx="1103"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4115962" y="2352892"/>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互联网</a:t>
            </a: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4213098" y="205908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861481" y="1689456"/>
            <a:ext cx="3121130" cy="471940"/>
            <a:chOff x="1315" y="1348"/>
            <a:chExt cx="2857" cy="468"/>
          </a:xfrm>
        </p:grpSpPr>
        <p:sp>
          <p:nvSpPr>
            <p:cNvPr id="63"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6" name="Text Box 74"/>
          <p:cNvSpPr txBox="1">
            <a:spLocks noChangeArrowheads="1"/>
          </p:cNvSpPr>
          <p:nvPr/>
        </p:nvSpPr>
        <p:spPr bwMode="auto">
          <a:xfrm>
            <a:off x="3856277" y="280866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pitchFamily="34" charset="-122"/>
              </a:rPr>
              <a:t>网络地址 </a:t>
            </a:r>
            <a:r>
              <a:rPr lang="en-US" altLang="zh-CN" sz="1400" dirty="0">
                <a:latin typeface="Montserrat" panose="00000500000000000000" pitchFamily="2" charset="0"/>
                <a:ea typeface="微软雅黑" pitchFamily="34" charset="-122"/>
              </a:rPr>
              <a:t>= 10.1.0.0</a:t>
            </a:r>
          </a:p>
          <a:p>
            <a:pPr algn="ctr">
              <a:lnSpc>
                <a:spcPts val="2000"/>
              </a:lnSpc>
            </a:pPr>
            <a:r>
              <a:rPr lang="zh-CN" altLang="en-US" sz="1400" dirty="0">
                <a:latin typeface="Montserrat" panose="00000500000000000000" pitchFamily="2" charset="0"/>
                <a:ea typeface="微软雅黑"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pitchFamily="34" charset="-122"/>
              </a:rPr>
              <a:t>网络地址 </a:t>
            </a:r>
            <a:r>
              <a:rPr lang="en-US" altLang="zh-CN" sz="1400" dirty="0">
                <a:latin typeface="Montserrat" panose="00000500000000000000" pitchFamily="2" charset="0"/>
                <a:ea typeface="微软雅黑" pitchFamily="34" charset="-122"/>
              </a:rPr>
              <a:t>= 10.2.0.0</a:t>
            </a:r>
          </a:p>
          <a:p>
            <a:pPr algn="ctr">
              <a:lnSpc>
                <a:spcPts val="2000"/>
              </a:lnSpc>
            </a:pPr>
            <a:r>
              <a:rPr lang="zh-CN" altLang="en-US" sz="1400" dirty="0">
                <a:latin typeface="Montserrat" panose="00000500000000000000" pitchFamily="2" charset="0"/>
                <a:ea typeface="微软雅黑"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652776"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137839" y="4205342"/>
            <a:ext cx="314934" cy="79781"/>
          </a:xfrm>
          <a:prstGeom prst="rect">
            <a:avLst/>
          </a:prstGeom>
          <a:solidFill>
            <a:srgbClr val="00FFFF"/>
          </a:solidFill>
          <a:ln w="9525" algn="ctr">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411660" y="4088284"/>
            <a:ext cx="1045479"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200" dirty="0">
                <a:latin typeface="Montserrat" panose="00000500000000000000" pitchFamily="2" charset="0"/>
                <a:ea typeface="微软雅黑 Light" panose="020B0502040204020203" pitchFamily="34" charset="-122"/>
              </a:rPr>
              <a:t>普通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08065"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50178"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5025450" y="4088284"/>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502947" y="4088284"/>
            <a:ext cx="15937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标签交换路由器 </a:t>
            </a:r>
            <a:r>
              <a:rPr kumimoji="1" lang="en-US" altLang="zh-CN" sz="12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133748" y="4088284"/>
            <a:ext cx="1261884"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200" dirty="0">
                <a:latin typeface="Montserrat" panose="00000500000000000000" pitchFamily="2" charset="0"/>
                <a:ea typeface="微软雅黑 Light" panose="020B0502040204020203" pitchFamily="34" charset="-122"/>
              </a:rPr>
              <a:t>打上标签的分组</a:t>
            </a:r>
          </a:p>
        </p:txBody>
      </p:sp>
      <p:grpSp>
        <p:nvGrpSpPr>
          <p:cNvPr id="110" name="组合 109"/>
          <p:cNvGrpSpPr/>
          <p:nvPr/>
        </p:nvGrpSpPr>
        <p:grpSpPr>
          <a:xfrm>
            <a:off x="1347389" y="1544133"/>
            <a:ext cx="6476397" cy="2178699"/>
            <a:chOff x="1347389" y="1173259"/>
            <a:chExt cx="6476397" cy="2178699"/>
          </a:xfrm>
        </p:grpSpPr>
        <p:sp>
          <p:nvSpPr>
            <p:cNvPr id="5" name="Oval 3"/>
            <p:cNvSpPr>
              <a:spLocks noChangeArrowheads="1"/>
            </p:cNvSpPr>
            <p:nvPr/>
          </p:nvSpPr>
          <p:spPr bwMode="auto">
            <a:xfrm>
              <a:off x="2566991" y="1173259"/>
              <a:ext cx="3978115" cy="2178699"/>
            </a:xfrm>
            <a:prstGeom prst="ellipse">
              <a:avLst/>
            </a:prstGeom>
            <a:solidFill>
              <a:srgbClr val="66FF66"/>
            </a:solidFill>
            <a:ln w="12700">
              <a:solidFill>
                <a:srgbClr val="333399"/>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1936668"/>
              <a:ext cx="332693" cy="1157369"/>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273278"/>
              <a:ext cx="1000448" cy="327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353059"/>
              <a:ext cx="1008737" cy="218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252513"/>
              <a:ext cx="1180411" cy="50273"/>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1914810"/>
              <a:ext cx="1040703" cy="306009"/>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355244"/>
              <a:ext cx="909283" cy="681962"/>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1935575"/>
              <a:ext cx="1429043" cy="374861"/>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063436"/>
              <a:ext cx="781416" cy="7868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271092"/>
              <a:ext cx="782600" cy="868846"/>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250327"/>
              <a:ext cx="1591246" cy="78688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498738" y="1904382"/>
              <a:ext cx="290708" cy="8642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568364"/>
              <a:ext cx="0" cy="734421"/>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885029" y="2407703"/>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00295" y="2315900"/>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1859073"/>
              <a:ext cx="1214746" cy="327867"/>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167268"/>
              <a:ext cx="802727" cy="19672"/>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1839401"/>
              <a:ext cx="852453" cy="262293"/>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094428" y="1258516"/>
              <a:ext cx="1034257" cy="29065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600" dirty="0">
                  <a:solidFill>
                    <a:srgbClr val="000099"/>
                  </a:solidFill>
                  <a:latin typeface="Montserrat" panose="00000500000000000000" pitchFamily="2" charset="0"/>
                  <a:ea typeface="微软雅黑 Light" panose="020B0502040204020203" pitchFamily="34" charset="-122"/>
                </a:rPr>
                <a:t>MPLS </a:t>
              </a:r>
              <a:r>
                <a:rPr kumimoji="1" lang="zh-CN" altLang="en-US" sz="1600" dirty="0">
                  <a:solidFill>
                    <a:srgbClr val="000099"/>
                  </a:solidFill>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250327"/>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545407"/>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1974919"/>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460161"/>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1816842"/>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CC00CC"/>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176656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1965475"/>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36809" y="2830651"/>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47070" y="2812072"/>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370544"/>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329936"/>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620823"/>
              <a:ext cx="0" cy="62950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49972" y="1932798"/>
              <a:ext cx="290708" cy="86429"/>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1970547"/>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1925593"/>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505826"/>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1811786"/>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1899217"/>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092951"/>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04049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172574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145409"/>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2984748"/>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282737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186939"/>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220232"/>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220232"/>
              <a:ext cx="437551" cy="43755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1" name="组合 110"/>
          <p:cNvGrpSpPr/>
          <p:nvPr/>
        </p:nvGrpSpPr>
        <p:grpSpPr>
          <a:xfrm>
            <a:off x="3312385" y="2544311"/>
            <a:ext cx="561310" cy="255463"/>
            <a:chOff x="3312385" y="2173437"/>
            <a:chExt cx="561310" cy="255463"/>
          </a:xfrm>
        </p:grpSpPr>
        <p:sp>
          <p:nvSpPr>
            <p:cNvPr id="80" name="Line 268"/>
            <p:cNvSpPr>
              <a:spLocks noChangeShapeType="1"/>
            </p:cNvSpPr>
            <p:nvPr/>
          </p:nvSpPr>
          <p:spPr bwMode="auto">
            <a:xfrm rot="16072623">
              <a:off x="3547463" y="2102669"/>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173437"/>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2" name="组合 111"/>
          <p:cNvGrpSpPr/>
          <p:nvPr/>
        </p:nvGrpSpPr>
        <p:grpSpPr>
          <a:xfrm>
            <a:off x="4478891" y="2482891"/>
            <a:ext cx="564414" cy="254459"/>
            <a:chOff x="4478891" y="2112017"/>
            <a:chExt cx="564414" cy="254459"/>
          </a:xfrm>
        </p:grpSpPr>
        <p:sp>
          <p:nvSpPr>
            <p:cNvPr id="89" name="Line 416"/>
            <p:cNvSpPr>
              <a:spLocks noChangeShapeType="1"/>
            </p:cNvSpPr>
            <p:nvPr/>
          </p:nvSpPr>
          <p:spPr bwMode="auto">
            <a:xfrm rot="18151154">
              <a:off x="4668597" y="2040245"/>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112017"/>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3" name="组合 112"/>
          <p:cNvGrpSpPr/>
          <p:nvPr/>
        </p:nvGrpSpPr>
        <p:grpSpPr>
          <a:xfrm>
            <a:off x="5732321" y="2710776"/>
            <a:ext cx="524124" cy="267916"/>
            <a:chOff x="5732321" y="2339902"/>
            <a:chExt cx="524124" cy="267916"/>
          </a:xfrm>
        </p:grpSpPr>
        <p:sp>
          <p:nvSpPr>
            <p:cNvPr id="93" name="Line 420"/>
            <p:cNvSpPr>
              <a:spLocks noChangeShapeType="1"/>
            </p:cNvSpPr>
            <p:nvPr/>
          </p:nvSpPr>
          <p:spPr bwMode="auto">
            <a:xfrm rot="17283846">
              <a:off x="5922027" y="2281587"/>
              <a:ext cx="136525" cy="515937"/>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339902"/>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06" name="组合 105"/>
          <p:cNvGrpSpPr/>
          <p:nvPr/>
        </p:nvGrpSpPr>
        <p:grpSpPr>
          <a:xfrm>
            <a:off x="2653945" y="4156606"/>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X</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wipe(left)">
                                      <p:cBhvr>
                                        <p:cTn id="11" dur="1000"/>
                                        <p:tgtEl>
                                          <p:spTgt spid="111"/>
                                        </p:tgtEl>
                                      </p:cBhvr>
                                    </p:animEffect>
                                  </p:childTnLst>
                                </p:cTn>
                              </p:par>
                            </p:childTnLst>
                          </p:cTn>
                        </p:par>
                        <p:par>
                          <p:cTn id="12" fill="hold">
                            <p:stCondLst>
                              <p:cond delay="2500"/>
                            </p:stCondLst>
                            <p:childTnLst>
                              <p:par>
                                <p:cTn id="13" presetID="22" presetClass="entr" presetSubtype="8" fill="hold" nodeType="after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wipe(left)">
                                      <p:cBhvr>
                                        <p:cTn id="15" dur="1000"/>
                                        <p:tgtEl>
                                          <p:spTgt spid="112"/>
                                        </p:tgtEl>
                                      </p:cBhvr>
                                    </p:animEffect>
                                  </p:childTnLst>
                                </p:cTn>
                              </p:par>
                            </p:childTnLst>
                          </p:cTn>
                        </p:par>
                        <p:par>
                          <p:cTn id="16" fill="hold">
                            <p:stCondLst>
                              <p:cond delay="3500"/>
                            </p:stCondLst>
                            <p:childTnLst>
                              <p:par>
                                <p:cTn id="17" presetID="22" presetClass="entr" presetSubtype="8" fill="hold" nodeType="after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wipe(left)">
                                      <p:cBhvr>
                                        <p:cTn id="19" dur="1000"/>
                                        <p:tgtEl>
                                          <p:spTgt spid="1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repeatCount="300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FF"/>
                  </a:solidFill>
                  <a:latin typeface="微软雅黑" pitchFamily="34" charset="-122"/>
                  <a:ea typeface="微软雅黑" pitchFamily="34" charset="-122"/>
                </a:rPr>
                <a:t>20</a:t>
              </a:r>
              <a:r>
                <a:rPr kumimoji="1" lang="en-US" altLang="zh-CN" sz="1400" b="1" dirty="0">
                  <a:solidFill>
                    <a:srgbClr val="000099"/>
                  </a:solidFill>
                  <a:latin typeface="微软雅黑" pitchFamily="34" charset="-122"/>
                  <a:ea typeface="微软雅黑" pitchFamily="34" charset="-122"/>
                </a:rPr>
                <a:t>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458898"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370599" y="967013"/>
            <a:ext cx="19030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OpenFlow</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控制器</a:t>
            </a:r>
            <a:endParaRPr lang="en-US" altLang="zh-CN" sz="16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292336" y="2935201"/>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284273"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4940036"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99"/>
                </a:solidFill>
                <a:latin typeface="微软雅黑" panose="020B0503020204020204" pitchFamily="34" charset="-122"/>
                <a:ea typeface="微软雅黑" panose="020B0503020204020204" pitchFamily="34" charset="-122"/>
              </a:rPr>
              <a:t>S</a:t>
            </a:r>
            <a:r>
              <a:rPr lang="en-US" altLang="zh-CN" sz="14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5876661" y="2179636"/>
            <a:ext cx="574675" cy="576263"/>
            <a:chOff x="5220072" y="3356992"/>
            <a:chExt cx="576064" cy="576064"/>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308461" y="22510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10.2.0.4</a:t>
            </a:r>
            <a:endParaRPr lang="en-US" altLang="zh-CN" sz="14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308461" y="3116261"/>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10.2.0.3</a:t>
            </a:r>
            <a:endParaRPr lang="en-US" altLang="zh-CN" sz="14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607827"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10.1.0.1</a:t>
            </a:r>
            <a:endParaRPr lang="en-US" altLang="zh-CN" sz="14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434821"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10.1.0.2</a:t>
            </a:r>
            <a:endParaRPr lang="en-US" altLang="zh-CN" sz="14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315773" y="29749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10.3.0.5</a:t>
            </a:r>
            <a:endParaRPr lang="en-US" altLang="zh-CN" sz="14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307836" y="2236786"/>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10.3.0.6</a:t>
            </a:r>
            <a:endParaRPr lang="en-US" altLang="zh-CN" sz="1400" b="1" baseline="-2500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011473" y="3582901"/>
            <a:ext cx="576263" cy="576263"/>
            <a:chOff x="5220072" y="3356992"/>
            <a:chExt cx="576064" cy="576064"/>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316116" y="3356992"/>
              <a:ext cx="405740"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355711" y="3582901"/>
            <a:ext cx="576262" cy="576263"/>
            <a:chOff x="5220072" y="3356992"/>
            <a:chExt cx="576064" cy="576064"/>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316116" y="3356992"/>
              <a:ext cx="40574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5876661" y="3043236"/>
            <a:ext cx="574675" cy="576263"/>
            <a:chOff x="5220072" y="3356992"/>
            <a:chExt cx="576064" cy="576064"/>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060311" y="2179636"/>
            <a:ext cx="574675" cy="576263"/>
            <a:chOff x="5220072" y="3356992"/>
            <a:chExt cx="576064" cy="576064"/>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060311" y="2971799"/>
            <a:ext cx="574675" cy="576262"/>
            <a:chOff x="5220072" y="3356992"/>
            <a:chExt cx="576064" cy="576064"/>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39319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651111"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076436" y="3398751"/>
            <a:ext cx="287337"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58848"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724136" y="26462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284273" y="26545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462073"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470136" y="339875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643048"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5796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284523" y="232376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4</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94542" y="1269410"/>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4" name="直接连接符 3"/>
          <p:cNvCxnSpPr/>
          <p:nvPr/>
        </p:nvCxnSpPr>
        <p:spPr>
          <a:xfrm>
            <a:off x="1140737" y="2087961"/>
            <a:ext cx="7233718" cy="0"/>
          </a:xfrm>
          <a:prstGeom prst="line">
            <a:avLst/>
          </a:prstGeom>
          <a:ln w="12700">
            <a:solidFill>
              <a:srgbClr val="000066"/>
            </a:solidFill>
            <a:prstDash val="sysDash"/>
          </a:ln>
        </p:spPr>
        <p:style>
          <a:lnRef idx="1">
            <a:schemeClr val="dk1"/>
          </a:lnRef>
          <a:fillRef idx="0">
            <a:schemeClr val="dk1"/>
          </a:fillRef>
          <a:effectRef idx="0">
            <a:schemeClr val="dk1"/>
          </a:effectRef>
          <a:fontRef idx="minor">
            <a:schemeClr val="tx1"/>
          </a:fontRef>
        </p:style>
      </p:cxnSp>
      <p:sp>
        <p:nvSpPr>
          <p:cNvPr id="6" name="矩形 5"/>
          <p:cNvSpPr/>
          <p:nvPr/>
        </p:nvSpPr>
        <p:spPr>
          <a:xfrm>
            <a:off x="7362966" y="1717914"/>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控制层面</a:t>
            </a:r>
            <a:endParaRPr lang="zh-CN" altLang="en-US" sz="1600" dirty="0"/>
          </a:p>
        </p:txBody>
      </p:sp>
      <p:sp>
        <p:nvSpPr>
          <p:cNvPr id="66" name="矩形 65"/>
          <p:cNvSpPr/>
          <p:nvPr/>
        </p:nvSpPr>
        <p:spPr>
          <a:xfrm>
            <a:off x="7362966" y="2143503"/>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数据层面</a:t>
            </a:r>
            <a:endParaRPr lang="zh-CN" altLang="en-US" sz="1600" dirty="0"/>
          </a:p>
        </p:txBody>
      </p:sp>
      <p:sp>
        <p:nvSpPr>
          <p:cNvPr id="10" name="Line 24"/>
          <p:cNvSpPr>
            <a:spLocks noChangeShapeType="1"/>
          </p:cNvSpPr>
          <p:nvPr/>
        </p:nvSpPr>
        <p:spPr bwMode="auto">
          <a:xfrm flipV="1">
            <a:off x="3598240"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486000" y="550723"/>
            <a:ext cx="8172000" cy="338554"/>
          </a:xfrm>
        </p:spPr>
        <p:txBody>
          <a:bodyPr/>
          <a:lstStyle/>
          <a:p>
            <a:r>
              <a:rPr lang="zh-CN" altLang="en-US" dirty="0"/>
              <a:t>例子</a:t>
            </a: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5531</TotalTime>
  <Words>26983</Words>
  <Application>Microsoft Office PowerPoint</Application>
  <PresentationFormat>全屏显示(16:9)</PresentationFormat>
  <Paragraphs>5876</Paragraphs>
  <Slides>335</Slides>
  <Notes>111</Notes>
  <HiddenSlides>1</HiddenSlides>
  <MMClips>0</MMClips>
  <ScaleCrop>false</ScaleCrop>
  <HeadingPairs>
    <vt:vector size="8" baseType="variant">
      <vt:variant>
        <vt:lpstr>已用的字体</vt:lpstr>
      </vt:variant>
      <vt:variant>
        <vt:i4>12</vt:i4>
      </vt:variant>
      <vt:variant>
        <vt:lpstr>主题</vt:lpstr>
      </vt:variant>
      <vt:variant>
        <vt:i4>1</vt:i4>
      </vt:variant>
      <vt:variant>
        <vt:lpstr>嵌入 OLE 服务器</vt:lpstr>
      </vt:variant>
      <vt:variant>
        <vt:i4>2</vt:i4>
      </vt:variant>
      <vt:variant>
        <vt:lpstr>幻灯片标题</vt:lpstr>
      </vt:variant>
      <vt:variant>
        <vt:i4>335</vt:i4>
      </vt:variant>
    </vt:vector>
  </HeadingPairs>
  <TitlesOfParts>
    <vt:vector size="350" baseType="lpstr">
      <vt:lpstr>Wingdings</vt:lpstr>
      <vt:lpstr>黑体</vt:lpstr>
      <vt:lpstr>微软雅黑 Light</vt:lpstr>
      <vt:lpstr>微软雅黑</vt:lpstr>
      <vt:lpstr>Tahoma</vt:lpstr>
      <vt:lpstr>宋体</vt:lpstr>
      <vt:lpstr>Times New Roman</vt:lpstr>
      <vt:lpstr>Symbol</vt:lpstr>
      <vt:lpstr>Courier New</vt:lpstr>
      <vt:lpstr>Montserrat</vt:lpstr>
      <vt:lpstr>Arial</vt:lpstr>
      <vt:lpstr>Calibri</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的要点：检查，转发</vt:lpstr>
      <vt:lpstr>RPB 的要点：形成以源为根节点的多播转发树</vt:lpstr>
      <vt:lpstr>RPB 的要点：剪枝与嫁接</vt:lpstr>
      <vt:lpstr>PowerPoint 演示文稿</vt:lpstr>
      <vt:lpstr>(2) 隧道技术 (tunneling) </vt:lpstr>
      <vt:lpstr>(3) 基于核心的发现技术 </vt:lpstr>
      <vt:lpstr>(3) 基于核心的发现技术 </vt:lpstr>
      <vt:lpstr>几种多播路由选择协议</vt:lpstr>
      <vt:lpstr>4.8 VPN NAT</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例子</vt:lpstr>
      <vt:lpstr>例子：简单转发</vt:lpstr>
      <vt:lpstr>例子：负载均衡</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380</cp:revision>
  <dcterms:modified xsi:type="dcterms:W3CDTF">2025-11-04T08:32:29Z</dcterms:modified>
</cp:coreProperties>
</file>
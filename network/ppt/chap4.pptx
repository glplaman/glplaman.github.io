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7.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9.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8"/>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872" r:id="rId135"/>
    <p:sldId id="700" r:id="rId136"/>
    <p:sldId id="701" r:id="rId137"/>
    <p:sldId id="703" r:id="rId138"/>
    <p:sldId id="704" r:id="rId139"/>
    <p:sldId id="705" r:id="rId140"/>
    <p:sldId id="706" r:id="rId141"/>
    <p:sldId id="707" r:id="rId142"/>
    <p:sldId id="708" r:id="rId143"/>
    <p:sldId id="709" r:id="rId144"/>
    <p:sldId id="862" r:id="rId145"/>
    <p:sldId id="711" r:id="rId146"/>
    <p:sldId id="712" r:id="rId147"/>
    <p:sldId id="714" r:id="rId148"/>
    <p:sldId id="715" r:id="rId149"/>
    <p:sldId id="716" r:id="rId150"/>
    <p:sldId id="717" r:id="rId151"/>
    <p:sldId id="718" r:id="rId152"/>
    <p:sldId id="719" r:id="rId153"/>
    <p:sldId id="720" r:id="rId154"/>
    <p:sldId id="721" r:id="rId155"/>
    <p:sldId id="722" r:id="rId156"/>
    <p:sldId id="723" r:id="rId157"/>
    <p:sldId id="724" r:id="rId158"/>
    <p:sldId id="725" r:id="rId159"/>
    <p:sldId id="727" r:id="rId160"/>
    <p:sldId id="728" r:id="rId161"/>
    <p:sldId id="729" r:id="rId162"/>
    <p:sldId id="730" r:id="rId163"/>
    <p:sldId id="731" r:id="rId164"/>
    <p:sldId id="732" r:id="rId165"/>
    <p:sldId id="735" r:id="rId166"/>
    <p:sldId id="736" r:id="rId167"/>
    <p:sldId id="737" r:id="rId168"/>
    <p:sldId id="738" r:id="rId169"/>
    <p:sldId id="740" r:id="rId170"/>
    <p:sldId id="741" r:id="rId171"/>
    <p:sldId id="743" r:id="rId172"/>
    <p:sldId id="863" r:id="rId173"/>
    <p:sldId id="416" r:id="rId174"/>
    <p:sldId id="745" r:id="rId175"/>
    <p:sldId id="746" r:id="rId176"/>
    <p:sldId id="747" r:id="rId177"/>
    <p:sldId id="419" r:id="rId178"/>
    <p:sldId id="421" r:id="rId179"/>
    <p:sldId id="422" r:id="rId180"/>
    <p:sldId id="423" r:id="rId181"/>
    <p:sldId id="873" r:id="rId182"/>
    <p:sldId id="874" r:id="rId183"/>
    <p:sldId id="426" r:id="rId184"/>
    <p:sldId id="748" r:id="rId185"/>
    <p:sldId id="875" r:id="rId186"/>
    <p:sldId id="427" r:id="rId187"/>
    <p:sldId id="749" r:id="rId188"/>
    <p:sldId id="429" r:id="rId189"/>
    <p:sldId id="430" r:id="rId190"/>
    <p:sldId id="750" r:id="rId191"/>
    <p:sldId id="876" r:id="rId192"/>
    <p:sldId id="431" r:id="rId193"/>
    <p:sldId id="432" r:id="rId194"/>
    <p:sldId id="434" r:id="rId195"/>
    <p:sldId id="435" r:id="rId196"/>
    <p:sldId id="436" r:id="rId197"/>
    <p:sldId id="437" r:id="rId198"/>
    <p:sldId id="751" r:id="rId199"/>
    <p:sldId id="442" r:id="rId200"/>
    <p:sldId id="441" r:id="rId201"/>
    <p:sldId id="443" r:id="rId202"/>
    <p:sldId id="444" r:id="rId203"/>
    <p:sldId id="445" r:id="rId204"/>
    <p:sldId id="446" r:id="rId205"/>
    <p:sldId id="447" r:id="rId206"/>
    <p:sldId id="753" r:id="rId207"/>
    <p:sldId id="449" r:id="rId208"/>
    <p:sldId id="450" r:id="rId209"/>
    <p:sldId id="452" r:id="rId210"/>
    <p:sldId id="453" r:id="rId211"/>
    <p:sldId id="457" r:id="rId212"/>
    <p:sldId id="459" r:id="rId213"/>
    <p:sldId id="458" r:id="rId214"/>
    <p:sldId id="460" r:id="rId215"/>
    <p:sldId id="756" r:id="rId216"/>
    <p:sldId id="461" r:id="rId217"/>
    <p:sldId id="463" r:id="rId218"/>
    <p:sldId id="877" r:id="rId219"/>
    <p:sldId id="464" r:id="rId220"/>
    <p:sldId id="759" r:id="rId221"/>
    <p:sldId id="760" r:id="rId222"/>
    <p:sldId id="761" r:id="rId223"/>
    <p:sldId id="762" r:id="rId224"/>
    <p:sldId id="764" r:id="rId225"/>
    <p:sldId id="763" r:id="rId226"/>
    <p:sldId id="766" r:id="rId227"/>
    <p:sldId id="765" r:id="rId228"/>
    <p:sldId id="769" r:id="rId229"/>
    <p:sldId id="770" r:id="rId230"/>
    <p:sldId id="771" r:id="rId231"/>
    <p:sldId id="467" r:id="rId232"/>
    <p:sldId id="469" r:id="rId233"/>
    <p:sldId id="773" r:id="rId234"/>
    <p:sldId id="774" r:id="rId235"/>
    <p:sldId id="859" r:id="rId236"/>
    <p:sldId id="776" r:id="rId237"/>
    <p:sldId id="777" r:id="rId238"/>
    <p:sldId id="858" r:id="rId239"/>
    <p:sldId id="778" r:id="rId240"/>
    <p:sldId id="860" r:id="rId241"/>
    <p:sldId id="474" r:id="rId242"/>
    <p:sldId id="475" r:id="rId243"/>
    <p:sldId id="476" r:id="rId244"/>
    <p:sldId id="781" r:id="rId245"/>
    <p:sldId id="782" r:id="rId246"/>
    <p:sldId id="483" r:id="rId247"/>
    <p:sldId id="485" r:id="rId248"/>
    <p:sldId id="487" r:id="rId249"/>
    <p:sldId id="488" r:id="rId250"/>
    <p:sldId id="784" r:id="rId251"/>
    <p:sldId id="785" r:id="rId252"/>
    <p:sldId id="864" r:id="rId253"/>
    <p:sldId id="527" r:id="rId254"/>
    <p:sldId id="528" r:id="rId255"/>
    <p:sldId id="529" r:id="rId256"/>
    <p:sldId id="530" r:id="rId257"/>
    <p:sldId id="531" r:id="rId258"/>
    <p:sldId id="532" r:id="rId259"/>
    <p:sldId id="533" r:id="rId260"/>
    <p:sldId id="534" r:id="rId261"/>
    <p:sldId id="786" r:id="rId262"/>
    <p:sldId id="537" r:id="rId263"/>
    <p:sldId id="539" r:id="rId264"/>
    <p:sldId id="540" r:id="rId265"/>
    <p:sldId id="541" r:id="rId266"/>
    <p:sldId id="542" r:id="rId267"/>
    <p:sldId id="789" r:id="rId268"/>
    <p:sldId id="790" r:id="rId269"/>
    <p:sldId id="791" r:id="rId270"/>
    <p:sldId id="792" r:id="rId271"/>
    <p:sldId id="545" r:id="rId272"/>
    <p:sldId id="794" r:id="rId273"/>
    <p:sldId id="548" r:id="rId274"/>
    <p:sldId id="549" r:id="rId275"/>
    <p:sldId id="550" r:id="rId276"/>
    <p:sldId id="797" r:id="rId277"/>
    <p:sldId id="796" r:id="rId278"/>
    <p:sldId id="552" r:id="rId279"/>
    <p:sldId id="553" r:id="rId280"/>
    <p:sldId id="554" r:id="rId281"/>
    <p:sldId id="800" r:id="rId282"/>
    <p:sldId id="555" r:id="rId283"/>
    <p:sldId id="865" r:id="rId284"/>
    <p:sldId id="557" r:id="rId285"/>
    <p:sldId id="558" r:id="rId286"/>
    <p:sldId id="560" r:id="rId287"/>
    <p:sldId id="561" r:id="rId288"/>
    <p:sldId id="562" r:id="rId289"/>
    <p:sldId id="563" r:id="rId290"/>
    <p:sldId id="564" r:id="rId291"/>
    <p:sldId id="565" r:id="rId292"/>
    <p:sldId id="566" r:id="rId293"/>
    <p:sldId id="868" r:id="rId294"/>
    <p:sldId id="568" r:id="rId295"/>
    <p:sldId id="569" r:id="rId296"/>
    <p:sldId id="570" r:id="rId297"/>
    <p:sldId id="878" r:id="rId298"/>
    <p:sldId id="572" r:id="rId299"/>
    <p:sldId id="573" r:id="rId300"/>
    <p:sldId id="574" r:id="rId301"/>
    <p:sldId id="575" r:id="rId302"/>
    <p:sldId id="866" r:id="rId303"/>
    <p:sldId id="578" r:id="rId304"/>
    <p:sldId id="579" r:id="rId305"/>
    <p:sldId id="581" r:id="rId306"/>
    <p:sldId id="582" r:id="rId307"/>
    <p:sldId id="584" r:id="rId308"/>
    <p:sldId id="583" r:id="rId309"/>
    <p:sldId id="585" r:id="rId310"/>
    <p:sldId id="805" r:id="rId311"/>
    <p:sldId id="806" r:id="rId312"/>
    <p:sldId id="588" r:id="rId313"/>
    <p:sldId id="808" r:id="rId314"/>
    <p:sldId id="809" r:id="rId315"/>
    <p:sldId id="590" r:id="rId316"/>
    <p:sldId id="592" r:id="rId317"/>
    <p:sldId id="593" r:id="rId318"/>
    <p:sldId id="810" r:id="rId319"/>
    <p:sldId id="811" r:id="rId320"/>
    <p:sldId id="812" r:id="rId321"/>
    <p:sldId id="813" r:id="rId322"/>
    <p:sldId id="814" r:id="rId323"/>
    <p:sldId id="815" r:id="rId324"/>
    <p:sldId id="816" r:id="rId325"/>
    <p:sldId id="867" r:id="rId326"/>
    <p:sldId id="817" r:id="rId327"/>
    <p:sldId id="821" r:id="rId328"/>
    <p:sldId id="820" r:id="rId329"/>
    <p:sldId id="822" r:id="rId330"/>
    <p:sldId id="823" r:id="rId331"/>
    <p:sldId id="824" r:id="rId332"/>
    <p:sldId id="826" r:id="rId333"/>
    <p:sldId id="827" r:id="rId334"/>
    <p:sldId id="828" r:id="rId335"/>
    <p:sldId id="825" r:id="rId336"/>
    <p:sldId id="829" r:id="rId337"/>
    <p:sldId id="870" r:id="rId338"/>
    <p:sldId id="830" r:id="rId339"/>
    <p:sldId id="871" r:id="rId340"/>
    <p:sldId id="831" r:id="rId341"/>
    <p:sldId id="835" r:id="rId342"/>
    <p:sldId id="833" r:id="rId343"/>
    <p:sldId id="836" r:id="rId344"/>
    <p:sldId id="834" r:id="rId345"/>
    <p:sldId id="838" r:id="rId346"/>
    <p:sldId id="839" r:id="rId347"/>
  </p:sldIdLst>
  <p:sldSz cx="9144000" cy="5143500" type="screen16x9"/>
  <p:notesSz cx="6858000" cy="9144000"/>
  <p:embeddedFontLst>
    <p:embeddedFont>
      <p:font typeface="Montserrat" panose="00000500000000000000" pitchFamily="2" charset="0"/>
      <p:regular r:id="rId349"/>
    </p:embeddedFont>
    <p:embeddedFont>
      <p:font typeface="Tahoma" panose="020B0604030504040204" pitchFamily="34" charset="0"/>
      <p:regular r:id="rId350"/>
      <p:bold r:id="rId351"/>
    </p:embeddedFont>
    <p:embeddedFont>
      <p:font typeface="黑体" panose="02010609060101010101" pitchFamily="49" charset="-122"/>
      <p:regular r:id="rId352"/>
    </p:embeddedFont>
    <p:embeddedFont>
      <p:font typeface="微软雅黑" panose="020B0503020204020204" pitchFamily="34" charset="-122"/>
      <p:regular r:id="rId353"/>
      <p:bold r:id="rId354"/>
    </p:embeddedFont>
    <p:embeddedFont>
      <p:font typeface="微软雅黑" panose="020B0503020204020204" pitchFamily="34" charset="-122"/>
      <p:regular r:id="rId353"/>
      <p:bold r:id="rId354"/>
    </p:embeddedFont>
    <p:embeddedFont>
      <p:font typeface="微软雅黑 Light" panose="020B0502040204020203" pitchFamily="34" charset="-122"/>
      <p:regular r:id="rId35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varScale="1">
        <p:scale>
          <a:sx n="149" d="100"/>
          <a:sy n="149" d="100"/>
        </p:scale>
        <p:origin x="414" y="126"/>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viewProps" Target="viewProps.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notesMaster" Target="notesMasters/notesMaster1.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tableStyles" Target="tableStyles.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font" Target="fonts/font1.fntdata"/><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font" Target="fonts/font2.fntdata"/><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font" Target="fonts/font3.fntdata"/><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font" Target="fonts/font4.fntdata"/><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font" Target="fonts/font5.fntdata"/><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font" Target="fonts/font6.fntdata"/><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font" Target="fonts/font7.fntdata"/><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presProps" Target="presProps.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theme" Target="theme/theme1.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251" Type="http://schemas.openxmlformats.org/officeDocument/2006/relationships/slide" Target="slides/slide250.xml"/></Relationships>
</file>

<file path=ppt/diagrams/_rels/data12.xml.rels><?xml version="1.0" encoding="UTF-8" standalone="yes"?>
<Relationships xmlns="http://schemas.openxmlformats.org/package/2006/relationships"><Relationship Id="rId1" Type="http://schemas.openxmlformats.org/officeDocument/2006/relationships/image" Target="../media/image63.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63.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2025/11/20</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4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158</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192</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194</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208</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209</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251</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275</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276</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292</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296</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7CEC1-BC0C-B826-74FC-E0B53FDA7D9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836FB1-2FB7-4D0B-B32E-C2B8EE3DC5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D4B1E97-91C9-0E1F-504A-60A4F561F07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275986-9ACA-291A-3A6F-7AD76CF971BA}"/>
              </a:ext>
            </a:extLst>
          </p:cNvPr>
          <p:cNvSpPr>
            <a:spLocks noGrp="1"/>
          </p:cNvSpPr>
          <p:nvPr>
            <p:ph type="sldNum" sz="quarter" idx="10"/>
          </p:nvPr>
        </p:nvSpPr>
        <p:spPr/>
        <p:txBody>
          <a:bodyPr/>
          <a:lstStyle/>
          <a:p>
            <a:fld id="{0B14BD24-89E3-4C51-B736-BCCE6C13A884}" type="slidenum">
              <a:rPr lang="zh-CN" altLang="en-US" smtClean="0"/>
              <a:pPr/>
              <a:t>297</a:t>
            </a:fld>
            <a:endParaRPr lang="zh-CN" altLang="en-US"/>
          </a:p>
        </p:txBody>
      </p:sp>
    </p:spTree>
    <p:extLst>
      <p:ext uri="{BB962C8B-B14F-4D97-AF65-F5344CB8AC3E}">
        <p14:creationId xmlns:p14="http://schemas.microsoft.com/office/powerpoint/2010/main" val="382845369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305</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307</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324</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341</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343</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344</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345</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346</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8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5.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image" Target="../media/image36.png"/><Relationship Id="rId1" Type="http://schemas.openxmlformats.org/officeDocument/2006/relationships/slideLayout" Target="../slideLayouts/slideLayout5.xml"/><Relationship Id="rId6" Type="http://schemas.openxmlformats.org/officeDocument/2006/relationships/image" Target="../media/image40.png"/><Relationship Id="rId5" Type="http://schemas.openxmlformats.org/officeDocument/2006/relationships/image" Target="../media/image39.svg"/><Relationship Id="rId4" Type="http://schemas.openxmlformats.org/officeDocument/2006/relationships/image" Target="../media/image38.png"/></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33.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52.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22.wmf"/></Relationships>
</file>

<file path=ppt/slides/_rels/slide255.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22.wmf"/></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10.wmf"/><Relationship Id="rId1" Type="http://schemas.openxmlformats.org/officeDocument/2006/relationships/slideLayout" Target="../slideLayouts/slideLayout3.xml"/><Relationship Id="rId5" Type="http://schemas.openxmlformats.org/officeDocument/2006/relationships/image" Target="../media/image45.svg"/><Relationship Id="rId4" Type="http://schemas.openxmlformats.org/officeDocument/2006/relationships/image" Target="../media/image44.png"/></Relationships>
</file>

<file path=ppt/slides/_rels/slide263.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22.wmf"/><Relationship Id="rId7" Type="http://schemas.openxmlformats.org/officeDocument/2006/relationships/image" Target="../media/image49.svg"/><Relationship Id="rId2" Type="http://schemas.openxmlformats.org/officeDocument/2006/relationships/image" Target="../media/image10.wmf"/><Relationship Id="rId1" Type="http://schemas.openxmlformats.org/officeDocument/2006/relationships/slideLayout" Target="../slideLayouts/slideLayout3.xml"/><Relationship Id="rId6" Type="http://schemas.openxmlformats.org/officeDocument/2006/relationships/image" Target="../media/image48.png"/><Relationship Id="rId5" Type="http://schemas.openxmlformats.org/officeDocument/2006/relationships/image" Target="../media/image47.svg"/><Relationship Id="rId4" Type="http://schemas.openxmlformats.org/officeDocument/2006/relationships/image" Target="../media/image46.png"/><Relationship Id="rId9" Type="http://schemas.openxmlformats.org/officeDocument/2006/relationships/image" Target="../media/image51.sv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9.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70.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54.wmf"/><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9.x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7.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55.wmf"/></Relationships>
</file>

<file path=ppt/slides/_rels/slide291.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7.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55.wmf"/></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55.wmf"/></Relationships>
</file>

<file path=ppt/slides/_rels/slide29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55.wmf"/></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2" Type="http://schemas.openxmlformats.org/officeDocument/2006/relationships/image" Target="../media/image58.jpg"/><Relationship Id="rId1" Type="http://schemas.openxmlformats.org/officeDocument/2006/relationships/slideLayout" Target="../slideLayouts/slideLayout1.xml"/></Relationships>
</file>

<file path=ppt/slides/_rels/slide303.xml.rels><?xml version="1.0" encoding="UTF-8" standalone="yes"?>
<Relationships xmlns="http://schemas.openxmlformats.org/package/2006/relationships"><Relationship Id="rId2" Type="http://schemas.openxmlformats.org/officeDocument/2006/relationships/image" Target="../media/image59.wmf"/><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3" Type="http://schemas.openxmlformats.org/officeDocument/2006/relationships/image" Target="../media/image59.wmf"/><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9.wmf"/></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1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9.wmf"/></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1.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7.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1.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62.wmf"/></Relationships>
</file>

<file path=ppt/slides/_rels/slide33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4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4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UDP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73" name="Rectangle 17"/>
          <p:cNvSpPr>
            <a:spLocks noChangeArrowheads="1"/>
          </p:cNvSpPr>
          <p:nvPr/>
        </p:nvSpPr>
        <p:spPr bwMode="auto">
          <a:xfrm>
            <a:off x="3390526" y="3269756"/>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OSPF</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RIP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15">
            <a:extLst>
              <a:ext uri="{FF2B5EF4-FFF2-40B4-BE49-F238E27FC236}">
                <a16:creationId xmlns:a16="http://schemas.microsoft.com/office/drawing/2014/main" id="{FB3E2355-89EB-38BA-FC6A-A4B76B25D91A}"/>
              </a:ext>
            </a:extLst>
          </p:cNvPr>
          <p:cNvSpPr>
            <a:spLocks noChangeArrowheads="1"/>
          </p:cNvSpPr>
          <p:nvPr/>
        </p:nvSpPr>
        <p:spPr bwMode="auto">
          <a:xfrm>
            <a:off x="6467615" y="3564128"/>
            <a:ext cx="690112" cy="216608"/>
          </a:xfrm>
          <a:prstGeom prst="rect">
            <a:avLst/>
          </a:prstGeom>
          <a:noFill/>
          <a:ln w="9525">
            <a:noFill/>
            <a:miter lim="800000"/>
            <a:headEnd/>
            <a:tailEnd/>
          </a:ln>
          <a:effectLst/>
        </p:spPr>
        <p:txBody>
          <a:bodyPr wrap="none" anchor="ct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89</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2080F4D-DB8D-5AD2-7717-250BFDEDB452}"/>
              </a:ext>
            </a:extLst>
          </p:cNvPr>
          <p:cNvGraphicFramePr>
            <a:graphicFrameLocks noGrp="1"/>
          </p:cNvGraphicFramePr>
          <p:nvPr>
            <p:extLst>
              <p:ext uri="{D42A27DB-BD31-4B8C-83A1-F6EECF244321}">
                <p14:modId xmlns:p14="http://schemas.microsoft.com/office/powerpoint/2010/main" val="2255913941"/>
              </p:ext>
            </p:extLst>
          </p:nvPr>
        </p:nvGraphicFramePr>
        <p:xfrm>
          <a:off x="2032000" y="719667"/>
          <a:ext cx="4788000" cy="3348360"/>
        </p:xfrm>
        <a:graphic>
          <a:graphicData uri="http://schemas.openxmlformats.org/drawingml/2006/table">
            <a:tbl>
              <a:tblPr firstRow="1" bandRow="1">
                <a:tableStyleId>{5C22544A-7EE6-4342-B048-85BDC9FD1C3A}</a:tableStyleId>
              </a:tblPr>
              <a:tblGrid>
                <a:gridCol w="369753">
                  <a:extLst>
                    <a:ext uri="{9D8B030D-6E8A-4147-A177-3AD203B41FA5}">
                      <a16:colId xmlns:a16="http://schemas.microsoft.com/office/drawing/2014/main" val="1298098468"/>
                    </a:ext>
                  </a:extLst>
                </a:gridCol>
                <a:gridCol w="680682">
                  <a:extLst>
                    <a:ext uri="{9D8B030D-6E8A-4147-A177-3AD203B41FA5}">
                      <a16:colId xmlns:a16="http://schemas.microsoft.com/office/drawing/2014/main" val="3786676652"/>
                    </a:ext>
                  </a:extLst>
                </a:gridCol>
                <a:gridCol w="745065">
                  <a:extLst>
                    <a:ext uri="{9D8B030D-6E8A-4147-A177-3AD203B41FA5}">
                      <a16:colId xmlns:a16="http://schemas.microsoft.com/office/drawing/2014/main" val="3092522330"/>
                    </a:ext>
                  </a:extLst>
                </a:gridCol>
                <a:gridCol w="598500">
                  <a:extLst>
                    <a:ext uri="{9D8B030D-6E8A-4147-A177-3AD203B41FA5}">
                      <a16:colId xmlns:a16="http://schemas.microsoft.com/office/drawing/2014/main" val="4237102363"/>
                    </a:ext>
                  </a:extLst>
                </a:gridCol>
                <a:gridCol w="598500">
                  <a:extLst>
                    <a:ext uri="{9D8B030D-6E8A-4147-A177-3AD203B41FA5}">
                      <a16:colId xmlns:a16="http://schemas.microsoft.com/office/drawing/2014/main" val="1546270910"/>
                    </a:ext>
                  </a:extLst>
                </a:gridCol>
                <a:gridCol w="598500">
                  <a:extLst>
                    <a:ext uri="{9D8B030D-6E8A-4147-A177-3AD203B41FA5}">
                      <a16:colId xmlns:a16="http://schemas.microsoft.com/office/drawing/2014/main" val="1773478025"/>
                    </a:ext>
                  </a:extLst>
                </a:gridCol>
                <a:gridCol w="598500">
                  <a:extLst>
                    <a:ext uri="{9D8B030D-6E8A-4147-A177-3AD203B41FA5}">
                      <a16:colId xmlns:a16="http://schemas.microsoft.com/office/drawing/2014/main" val="4005713678"/>
                    </a:ext>
                  </a:extLst>
                </a:gridCol>
                <a:gridCol w="598500">
                  <a:extLst>
                    <a:ext uri="{9D8B030D-6E8A-4147-A177-3AD203B41FA5}">
                      <a16:colId xmlns:a16="http://schemas.microsoft.com/office/drawing/2014/main" val="794738505"/>
                    </a:ext>
                  </a:extLst>
                </a:gridCol>
              </a:tblGrid>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Application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880760125"/>
                  </a:ext>
                </a:extLst>
              </a:tr>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Transport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4759638"/>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4229006"/>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latinLnBrk="0" hangingPunct="1">
                        <a:lnSpc>
                          <a:spcPct val="150000"/>
                        </a:lnSpc>
                      </a:pPr>
                      <a:r>
                        <a:rPr lang="en-US" altLang="zh-CN" sz="1200" kern="1200" dirty="0">
                          <a:solidFill>
                            <a:schemeClr val="tx1"/>
                          </a:solidFill>
                          <a:latin typeface="Montserrat" panose="00000500000000000000" pitchFamily="2" charset="0"/>
                          <a:ea typeface="+mn-ea"/>
                          <a:cs typeface="Courier New" panose="02070309020205020404" pitchFamily="49" charset="0"/>
                        </a:rPr>
                        <a:t>ICMP</a:t>
                      </a:r>
                      <a:endParaRPr lang="zh-CN" altLang="en-US" sz="1200" kern="1200" dirty="0">
                        <a:solidFill>
                          <a:schemeClr val="tx1"/>
                        </a:solidFill>
                        <a:latin typeface="Montserrat" panose="00000500000000000000" pitchFamily="2" charset="0"/>
                        <a:ea typeface="+mn-ea"/>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solidFill>
                            <a:schemeClr val="bg1"/>
                          </a:solidFill>
                          <a:latin typeface="Montserrat" panose="00000500000000000000" pitchFamily="2" charset="0"/>
                          <a:cs typeface="Courier New" panose="02070309020205020404" pitchFamily="49" charset="0"/>
                        </a:rPr>
                        <a:t>IGMP</a:t>
                      </a:r>
                      <a:endParaRPr lang="zh-CN" altLang="en-US" sz="1200" dirty="0">
                        <a:solidFill>
                          <a:schemeClr val="bg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92608700"/>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IP</a:t>
                      </a: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713461082"/>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668549254"/>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tc>
                  <a:txBody>
                    <a:bodyPr/>
                    <a:lstStyle/>
                    <a:p>
                      <a:pPr algn="ctr">
                        <a:lnSpc>
                          <a:spcPct val="150000"/>
                        </a:lnSpc>
                      </a:pPr>
                      <a:r>
                        <a:rPr lang="en-US" altLang="zh-CN" sz="1200" dirty="0">
                          <a:solidFill>
                            <a:schemeClr val="tx1"/>
                          </a:solidFill>
                          <a:latin typeface="Montserrat" panose="00000500000000000000" pitchFamily="2" charset="0"/>
                          <a:cs typeface="Courier New" panose="02070309020205020404" pitchFamily="49" charset="0"/>
                        </a:rPr>
                        <a:t>ARP</a:t>
                      </a:r>
                      <a:endParaRPr lang="zh-CN" altLang="en-US" sz="120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912501089"/>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Network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B w="9525" cap="flat" cmpd="sng" algn="ctr">
                      <a:solidFill>
                        <a:schemeClr val="tx1"/>
                      </a:solidFill>
                      <a:prstDash val="solid"/>
                      <a:round/>
                      <a:headEnd type="none" w="med" len="med"/>
                      <a:tailEnd type="none" w="med" len="med"/>
                    </a:lnB>
                    <a:noFill/>
                  </a:tcPr>
                </a:tc>
                <a:tc hMerge="1">
                  <a:txBody>
                    <a:bodyPr/>
                    <a:lstStyle/>
                    <a:p>
                      <a:endParaRPr dirty="0"/>
                    </a:p>
                  </a:txBody>
                  <a:tcPr anchor="ctr">
                    <a:lnB w="6350"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Courier New" panose="02070309020205020404" pitchFamily="49" charset="0"/>
                        <a:cs typeface="Courier New" panose="02070309020205020404" pitchFamily="49" charset="0"/>
                      </a:endParaRPr>
                    </a:p>
                  </a:txBody>
                  <a:tcP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2924307"/>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Link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dirty="0"/>
                    </a:p>
                  </a:txBody>
                  <a:tcPr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T w="6350" cap="flat" cmpd="sng" algn="ctr">
                      <a:solidFill>
                        <a:schemeClr val="tx1"/>
                      </a:solidFill>
                      <a:prstDash val="solid"/>
                      <a:round/>
                      <a:headEnd type="none" w="med" len="med"/>
                      <a:tailEnd type="none" w="med" len="med"/>
                    </a:lnT>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MAC</a:t>
                      </a: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0002304"/>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Physical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2523587"/>
                  </a:ext>
                </a:extLst>
              </a:tr>
            </a:tbl>
          </a:graphicData>
        </a:graphic>
      </p:graphicFrame>
      <p:cxnSp>
        <p:nvCxnSpPr>
          <p:cNvPr id="5" name="直接箭头连接符 4">
            <a:extLst>
              <a:ext uri="{FF2B5EF4-FFF2-40B4-BE49-F238E27FC236}">
                <a16:creationId xmlns:a16="http://schemas.microsoft.com/office/drawing/2014/main" id="{8312F5A9-860E-6E6B-D074-38976FC71D4F}"/>
              </a:ext>
            </a:extLst>
          </p:cNvPr>
          <p:cNvCxnSpPr/>
          <p:nvPr/>
        </p:nvCxnSpPr>
        <p:spPr>
          <a:xfrm>
            <a:off x="5994400" y="3081881"/>
            <a:ext cx="0" cy="360000"/>
          </a:xfrm>
          <a:prstGeom prst="straightConnector1">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连接符: 肘形 5">
            <a:extLst>
              <a:ext uri="{FF2B5EF4-FFF2-40B4-BE49-F238E27FC236}">
                <a16:creationId xmlns:a16="http://schemas.microsoft.com/office/drawing/2014/main" id="{1D70025C-26E1-B87B-BCED-4DEB9E9E3053}"/>
              </a:ext>
            </a:extLst>
          </p:cNvPr>
          <p:cNvCxnSpPr/>
          <p:nvPr/>
        </p:nvCxnSpPr>
        <p:spPr>
          <a:xfrm rot="16200000" flipH="1">
            <a:off x="5218785" y="1901729"/>
            <a:ext cx="432000" cy="1116000"/>
          </a:xfrm>
          <a:prstGeom prst="bentConnector3">
            <a:avLst>
              <a:gd name="adj1" fmla="val 346"/>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2483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9B176AB4-FC43-CB74-8044-A09097EB3579}"/>
              </a:ext>
            </a:extLst>
          </p:cNvPr>
          <p:cNvSpPr>
            <a:spLocks noGrp="1"/>
          </p:cNvSpPr>
          <p:nvPr>
            <p:ph sz="quarter" idx="11"/>
          </p:nvPr>
        </p:nvSpPr>
        <p:spPr>
          <a:xfrm>
            <a:off x="486000" y="900000"/>
            <a:ext cx="8172000" cy="3703500"/>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486000" y="550723"/>
            <a:ext cx="8172000" cy="338554"/>
          </a:xfrm>
        </p:spPr>
        <p:txBody>
          <a:bodyPr/>
          <a:lstStyle/>
          <a:p>
            <a:r>
              <a:rPr lang="zh-CN" altLang="en-US" dirty="0"/>
              <a:t>自治系统和内部网关协议、外部网关协议 </a:t>
            </a:r>
          </a:p>
        </p:txBody>
      </p:sp>
      <p:sp>
        <p:nvSpPr>
          <p:cNvPr id="38" name="云形 37">
            <a:extLst>
              <a:ext uri="{FF2B5EF4-FFF2-40B4-BE49-F238E27FC236}">
                <a16:creationId xmlns:a16="http://schemas.microsoft.com/office/drawing/2014/main" id="{C30589A2-81E8-CBFB-D135-214A864B9B6A}"/>
              </a:ext>
            </a:extLst>
          </p:cNvPr>
          <p:cNvSpPr/>
          <p:nvPr/>
        </p:nvSpPr>
        <p:spPr>
          <a:xfrm>
            <a:off x="5211164" y="3212343"/>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sp>
        <p:nvSpPr>
          <p:cNvPr id="39" name="云形 38">
            <a:extLst>
              <a:ext uri="{FF2B5EF4-FFF2-40B4-BE49-F238E27FC236}">
                <a16:creationId xmlns:a16="http://schemas.microsoft.com/office/drawing/2014/main" id="{2D4D3E49-1345-EA78-B2A7-6916FDA4D46B}"/>
              </a:ext>
            </a:extLst>
          </p:cNvPr>
          <p:cNvSpPr/>
          <p:nvPr/>
        </p:nvSpPr>
        <p:spPr>
          <a:xfrm>
            <a:off x="1796163" y="3210257"/>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0" name="Picture 179">
            <a:extLst>
              <a:ext uri="{FF2B5EF4-FFF2-40B4-BE49-F238E27FC236}">
                <a16:creationId xmlns:a16="http://schemas.microsoft.com/office/drawing/2014/main" id="{08C1808B-A2E6-C89B-962A-62F1C9A874D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719585"/>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180">
            <a:extLst>
              <a:ext uri="{FF2B5EF4-FFF2-40B4-BE49-F238E27FC236}">
                <a16:creationId xmlns:a16="http://schemas.microsoft.com/office/drawing/2014/main" id="{071A68EF-3A41-1080-6D0A-EDDE5C59A67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686205"/>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2" name="直接连接符 41">
            <a:extLst>
              <a:ext uri="{FF2B5EF4-FFF2-40B4-BE49-F238E27FC236}">
                <a16:creationId xmlns:a16="http://schemas.microsoft.com/office/drawing/2014/main" id="{2B94EDF8-558A-B252-3315-3D3A966CEFD9}"/>
              </a:ext>
            </a:extLst>
          </p:cNvPr>
          <p:cNvCxnSpPr>
            <a:stCxn id="40" idx="3"/>
            <a:endCxn id="41" idx="1"/>
          </p:cNvCxnSpPr>
          <p:nvPr/>
        </p:nvCxnSpPr>
        <p:spPr>
          <a:xfrm flipV="1">
            <a:off x="3845193" y="3851049"/>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云形 42">
            <a:extLst>
              <a:ext uri="{FF2B5EF4-FFF2-40B4-BE49-F238E27FC236}">
                <a16:creationId xmlns:a16="http://schemas.microsoft.com/office/drawing/2014/main" id="{69E9C865-75E1-9436-0B76-B0F86E8B4B12}"/>
              </a:ext>
            </a:extLst>
          </p:cNvPr>
          <p:cNvSpPr/>
          <p:nvPr/>
        </p:nvSpPr>
        <p:spPr>
          <a:xfrm>
            <a:off x="3468441" y="180828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4" name="Picture 179">
            <a:extLst>
              <a:ext uri="{FF2B5EF4-FFF2-40B4-BE49-F238E27FC236}">
                <a16:creationId xmlns:a16="http://schemas.microsoft.com/office/drawing/2014/main" id="{4A55CA49-733E-FDDB-603C-ED9DE2D36E4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971362"/>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5" name="直接连接符 44">
            <a:extLst>
              <a:ext uri="{FF2B5EF4-FFF2-40B4-BE49-F238E27FC236}">
                <a16:creationId xmlns:a16="http://schemas.microsoft.com/office/drawing/2014/main" id="{93F97166-C92D-E06A-C4AB-BF1AFBBAF844}"/>
              </a:ext>
            </a:extLst>
          </p:cNvPr>
          <p:cNvCxnSpPr>
            <a:cxnSpLocks/>
            <a:stCxn id="40" idx="0"/>
            <a:endCxn id="44" idx="1"/>
          </p:cNvCxnSpPr>
          <p:nvPr/>
        </p:nvCxnSpPr>
        <p:spPr>
          <a:xfrm flipV="1">
            <a:off x="3583611" y="3135045"/>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089E5F0A-B682-F673-297C-F606AB5D9295}"/>
              </a:ext>
            </a:extLst>
          </p:cNvPr>
          <p:cNvCxnSpPr>
            <a:cxnSpLocks/>
            <a:stCxn id="44" idx="3"/>
            <a:endCxn id="41" idx="0"/>
          </p:cNvCxnSpPr>
          <p:nvPr/>
        </p:nvCxnSpPr>
        <p:spPr>
          <a:xfrm>
            <a:off x="4692064" y="3135045"/>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5B27824E-0ACA-ECDE-20AC-B8472369210E}"/>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EB72E4C-E417-2FB1-B1BB-C12588A10815}"/>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4F914A0F-A482-30AF-0E8B-A85F376AD01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5BAC143C-F78F-03B5-00AD-50591848ECB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BE5FE92B-2D7D-3BF4-D5B7-AC6018EE4758}"/>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BD8CC20F-4AED-A61E-A341-05F11AEF1E82}"/>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616D5089-5133-F709-E989-206FB4B3E50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45F1093F-722F-6945-862D-609F2DC012F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9A112B1-3C96-DCBB-B6DD-851D80124E97}"/>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C40BD3D6-A9DE-6E9E-B314-DE3909738624}"/>
              </a:ext>
            </a:extLst>
          </p:cNvPr>
          <p:cNvSpPr txBox="1"/>
          <p:nvPr/>
        </p:nvSpPr>
        <p:spPr>
          <a:xfrm>
            <a:off x="3517048" y="2666901"/>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DD65EAE2-5879-7239-E5A1-0729DB6EE668}"/>
              </a:ext>
            </a:extLst>
          </p:cNvPr>
          <p:cNvSpPr txBox="1"/>
          <p:nvPr/>
        </p:nvSpPr>
        <p:spPr>
          <a:xfrm>
            <a:off x="4129305" y="3441725"/>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BFFDD7B0-EBA6-303B-21E4-3261FEDE7046}"/>
              </a:ext>
            </a:extLst>
          </p:cNvPr>
          <p:cNvSpPr txBox="1"/>
          <p:nvPr/>
        </p:nvSpPr>
        <p:spPr>
          <a:xfrm>
            <a:off x="4577358" y="2943900"/>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93163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792D5-9079-4ED8-6B4C-96B9109262B9}"/>
            </a:ext>
          </a:extLst>
        </p:cNvPr>
        <p:cNvGrpSpPr/>
        <p:nvPr/>
      </p:nvGrpSpPr>
      <p:grpSpPr>
        <a:xfrm>
          <a:off x="0" y="0"/>
          <a:ext cx="0" cy="0"/>
          <a:chOff x="0" y="0"/>
          <a:chExt cx="0" cy="0"/>
        </a:xfrm>
      </p:grpSpPr>
      <p:sp>
        <p:nvSpPr>
          <p:cNvPr id="4" name="云形 3">
            <a:extLst>
              <a:ext uri="{FF2B5EF4-FFF2-40B4-BE49-F238E27FC236}">
                <a16:creationId xmlns:a16="http://schemas.microsoft.com/office/drawing/2014/main" id="{9BD6116D-E150-834A-4039-8F465C4D3563}"/>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5120372-C374-2DD9-E15E-6D504EF8BBA1}"/>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14777A4C-E97E-735B-A88B-B9DE69B3BD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37218CBA-A635-CCD6-9F67-8B7C82E7CA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EB52806A-2179-0EE7-F00B-098C94D1D233}"/>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273D0585-892B-A1A6-39B9-9C0A62DF74B8}"/>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F22EC365-53F0-7208-050F-300521BB2B0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FC9A42B2-9893-DDDD-448D-E42085D6682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CC2FAD1C-7F56-0C83-4BE8-6067A89BD6AF}"/>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B2F82F8-BD86-55B1-303C-6A7CC55DEDB1}"/>
              </a:ext>
            </a:extLst>
          </p:cNvPr>
          <p:cNvSpPr txBox="1"/>
          <p:nvPr/>
        </p:nvSpPr>
        <p:spPr>
          <a:xfrm>
            <a:off x="3510636" y="2666901"/>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A7151968-0260-0E21-5849-AF85023D1E28}"/>
              </a:ext>
            </a:extLst>
          </p:cNvPr>
          <p:cNvSpPr txBox="1"/>
          <p:nvPr/>
        </p:nvSpPr>
        <p:spPr>
          <a:xfrm>
            <a:off x="4122893" y="3441725"/>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90DE416F-F8F0-6690-75D0-C19F0FD143E5}"/>
              </a:ext>
            </a:extLst>
          </p:cNvPr>
          <p:cNvSpPr txBox="1"/>
          <p:nvPr/>
        </p:nvSpPr>
        <p:spPr>
          <a:xfrm>
            <a:off x="4570946" y="2943900"/>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26913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A4DAA75-B0C1-823B-7171-0BDEE4D7A5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1487962"/>
            <a:ext cx="528750" cy="360000"/>
          </a:xfrm>
          <a:prstGeom prst="rect">
            <a:avLst/>
          </a:prstGeom>
        </p:spPr>
      </p:pic>
      <p:sp>
        <p:nvSpPr>
          <p:cNvPr id="5" name="云形 4">
            <a:extLst>
              <a:ext uri="{FF2B5EF4-FFF2-40B4-BE49-F238E27FC236}">
                <a16:creationId xmlns:a16="http://schemas.microsoft.com/office/drawing/2014/main" id="{AF3B0B92-54A5-58B7-94A7-E2B3992289BF}"/>
              </a:ext>
            </a:extLst>
          </p:cNvPr>
          <p:cNvSpPr/>
          <p:nvPr/>
        </p:nvSpPr>
        <p:spPr>
          <a:xfrm>
            <a:off x="2112348"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NET1</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sp>
        <p:nvSpPr>
          <p:cNvPr id="6" name="云形 5">
            <a:extLst>
              <a:ext uri="{FF2B5EF4-FFF2-40B4-BE49-F238E27FC236}">
                <a16:creationId xmlns:a16="http://schemas.microsoft.com/office/drawing/2014/main" id="{BC7B3D3F-8A7F-C352-EB23-1AABA3B549EB}"/>
              </a:ext>
            </a:extLst>
          </p:cNvPr>
          <p:cNvSpPr/>
          <p:nvPr/>
        </p:nvSpPr>
        <p:spPr>
          <a:xfrm>
            <a:off x="5907106"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NET2</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7" name="图片 6">
            <a:extLst>
              <a:ext uri="{FF2B5EF4-FFF2-40B4-BE49-F238E27FC236}">
                <a16:creationId xmlns:a16="http://schemas.microsoft.com/office/drawing/2014/main" id="{C15A005D-A06F-0977-740A-A955BDD6FC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2732300"/>
            <a:ext cx="528750" cy="360000"/>
          </a:xfrm>
          <a:prstGeom prst="rect">
            <a:avLst/>
          </a:prstGeom>
        </p:spPr>
      </p:pic>
      <p:sp>
        <p:nvSpPr>
          <p:cNvPr id="8" name="云形 7">
            <a:extLst>
              <a:ext uri="{FF2B5EF4-FFF2-40B4-BE49-F238E27FC236}">
                <a16:creationId xmlns:a16="http://schemas.microsoft.com/office/drawing/2014/main" id="{24A99EE5-234B-D421-6EC3-08A7272050E4}"/>
              </a:ext>
            </a:extLst>
          </p:cNvPr>
          <p:cNvSpPr/>
          <p:nvPr/>
        </p:nvSpPr>
        <p:spPr>
          <a:xfrm>
            <a:off x="2578049" y="2912300"/>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NET3</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9" name="图片 8">
            <a:extLst>
              <a:ext uri="{FF2B5EF4-FFF2-40B4-BE49-F238E27FC236}">
                <a16:creationId xmlns:a16="http://schemas.microsoft.com/office/drawing/2014/main" id="{401FB74C-FF46-E067-A113-D8C0BCF609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12371" y="3873625"/>
            <a:ext cx="528750" cy="360000"/>
          </a:xfrm>
          <a:prstGeom prst="rect">
            <a:avLst/>
          </a:prstGeom>
        </p:spPr>
      </p:pic>
      <p:cxnSp>
        <p:nvCxnSpPr>
          <p:cNvPr id="10" name="直接连接符 9">
            <a:extLst>
              <a:ext uri="{FF2B5EF4-FFF2-40B4-BE49-F238E27FC236}">
                <a16:creationId xmlns:a16="http://schemas.microsoft.com/office/drawing/2014/main" id="{AB320C23-BEE5-2C7B-4661-8C8C9AF9B8D4}"/>
              </a:ext>
            </a:extLst>
          </p:cNvPr>
          <p:cNvCxnSpPr>
            <a:stCxn id="5" idx="0"/>
            <a:endCxn id="4" idx="1"/>
          </p:cNvCxnSpPr>
          <p:nvPr/>
        </p:nvCxnSpPr>
        <p:spPr>
          <a:xfrm>
            <a:off x="3075068" y="1667962"/>
            <a:ext cx="1101678"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CE896C29-D1AA-D3FC-9225-C55140C1E24B}"/>
              </a:ext>
            </a:extLst>
          </p:cNvPr>
          <p:cNvCxnSpPr>
            <a:stCxn id="4" idx="3"/>
            <a:endCxn id="6" idx="2"/>
          </p:cNvCxnSpPr>
          <p:nvPr/>
        </p:nvCxnSpPr>
        <p:spPr>
          <a:xfrm>
            <a:off x="4705496" y="1667962"/>
            <a:ext cx="1204599"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EF5929A-A639-6439-743C-73BA72EB750A}"/>
              </a:ext>
            </a:extLst>
          </p:cNvPr>
          <p:cNvCxnSpPr>
            <a:stCxn id="6" idx="1"/>
            <a:endCxn id="7" idx="3"/>
          </p:cNvCxnSpPr>
          <p:nvPr/>
        </p:nvCxnSpPr>
        <p:spPr>
          <a:xfrm flipH="1">
            <a:off x="4705496" y="2001389"/>
            <a:ext cx="1683372" cy="91091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CF7EA39C-AB19-0999-940C-81E8A852204D}"/>
              </a:ext>
            </a:extLst>
          </p:cNvPr>
          <p:cNvCxnSpPr>
            <a:stCxn id="7" idx="1"/>
            <a:endCxn id="8" idx="0"/>
          </p:cNvCxnSpPr>
          <p:nvPr/>
        </p:nvCxnSpPr>
        <p:spPr>
          <a:xfrm flipH="1">
            <a:off x="3540769" y="2912300"/>
            <a:ext cx="635977" cy="33414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07404F1-EC71-4611-0CD4-4B8767783C2A}"/>
              </a:ext>
            </a:extLst>
          </p:cNvPr>
          <p:cNvCxnSpPr>
            <a:stCxn id="8" idx="1"/>
            <a:endCxn id="9" idx="1"/>
          </p:cNvCxnSpPr>
          <p:nvPr/>
        </p:nvCxnSpPr>
        <p:spPr>
          <a:xfrm>
            <a:off x="3059811" y="3579867"/>
            <a:ext cx="852560" cy="47375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云形 14">
            <a:extLst>
              <a:ext uri="{FF2B5EF4-FFF2-40B4-BE49-F238E27FC236}">
                <a16:creationId xmlns:a16="http://schemas.microsoft.com/office/drawing/2014/main" id="{04837FC9-8F7C-9EDF-6FC7-2E4F1C3AFBD6}"/>
              </a:ext>
            </a:extLst>
          </p:cNvPr>
          <p:cNvSpPr/>
          <p:nvPr/>
        </p:nvSpPr>
        <p:spPr>
          <a:xfrm>
            <a:off x="5473136" y="3719485"/>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NET4</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cxnSp>
        <p:nvCxnSpPr>
          <p:cNvPr id="16" name="直接连接符 15">
            <a:extLst>
              <a:ext uri="{FF2B5EF4-FFF2-40B4-BE49-F238E27FC236}">
                <a16:creationId xmlns:a16="http://schemas.microsoft.com/office/drawing/2014/main" id="{94512E90-07F6-C6D4-17ED-1EC4D9CDB140}"/>
              </a:ext>
            </a:extLst>
          </p:cNvPr>
          <p:cNvCxnSpPr>
            <a:stCxn id="9" idx="3"/>
            <a:endCxn id="15" idx="2"/>
          </p:cNvCxnSpPr>
          <p:nvPr/>
        </p:nvCxnSpPr>
        <p:spPr>
          <a:xfrm>
            <a:off x="4441121" y="4053625"/>
            <a:ext cx="1035004"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DB514E26-07C3-C238-C576-F96ECC8DC2E0}"/>
              </a:ext>
            </a:extLst>
          </p:cNvPr>
          <p:cNvSpPr txBox="1"/>
          <p:nvPr/>
        </p:nvSpPr>
        <p:spPr>
          <a:xfrm>
            <a:off x="4262849" y="1193800"/>
            <a:ext cx="348172"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R1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140838B6-EDE8-8A4A-B90F-5F6FC9F4CC6B}"/>
              </a:ext>
            </a:extLst>
          </p:cNvPr>
          <p:cNvSpPr txBox="1"/>
          <p:nvPr/>
        </p:nvSpPr>
        <p:spPr>
          <a:xfrm>
            <a:off x="4245947" y="2466108"/>
            <a:ext cx="380232"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R2</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27AFE0ED-384E-CAFA-FB2E-A018A1DCAA5D}"/>
              </a:ext>
            </a:extLst>
          </p:cNvPr>
          <p:cNvSpPr txBox="1"/>
          <p:nvPr/>
        </p:nvSpPr>
        <p:spPr>
          <a:xfrm>
            <a:off x="3987431" y="3587169"/>
            <a:ext cx="378630"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R3</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4DE8BF3A-6604-3799-8F10-F654F394945D}"/>
              </a:ext>
            </a:extLst>
          </p:cNvPr>
          <p:cNvCxnSpPr>
            <a:cxnSpLocks/>
            <a:stCxn id="17" idx="1"/>
          </p:cNvCxnSpPr>
          <p:nvPr/>
        </p:nvCxnSpPr>
        <p:spPr>
          <a:xfrm flipH="1">
            <a:off x="3212028" y="1332300"/>
            <a:ext cx="1050821" cy="15281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CB574AC-AD43-5E6D-4A58-81A34930537F}"/>
              </a:ext>
            </a:extLst>
          </p:cNvPr>
          <p:cNvCxnSpPr>
            <a:cxnSpLocks/>
            <a:stCxn id="17" idx="3"/>
          </p:cNvCxnSpPr>
          <p:nvPr/>
        </p:nvCxnSpPr>
        <p:spPr>
          <a:xfrm>
            <a:off x="4611021" y="1332300"/>
            <a:ext cx="1201610" cy="13115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7D123468-3939-51D9-CB7A-59ECECD050D6}"/>
              </a:ext>
            </a:extLst>
          </p:cNvPr>
          <p:cNvCxnSpPr>
            <a:cxnSpLocks/>
            <a:stCxn id="4" idx="2"/>
          </p:cNvCxnSpPr>
          <p:nvPr/>
        </p:nvCxnSpPr>
        <p:spPr>
          <a:xfrm flipH="1">
            <a:off x="3451151" y="1847962"/>
            <a:ext cx="989970" cy="9667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1726403-D855-1430-9518-7900E447F74B}"/>
              </a:ext>
            </a:extLst>
          </p:cNvPr>
          <p:cNvCxnSpPr>
            <a:stCxn id="4" idx="2"/>
            <a:endCxn id="15" idx="3"/>
          </p:cNvCxnSpPr>
          <p:nvPr/>
        </p:nvCxnSpPr>
        <p:spPr>
          <a:xfrm>
            <a:off x="4441121" y="1847962"/>
            <a:ext cx="1513777" cy="190973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E0B6C5C-BB92-D633-E44A-3D8D6DE2DB44}"/>
              </a:ext>
            </a:extLst>
          </p:cNvPr>
          <p:cNvSpPr txBox="1"/>
          <p:nvPr/>
        </p:nvSpPr>
        <p:spPr>
          <a:xfrm>
            <a:off x="3360461" y="937635"/>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09C2204C-B20F-3D35-974F-F89579C07885}"/>
              </a:ext>
            </a:extLst>
          </p:cNvPr>
          <p:cNvSpPr txBox="1"/>
          <p:nvPr/>
        </p:nvSpPr>
        <p:spPr>
          <a:xfrm>
            <a:off x="5006270" y="925403"/>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7F368183-F028-BEA7-A95F-1FFC980423F2}"/>
              </a:ext>
            </a:extLst>
          </p:cNvPr>
          <p:cNvSpPr txBox="1"/>
          <p:nvPr/>
        </p:nvSpPr>
        <p:spPr>
          <a:xfrm>
            <a:off x="3232177" y="2448015"/>
            <a:ext cx="322524" cy="276999"/>
          </a:xfrm>
          <a:prstGeom prst="rect">
            <a:avLst/>
          </a:prstGeom>
          <a:noFill/>
        </p:spPr>
        <p:txBody>
          <a:bodyPr wrap="squar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2</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09B8C552-3B20-ED21-854C-7E19161311B4}"/>
              </a:ext>
            </a:extLst>
          </p:cNvPr>
          <p:cNvSpPr txBox="1"/>
          <p:nvPr/>
        </p:nvSpPr>
        <p:spPr>
          <a:xfrm>
            <a:off x="5356031" y="3352486"/>
            <a:ext cx="277640"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3</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781963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时钟">
            <a:extLst>
              <a:ext uri="{FF2B5EF4-FFF2-40B4-BE49-F238E27FC236}">
                <a16:creationId xmlns:a16="http://schemas.microsoft.com/office/drawing/2014/main" id="{BF905D22-38E0-1718-E430-B82E85F15A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0878" y="1893557"/>
            <a:ext cx="360000" cy="360000"/>
          </a:xfrm>
          <a:prstGeom prst="rect">
            <a:avLst/>
          </a:prstGeom>
        </p:spPr>
      </p:pic>
      <p:sp>
        <p:nvSpPr>
          <p:cNvPr id="6" name="文本框 5">
            <a:extLst>
              <a:ext uri="{FF2B5EF4-FFF2-40B4-BE49-F238E27FC236}">
                <a16:creationId xmlns:a16="http://schemas.microsoft.com/office/drawing/2014/main" id="{9C0A600A-AF56-40E3-C51F-0394BBF55D52}"/>
              </a:ext>
            </a:extLst>
          </p:cNvPr>
          <p:cNvSpPr txBox="1"/>
          <p:nvPr/>
        </p:nvSpPr>
        <p:spPr>
          <a:xfrm>
            <a:off x="3469589" y="1842725"/>
            <a:ext cx="80021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有效路由</a:t>
            </a:r>
          </a:p>
        </p:txBody>
      </p:sp>
      <p:pic>
        <p:nvPicPr>
          <p:cNvPr id="9" name="图形 8" descr="时钟">
            <a:extLst>
              <a:ext uri="{FF2B5EF4-FFF2-40B4-BE49-F238E27FC236}">
                <a16:creationId xmlns:a16="http://schemas.microsoft.com/office/drawing/2014/main" id="{181BF919-4C88-185A-139A-47C79E73595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10878" y="2525584"/>
            <a:ext cx="360000" cy="360000"/>
          </a:xfrm>
          <a:prstGeom prst="rect">
            <a:avLst/>
          </a:prstGeom>
        </p:spPr>
      </p:pic>
      <p:sp>
        <p:nvSpPr>
          <p:cNvPr id="10" name="文本框 9">
            <a:extLst>
              <a:ext uri="{FF2B5EF4-FFF2-40B4-BE49-F238E27FC236}">
                <a16:creationId xmlns:a16="http://schemas.microsoft.com/office/drawing/2014/main" id="{19D4A10C-A69B-9811-8A7D-3158CAFF6D17}"/>
              </a:ext>
            </a:extLst>
          </p:cNvPr>
          <p:cNvSpPr txBox="1"/>
          <p:nvPr/>
        </p:nvSpPr>
        <p:spPr>
          <a:xfrm>
            <a:off x="3469589" y="2474752"/>
            <a:ext cx="172354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180s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标记为无效；仍然广播</a:t>
            </a:r>
          </a:p>
        </p:txBody>
      </p:sp>
      <p:pic>
        <p:nvPicPr>
          <p:cNvPr id="14" name="图形 13" descr="时钟">
            <a:extLst>
              <a:ext uri="{FF2B5EF4-FFF2-40B4-BE49-F238E27FC236}">
                <a16:creationId xmlns:a16="http://schemas.microsoft.com/office/drawing/2014/main" id="{5D6E787C-7AB5-8A09-1AA4-4D13CF97A2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10878" y="3157610"/>
            <a:ext cx="360000" cy="360000"/>
          </a:xfrm>
          <a:prstGeom prst="rect">
            <a:avLst/>
          </a:prstGeom>
        </p:spPr>
      </p:pic>
      <p:sp>
        <p:nvSpPr>
          <p:cNvPr id="15" name="文本框 14">
            <a:extLst>
              <a:ext uri="{FF2B5EF4-FFF2-40B4-BE49-F238E27FC236}">
                <a16:creationId xmlns:a16="http://schemas.microsoft.com/office/drawing/2014/main" id="{D1264B95-9276-67D8-3182-2D48C85BE2C5}"/>
              </a:ext>
            </a:extLst>
          </p:cNvPr>
          <p:cNvSpPr txBox="1"/>
          <p:nvPr/>
        </p:nvSpPr>
        <p:spPr>
          <a:xfrm>
            <a:off x="3469589" y="3106778"/>
            <a:ext cx="551754"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300s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删除</a:t>
            </a:r>
          </a:p>
        </p:txBody>
      </p:sp>
      <p:cxnSp>
        <p:nvCxnSpPr>
          <p:cNvPr id="17" name="直接箭头连接符 16">
            <a:extLst>
              <a:ext uri="{FF2B5EF4-FFF2-40B4-BE49-F238E27FC236}">
                <a16:creationId xmlns:a16="http://schemas.microsoft.com/office/drawing/2014/main" id="{46B8C33F-70A3-80C4-0ED4-C61EE6A349DA}"/>
              </a:ext>
            </a:extLst>
          </p:cNvPr>
          <p:cNvCxnSpPr>
            <a:cxnSpLocks/>
            <a:stCxn id="5" idx="2"/>
            <a:endCxn id="9" idx="0"/>
          </p:cNvCxnSpPr>
          <p:nvPr/>
        </p:nvCxnSpPr>
        <p:spPr>
          <a:xfrm>
            <a:off x="3290878" y="2253557"/>
            <a:ext cx="0" cy="27202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11DFC81-B022-1C13-2759-DD7FC7BA1076}"/>
              </a:ext>
            </a:extLst>
          </p:cNvPr>
          <p:cNvCxnSpPr>
            <a:cxnSpLocks/>
            <a:stCxn id="9" idx="2"/>
            <a:endCxn id="14" idx="0"/>
          </p:cNvCxnSpPr>
          <p:nvPr/>
        </p:nvCxnSpPr>
        <p:spPr>
          <a:xfrm>
            <a:off x="3290878" y="2885584"/>
            <a:ext cx="0" cy="2720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780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649830595"/>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35594007"/>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4" name="云形 3">
            <a:extLst>
              <a:ext uri="{FF2B5EF4-FFF2-40B4-BE49-F238E27FC236}">
                <a16:creationId xmlns:a16="http://schemas.microsoft.com/office/drawing/2014/main" id="{97C8CB96-5C77-F62B-56DD-408B260BB4A6}"/>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D8820B3A-CA46-F49E-645B-9E9C1176E83A}"/>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3" name="云形 52">
            <a:extLst>
              <a:ext uri="{FF2B5EF4-FFF2-40B4-BE49-F238E27FC236}">
                <a16:creationId xmlns:a16="http://schemas.microsoft.com/office/drawing/2014/main" id="{7BAC82BE-22D4-5197-E48E-D416DF6C279C}"/>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55" name="直接连接符 54">
            <a:extLst>
              <a:ext uri="{FF2B5EF4-FFF2-40B4-BE49-F238E27FC236}">
                <a16:creationId xmlns:a16="http://schemas.microsoft.com/office/drawing/2014/main" id="{A3162DE1-BA45-5C6B-1046-D536B5A66FDB}"/>
              </a:ext>
            </a:extLst>
          </p:cNvPr>
          <p:cNvCxnSpPr>
            <a:stCxn id="4" idx="0"/>
            <a:endCxn id="6"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D4EEF64-B9B7-F2EB-6650-F88F75AA1F90}"/>
              </a:ext>
            </a:extLst>
          </p:cNvPr>
          <p:cNvCxnSpPr>
            <a:stCxn id="6" idx="3"/>
            <a:endCxn id="5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0A97094-EB52-73A1-21EB-8E4BE7F014C5}"/>
              </a:ext>
            </a:extLst>
          </p:cNvPr>
          <p:cNvCxnSpPr>
            <a:stCxn id="52" idx="0"/>
            <a:endCxn id="9"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3300B92-EA6D-F89A-286A-FE22530E9172}"/>
              </a:ext>
            </a:extLst>
          </p:cNvPr>
          <p:cNvCxnSpPr>
            <a:stCxn id="53" idx="2"/>
            <a:endCxn id="9"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329254"/>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pic>
        <p:nvPicPr>
          <p:cNvPr id="15" name="Picture 3">
            <a:extLst>
              <a:ext uri="{FF2B5EF4-FFF2-40B4-BE49-F238E27FC236}">
                <a16:creationId xmlns:a16="http://schemas.microsoft.com/office/drawing/2014/main" id="{095DACD3-50CF-8D86-D76C-7A9B1E68CEE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6C410459-D8AF-4594-88AA-C8105427234F}"/>
              </a:ext>
            </a:extLst>
          </p:cNvPr>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063914FB-6962-5832-6FCB-BC03976C43B5}"/>
              </a:ext>
            </a:extLst>
          </p:cNvPr>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0612E2BF-A862-D213-3FA2-7408D88589B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云形 20">
            <a:extLst>
              <a:ext uri="{FF2B5EF4-FFF2-40B4-BE49-F238E27FC236}">
                <a16:creationId xmlns:a16="http://schemas.microsoft.com/office/drawing/2014/main" id="{93C01018-2652-C00B-D6DD-031CE2CD7359}"/>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3F1FE95B-5544-EF3F-2B80-E0628E38CC43}"/>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7DFB2D4B-5011-F10C-9AA9-00481E0851AB}"/>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FD51359A-F44B-2DEC-FB16-30B5867A1614}"/>
              </a:ext>
            </a:extLst>
          </p:cNvPr>
          <p:cNvCxnSpPr>
            <a:stCxn id="21" idx="0"/>
            <a:endCxn id="15"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50ADA94-5C0B-8779-E390-04BBC05B3D0F}"/>
              </a:ext>
            </a:extLst>
          </p:cNvPr>
          <p:cNvCxnSpPr>
            <a:stCxn id="15" idx="3"/>
            <a:endCxn id="2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12BC323-22A6-E459-E3F1-A8CBC49448B7}"/>
              </a:ext>
            </a:extLst>
          </p:cNvPr>
          <p:cNvCxnSpPr>
            <a:stCxn id="22" idx="0"/>
            <a:endCxn id="18"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71E3A2F-6AFD-3D87-59A8-CF7FDE767E6F}"/>
              </a:ext>
            </a:extLst>
          </p:cNvPr>
          <p:cNvCxnSpPr>
            <a:stCxn id="23" idx="2"/>
            <a:endCxn id="18"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28" name="Picture 3">
            <a:extLst>
              <a:ext uri="{FF2B5EF4-FFF2-40B4-BE49-F238E27FC236}">
                <a16:creationId xmlns:a16="http://schemas.microsoft.com/office/drawing/2014/main" id="{8C7751AB-0C76-6136-8E6A-20DB7A38359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2714539"/>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Text Box 4">
            <a:extLst>
              <a:ext uri="{FF2B5EF4-FFF2-40B4-BE49-F238E27FC236}">
                <a16:creationId xmlns:a16="http://schemas.microsoft.com/office/drawing/2014/main" id="{6C8133D3-2EAE-E541-B860-A00791E330AD}"/>
              </a:ext>
            </a:extLst>
          </p:cNvPr>
          <p:cNvSpPr txBox="1">
            <a:spLocks noChangeArrowheads="1"/>
          </p:cNvSpPr>
          <p:nvPr/>
        </p:nvSpPr>
        <p:spPr bwMode="auto">
          <a:xfrm>
            <a:off x="5494037" y="2842667"/>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30" name="Text Box 5">
            <a:extLst>
              <a:ext uri="{FF2B5EF4-FFF2-40B4-BE49-F238E27FC236}">
                <a16:creationId xmlns:a16="http://schemas.microsoft.com/office/drawing/2014/main" id="{B1665850-441D-91BD-8DC0-71032E49BB30}"/>
              </a:ext>
            </a:extLst>
          </p:cNvPr>
          <p:cNvSpPr txBox="1">
            <a:spLocks noChangeArrowheads="1"/>
          </p:cNvSpPr>
          <p:nvPr/>
        </p:nvSpPr>
        <p:spPr bwMode="auto">
          <a:xfrm>
            <a:off x="2983356" y="2842667"/>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31" name="Picture 6">
            <a:extLst>
              <a:ext uri="{FF2B5EF4-FFF2-40B4-BE49-F238E27FC236}">
                <a16:creationId xmlns:a16="http://schemas.microsoft.com/office/drawing/2014/main" id="{FE385C5A-6AC3-ADDA-B35F-E2C8E7A349F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2714539"/>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32" name="表格 31">
            <a:extLst>
              <a:ext uri="{FF2B5EF4-FFF2-40B4-BE49-F238E27FC236}">
                <a16:creationId xmlns:a16="http://schemas.microsoft.com/office/drawing/2014/main" id="{3CFBA5F1-35AD-47AE-F0DA-BA3CF933798B}"/>
              </a:ext>
            </a:extLst>
          </p:cNvPr>
          <p:cNvGraphicFramePr>
            <a:graphicFrameLocks noGrp="1"/>
          </p:cNvGraphicFramePr>
          <p:nvPr>
            <p:extLst>
              <p:ext uri="{D42A27DB-BD31-4B8C-83A1-F6EECF244321}">
                <p14:modId xmlns:p14="http://schemas.microsoft.com/office/powerpoint/2010/main" val="796641718"/>
              </p:ext>
            </p:extLst>
          </p:nvPr>
        </p:nvGraphicFramePr>
        <p:xfrm>
          <a:off x="2435301" y="321713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3" name="表格 32">
            <a:extLst>
              <a:ext uri="{FF2B5EF4-FFF2-40B4-BE49-F238E27FC236}">
                <a16:creationId xmlns:a16="http://schemas.microsoft.com/office/drawing/2014/main" id="{13D1222C-C1AE-E213-E7CF-D9E6A7906E18}"/>
              </a:ext>
            </a:extLst>
          </p:cNvPr>
          <p:cNvGraphicFramePr>
            <a:graphicFrameLocks noGrp="1"/>
          </p:cNvGraphicFramePr>
          <p:nvPr>
            <p:extLst>
              <p:ext uri="{D42A27DB-BD31-4B8C-83A1-F6EECF244321}">
                <p14:modId xmlns:p14="http://schemas.microsoft.com/office/powerpoint/2010/main" val="2493577661"/>
              </p:ext>
            </p:extLst>
          </p:nvPr>
        </p:nvGraphicFramePr>
        <p:xfrm>
          <a:off x="4959608" y="3210942"/>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34" name="云形 33">
            <a:extLst>
              <a:ext uri="{FF2B5EF4-FFF2-40B4-BE49-F238E27FC236}">
                <a16:creationId xmlns:a16="http://schemas.microsoft.com/office/drawing/2014/main" id="{4F676FB7-0589-B258-3F58-1269D55EA31D}"/>
              </a:ext>
            </a:extLst>
          </p:cNvPr>
          <p:cNvSpPr/>
          <p:nvPr/>
        </p:nvSpPr>
        <p:spPr>
          <a:xfrm>
            <a:off x="1357474" y="2418962"/>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35" name="云形 34">
            <a:extLst>
              <a:ext uri="{FF2B5EF4-FFF2-40B4-BE49-F238E27FC236}">
                <a16:creationId xmlns:a16="http://schemas.microsoft.com/office/drawing/2014/main" id="{9916285C-87CF-C51A-7AC2-81FC15C67139}"/>
              </a:ext>
            </a:extLst>
          </p:cNvPr>
          <p:cNvSpPr/>
          <p:nvPr/>
        </p:nvSpPr>
        <p:spPr>
          <a:xfrm>
            <a:off x="3881780"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36" name="云形 35">
            <a:extLst>
              <a:ext uri="{FF2B5EF4-FFF2-40B4-BE49-F238E27FC236}">
                <a16:creationId xmlns:a16="http://schemas.microsoft.com/office/drawing/2014/main" id="{250F636E-56B1-FD72-0B97-F1442F4863BC}"/>
              </a:ext>
            </a:extLst>
          </p:cNvPr>
          <p:cNvSpPr/>
          <p:nvPr/>
        </p:nvSpPr>
        <p:spPr>
          <a:xfrm>
            <a:off x="6406086"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B1C0BAED-B66B-C9B2-A4EE-F3D5E3FD9348}"/>
              </a:ext>
            </a:extLst>
          </p:cNvPr>
          <p:cNvCxnSpPr>
            <a:stCxn id="34" idx="0"/>
            <a:endCxn id="28" idx="1"/>
          </p:cNvCxnSpPr>
          <p:nvPr/>
        </p:nvCxnSpPr>
        <p:spPr>
          <a:xfrm>
            <a:off x="2427930" y="2818158"/>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ADEFB774-9C9F-CEE3-2E6E-105529A94CAE}"/>
              </a:ext>
            </a:extLst>
          </p:cNvPr>
          <p:cNvCxnSpPr>
            <a:stCxn id="28" idx="3"/>
            <a:endCxn id="35" idx="2"/>
          </p:cNvCxnSpPr>
          <p:nvPr/>
        </p:nvCxnSpPr>
        <p:spPr>
          <a:xfrm>
            <a:off x="3396936" y="2818158"/>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EDCBF360-0852-C021-EB80-0407232C1031}"/>
              </a:ext>
            </a:extLst>
          </p:cNvPr>
          <p:cNvCxnSpPr>
            <a:stCxn id="35" idx="0"/>
            <a:endCxn id="31" idx="1"/>
          </p:cNvCxnSpPr>
          <p:nvPr/>
        </p:nvCxnSpPr>
        <p:spPr>
          <a:xfrm>
            <a:off x="4952236" y="2818158"/>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3F22F87-A0FB-8088-DB2D-6B37AEE638D1}"/>
              </a:ext>
            </a:extLst>
          </p:cNvPr>
          <p:cNvCxnSpPr>
            <a:stCxn id="36" idx="2"/>
            <a:endCxn id="31" idx="3"/>
          </p:cNvCxnSpPr>
          <p:nvPr/>
        </p:nvCxnSpPr>
        <p:spPr>
          <a:xfrm flipH="1">
            <a:off x="5921769" y="2818158"/>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01" name="表格 100">
            <a:extLst>
              <a:ext uri="{FF2B5EF4-FFF2-40B4-BE49-F238E27FC236}">
                <a16:creationId xmlns:a16="http://schemas.microsoft.com/office/drawing/2014/main" id="{1479F180-F725-460B-23A0-54B1F36ACAF8}"/>
              </a:ext>
            </a:extLst>
          </p:cNvPr>
          <p:cNvGraphicFramePr>
            <a:graphicFrameLocks noGrp="1"/>
          </p:cNvGraphicFramePr>
          <p:nvPr>
            <p:extLst>
              <p:ext uri="{D42A27DB-BD31-4B8C-83A1-F6EECF244321}">
                <p14:modId xmlns:p14="http://schemas.microsoft.com/office/powerpoint/2010/main" val="4077933124"/>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02" name="表格 101">
            <a:extLst>
              <a:ext uri="{FF2B5EF4-FFF2-40B4-BE49-F238E27FC236}">
                <a16:creationId xmlns:a16="http://schemas.microsoft.com/office/drawing/2014/main" id="{7774D4D5-2E80-379E-1174-6CBD5E702A9A}"/>
              </a:ext>
            </a:extLst>
          </p:cNvPr>
          <p:cNvGraphicFramePr>
            <a:graphicFrameLocks noGrp="1"/>
          </p:cNvGraphicFramePr>
          <p:nvPr>
            <p:extLst>
              <p:ext uri="{D42A27DB-BD31-4B8C-83A1-F6EECF244321}">
                <p14:modId xmlns:p14="http://schemas.microsoft.com/office/powerpoint/2010/main" val="1264466476"/>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127252"/>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353337059"/>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15" name="Picture 3">
            <a:extLst>
              <a:ext uri="{FF2B5EF4-FFF2-40B4-BE49-F238E27FC236}">
                <a16:creationId xmlns:a16="http://schemas.microsoft.com/office/drawing/2014/main" id="{81B02CF3-872D-0609-EC5A-4EAD69A16A9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733E5E03-E9D5-1259-803E-D2744DA9F160}"/>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1D53B3C4-B8E1-EB57-5F35-AEDA216C976C}"/>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FBF98E4D-4B09-8A45-389F-A69C7EDDCEF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9" name="表格 18">
            <a:extLst>
              <a:ext uri="{FF2B5EF4-FFF2-40B4-BE49-F238E27FC236}">
                <a16:creationId xmlns:a16="http://schemas.microsoft.com/office/drawing/2014/main" id="{2EC832C3-B7FE-6568-0680-BBA6972BA25E}"/>
              </a:ext>
            </a:extLst>
          </p:cNvPr>
          <p:cNvGraphicFramePr>
            <a:graphicFrameLocks noGrp="1"/>
          </p:cNvGraphicFramePr>
          <p:nvPr>
            <p:extLst>
              <p:ext uri="{D42A27DB-BD31-4B8C-83A1-F6EECF244321}">
                <p14:modId xmlns:p14="http://schemas.microsoft.com/office/powerpoint/2010/main" val="848647282"/>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0" name="表格 19">
            <a:extLst>
              <a:ext uri="{FF2B5EF4-FFF2-40B4-BE49-F238E27FC236}">
                <a16:creationId xmlns:a16="http://schemas.microsoft.com/office/drawing/2014/main" id="{4745D22A-E514-06D2-9E05-F49920749EDB}"/>
              </a:ext>
            </a:extLst>
          </p:cNvPr>
          <p:cNvGraphicFramePr>
            <a:graphicFrameLocks noGrp="1"/>
          </p:cNvGraphicFramePr>
          <p:nvPr>
            <p:extLst>
              <p:ext uri="{D42A27DB-BD31-4B8C-83A1-F6EECF244321}">
                <p14:modId xmlns:p14="http://schemas.microsoft.com/office/powerpoint/2010/main" val="126396451"/>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21" name="云形 20">
            <a:extLst>
              <a:ext uri="{FF2B5EF4-FFF2-40B4-BE49-F238E27FC236}">
                <a16:creationId xmlns:a16="http://schemas.microsoft.com/office/drawing/2014/main" id="{B00EDA73-82C3-A7DC-B1ED-6424934A63E7}"/>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C05EDA8B-3904-EE00-20B0-FD559D3F1151}"/>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0B431E3D-19FF-F95E-DF10-C8E0C0940F99}"/>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482CA3D2-A5C5-B30F-197A-6A067854E8EA}"/>
              </a:ext>
            </a:extLst>
          </p:cNvPr>
          <p:cNvCxnSpPr>
            <a:stCxn id="21" idx="0"/>
            <a:endCxn id="15"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6712CF49-0CEA-D260-A380-AFA18719042D}"/>
              </a:ext>
            </a:extLst>
          </p:cNvPr>
          <p:cNvCxnSpPr>
            <a:stCxn id="15" idx="3"/>
            <a:endCxn id="22"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D585437A-FAE8-A2B4-09F4-82BF8FB9ABE6}"/>
              </a:ext>
            </a:extLst>
          </p:cNvPr>
          <p:cNvCxnSpPr>
            <a:stCxn id="22" idx="0"/>
            <a:endCxn id="18"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FC220A3-6F94-7C42-F22A-787034B4F0F6}"/>
              </a:ext>
            </a:extLst>
          </p:cNvPr>
          <p:cNvCxnSpPr>
            <a:stCxn id="23" idx="2"/>
            <a:endCxn id="18"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箭头: 下 27">
            <a:extLst>
              <a:ext uri="{FF2B5EF4-FFF2-40B4-BE49-F238E27FC236}">
                <a16:creationId xmlns:a16="http://schemas.microsoft.com/office/drawing/2014/main" id="{60D8C2AB-BCDB-1B5D-895A-762727160538}"/>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098540"/>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3146908869"/>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3EBF9939-5830-C048-F49C-9A1217E18D47}"/>
              </a:ext>
            </a:extLst>
          </p:cNvPr>
          <p:cNvGraphicFramePr>
            <a:graphicFrameLocks noGrp="1"/>
          </p:cNvGraphicFramePr>
          <p:nvPr>
            <p:extLst>
              <p:ext uri="{D42A27DB-BD31-4B8C-83A1-F6EECF244321}">
                <p14:modId xmlns:p14="http://schemas.microsoft.com/office/powerpoint/2010/main" val="1403688212"/>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4" name="Picture 3">
            <a:extLst>
              <a:ext uri="{FF2B5EF4-FFF2-40B4-BE49-F238E27FC236}">
                <a16:creationId xmlns:a16="http://schemas.microsoft.com/office/drawing/2014/main" id="{4FED6B82-3D9B-3205-BB5F-8A70166B4B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a:extLst>
              <a:ext uri="{FF2B5EF4-FFF2-40B4-BE49-F238E27FC236}">
                <a16:creationId xmlns:a16="http://schemas.microsoft.com/office/drawing/2014/main" id="{2C923FA6-2849-3EA9-1586-5A496FCAF244}"/>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6" name="Text Box 5">
            <a:extLst>
              <a:ext uri="{FF2B5EF4-FFF2-40B4-BE49-F238E27FC236}">
                <a16:creationId xmlns:a16="http://schemas.microsoft.com/office/drawing/2014/main" id="{5D58C55F-268F-6A42-D01E-89C31C7EF52B}"/>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7" name="Picture 6">
            <a:extLst>
              <a:ext uri="{FF2B5EF4-FFF2-40B4-BE49-F238E27FC236}">
                <a16:creationId xmlns:a16="http://schemas.microsoft.com/office/drawing/2014/main" id="{B9B4DB82-B2E0-A8D8-9B9D-7D2771E85D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8" name="表格 7">
            <a:extLst>
              <a:ext uri="{FF2B5EF4-FFF2-40B4-BE49-F238E27FC236}">
                <a16:creationId xmlns:a16="http://schemas.microsoft.com/office/drawing/2014/main" id="{2603E7D6-256C-1ADD-B192-351593B486B3}"/>
              </a:ext>
            </a:extLst>
          </p:cNvPr>
          <p:cNvGraphicFramePr>
            <a:graphicFrameLocks noGrp="1"/>
          </p:cNvGraphicFramePr>
          <p:nvPr>
            <p:extLst>
              <p:ext uri="{D42A27DB-BD31-4B8C-83A1-F6EECF244321}">
                <p14:modId xmlns:p14="http://schemas.microsoft.com/office/powerpoint/2010/main" val="398599162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9" name="表格 8">
            <a:extLst>
              <a:ext uri="{FF2B5EF4-FFF2-40B4-BE49-F238E27FC236}">
                <a16:creationId xmlns:a16="http://schemas.microsoft.com/office/drawing/2014/main" id="{36550E3A-B3A6-5C8D-8207-82C0C6E3C774}"/>
              </a:ext>
            </a:extLst>
          </p:cNvPr>
          <p:cNvGraphicFramePr>
            <a:graphicFrameLocks noGrp="1"/>
          </p:cNvGraphicFramePr>
          <p:nvPr>
            <p:extLst>
              <p:ext uri="{D42A27DB-BD31-4B8C-83A1-F6EECF244321}">
                <p14:modId xmlns:p14="http://schemas.microsoft.com/office/powerpoint/2010/main" val="180328420"/>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10" name="云形 9">
            <a:extLst>
              <a:ext uri="{FF2B5EF4-FFF2-40B4-BE49-F238E27FC236}">
                <a16:creationId xmlns:a16="http://schemas.microsoft.com/office/drawing/2014/main" id="{7D6D8D2E-0628-465D-167A-096765028DB6}"/>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1" name="云形 10">
            <a:extLst>
              <a:ext uri="{FF2B5EF4-FFF2-40B4-BE49-F238E27FC236}">
                <a16:creationId xmlns:a16="http://schemas.microsoft.com/office/drawing/2014/main" id="{5C088698-F7B3-6F09-3B60-74AC1C93243F}"/>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2" name="云形 11">
            <a:extLst>
              <a:ext uri="{FF2B5EF4-FFF2-40B4-BE49-F238E27FC236}">
                <a16:creationId xmlns:a16="http://schemas.microsoft.com/office/drawing/2014/main" id="{8A1568F7-217D-73F1-A051-EB22248651B7}"/>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94712EC4-6CB3-DB69-A6E8-699534EBCE4C}"/>
              </a:ext>
            </a:extLst>
          </p:cNvPr>
          <p:cNvCxnSpPr>
            <a:stCxn id="10" idx="0"/>
            <a:endCxn id="4"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4DB5CA8-8F54-7EC2-ABFB-5EBB6F584A71}"/>
              </a:ext>
            </a:extLst>
          </p:cNvPr>
          <p:cNvCxnSpPr>
            <a:stCxn id="4" idx="3"/>
            <a:endCxn id="11"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2953314-7BD8-BA40-85CA-A376E6377354}"/>
              </a:ext>
            </a:extLst>
          </p:cNvPr>
          <p:cNvCxnSpPr>
            <a:stCxn id="11" idx="0"/>
            <a:endCxn id="7"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A0B7153-687B-91B2-D8BE-6BA4CE9402EB}"/>
              </a:ext>
            </a:extLst>
          </p:cNvPr>
          <p:cNvCxnSpPr>
            <a:stCxn id="12" idx="2"/>
            <a:endCxn id="7"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箭头: 下 16">
            <a:extLst>
              <a:ext uri="{FF2B5EF4-FFF2-40B4-BE49-F238E27FC236}">
                <a16:creationId xmlns:a16="http://schemas.microsoft.com/office/drawing/2014/main" id="{8893747B-B552-6F83-1A82-36CB4D0FC1DC}"/>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8" name="箭头: 下 17">
            <a:extLst>
              <a:ext uri="{FF2B5EF4-FFF2-40B4-BE49-F238E27FC236}">
                <a16:creationId xmlns:a16="http://schemas.microsoft.com/office/drawing/2014/main" id="{CD90B235-DEB5-5C72-32BE-C0862D116850}"/>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582499"/>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这样不断更新下去</a:t>
            </a:r>
            <a:endParaRPr lang="en-US" altLang="zh-CN" dirty="0"/>
          </a:p>
          <a:p>
            <a:pPr algn="just"/>
            <a:r>
              <a:rPr lang="zh-CN" altLang="en-US" dirty="0"/>
              <a:t>直到 </a:t>
            </a:r>
            <a:r>
              <a:rPr lang="en-US" altLang="zh-CN" dirty="0"/>
              <a:t>R1 </a:t>
            </a:r>
            <a:r>
              <a:rPr lang="zh-CN" altLang="en-US" dirty="0"/>
              <a:t>和 </a:t>
            </a:r>
            <a:r>
              <a:rPr lang="en-US" altLang="zh-CN" dirty="0"/>
              <a:t>R2 </a:t>
            </a:r>
            <a:r>
              <a:rPr lang="zh-CN" altLang="en-US" dirty="0"/>
              <a:t>到网 </a:t>
            </a:r>
            <a:r>
              <a:rPr lang="en-US" altLang="zh-CN" dirty="0"/>
              <a:t>1 </a:t>
            </a:r>
            <a:r>
              <a:rPr lang="zh-CN" altLang="en-US" dirty="0"/>
              <a:t>的距离都增大到 </a:t>
            </a:r>
            <a:r>
              <a:rPr lang="en-US" altLang="zh-CN" dirty="0"/>
              <a:t>16 </a:t>
            </a:r>
            <a:r>
              <a:rPr lang="zh-CN" altLang="en-US" dirty="0"/>
              <a:t>时，</a:t>
            </a:r>
            <a:r>
              <a:rPr lang="en-US" altLang="zh-CN" dirty="0"/>
              <a:t> R1 </a:t>
            </a:r>
            <a:r>
              <a:rPr lang="zh-CN" altLang="en-US" dirty="0"/>
              <a:t>和 </a:t>
            </a:r>
            <a:r>
              <a:rPr lang="en-US" altLang="zh-CN" dirty="0"/>
              <a:t>R2 </a:t>
            </a:r>
            <a:r>
              <a:rPr lang="zh-CN" altLang="en-US" dirty="0"/>
              <a:t>才知道网 </a:t>
            </a:r>
            <a:r>
              <a:rPr lang="en-US" altLang="zh-CN" dirty="0"/>
              <a:t>1 </a:t>
            </a:r>
            <a:r>
              <a:rPr lang="zh-CN" altLang="en-US" dirty="0"/>
              <a:t>是不可达的</a:t>
            </a:r>
          </a:p>
        </p:txBody>
      </p:sp>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1571464867"/>
              </p:ext>
            </p:extLst>
          </p:nvPr>
        </p:nvGraphicFramePr>
        <p:xfrm>
          <a:off x="2435301" y="345072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2053153838"/>
              </p:ext>
            </p:extLst>
          </p:nvPr>
        </p:nvGraphicFramePr>
        <p:xfrm>
          <a:off x="4959608" y="3450726"/>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3327215587"/>
              </p:ext>
            </p:extLst>
          </p:nvPr>
        </p:nvGraphicFramePr>
        <p:xfrm>
          <a:off x="2435301"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3121030129"/>
              </p:ext>
            </p:extLst>
          </p:nvPr>
        </p:nvGraphicFramePr>
        <p:xfrm>
          <a:off x="4959608"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1" name="表格 50">
            <a:extLst>
              <a:ext uri="{FF2B5EF4-FFF2-40B4-BE49-F238E27FC236}">
                <a16:creationId xmlns:a16="http://schemas.microsoft.com/office/drawing/2014/main" id="{F3D3395C-A1BE-48EF-F8E1-DCEF8AE1DB8D}"/>
              </a:ext>
            </a:extLst>
          </p:cNvPr>
          <p:cNvGraphicFramePr>
            <a:graphicFrameLocks noGrp="1"/>
          </p:cNvGraphicFramePr>
          <p:nvPr>
            <p:extLst>
              <p:ext uri="{D42A27DB-BD31-4B8C-83A1-F6EECF244321}">
                <p14:modId xmlns:p14="http://schemas.microsoft.com/office/powerpoint/2010/main" val="1919060845"/>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2" name="表格 51">
            <a:extLst>
              <a:ext uri="{FF2B5EF4-FFF2-40B4-BE49-F238E27FC236}">
                <a16:creationId xmlns:a16="http://schemas.microsoft.com/office/drawing/2014/main" id="{93180D09-716C-9C03-0B4A-6732A84971A9}"/>
              </a:ext>
            </a:extLst>
          </p:cNvPr>
          <p:cNvGraphicFramePr>
            <a:graphicFrameLocks noGrp="1"/>
          </p:cNvGraphicFramePr>
          <p:nvPr>
            <p:extLst>
              <p:ext uri="{D42A27DB-BD31-4B8C-83A1-F6EECF244321}">
                <p14:modId xmlns:p14="http://schemas.microsoft.com/office/powerpoint/2010/main" val="3700410273"/>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3" name="Picture 3">
            <a:extLst>
              <a:ext uri="{FF2B5EF4-FFF2-40B4-BE49-F238E27FC236}">
                <a16:creationId xmlns:a16="http://schemas.microsoft.com/office/drawing/2014/main" id="{92F8555D-5AB4-3802-60E6-62B54EBEB87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4" name="Text Box 4">
            <a:extLst>
              <a:ext uri="{FF2B5EF4-FFF2-40B4-BE49-F238E27FC236}">
                <a16:creationId xmlns:a16="http://schemas.microsoft.com/office/drawing/2014/main" id="{1C58F219-1AB6-8D4A-720D-7632016717CA}"/>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55" name="Text Box 5">
            <a:extLst>
              <a:ext uri="{FF2B5EF4-FFF2-40B4-BE49-F238E27FC236}">
                <a16:creationId xmlns:a16="http://schemas.microsoft.com/office/drawing/2014/main" id="{7841794B-C1C7-F9F2-95DF-FE6C28B64926}"/>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56" name="Picture 6">
            <a:extLst>
              <a:ext uri="{FF2B5EF4-FFF2-40B4-BE49-F238E27FC236}">
                <a16:creationId xmlns:a16="http://schemas.microsoft.com/office/drawing/2014/main" id="{B6BF332E-1E60-7DD8-D5CC-051B5D57AD6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57" name="表格 56">
            <a:extLst>
              <a:ext uri="{FF2B5EF4-FFF2-40B4-BE49-F238E27FC236}">
                <a16:creationId xmlns:a16="http://schemas.microsoft.com/office/drawing/2014/main" id="{58917232-26CD-C770-A376-FD05EB30AB28}"/>
              </a:ext>
            </a:extLst>
          </p:cNvPr>
          <p:cNvGraphicFramePr>
            <a:graphicFrameLocks noGrp="1"/>
          </p:cNvGraphicFramePr>
          <p:nvPr>
            <p:extLst>
              <p:ext uri="{D42A27DB-BD31-4B8C-83A1-F6EECF244321}">
                <p14:modId xmlns:p14="http://schemas.microsoft.com/office/powerpoint/2010/main" val="176527728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8" name="表格 57">
            <a:extLst>
              <a:ext uri="{FF2B5EF4-FFF2-40B4-BE49-F238E27FC236}">
                <a16:creationId xmlns:a16="http://schemas.microsoft.com/office/drawing/2014/main" id="{3A2CEF91-5998-9203-1A7E-4ED422F26C78}"/>
              </a:ext>
            </a:extLst>
          </p:cNvPr>
          <p:cNvGraphicFramePr>
            <a:graphicFrameLocks noGrp="1"/>
          </p:cNvGraphicFramePr>
          <p:nvPr>
            <p:extLst>
              <p:ext uri="{D42A27DB-BD31-4B8C-83A1-F6EECF244321}">
                <p14:modId xmlns:p14="http://schemas.microsoft.com/office/powerpoint/2010/main" val="3770801955"/>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59" name="云形 58">
            <a:extLst>
              <a:ext uri="{FF2B5EF4-FFF2-40B4-BE49-F238E27FC236}">
                <a16:creationId xmlns:a16="http://schemas.microsoft.com/office/drawing/2014/main" id="{B1DE2505-351C-36A8-5838-D87AC17C2AB4}"/>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60" name="云形 59">
            <a:extLst>
              <a:ext uri="{FF2B5EF4-FFF2-40B4-BE49-F238E27FC236}">
                <a16:creationId xmlns:a16="http://schemas.microsoft.com/office/drawing/2014/main" id="{49471CF1-5D01-AB40-8DB8-DDDD183A985B}"/>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1" name="云形 60">
            <a:extLst>
              <a:ext uri="{FF2B5EF4-FFF2-40B4-BE49-F238E27FC236}">
                <a16:creationId xmlns:a16="http://schemas.microsoft.com/office/drawing/2014/main" id="{DB802908-EED0-4B77-CB60-62875668F11F}"/>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62" name="直接连接符 61">
            <a:extLst>
              <a:ext uri="{FF2B5EF4-FFF2-40B4-BE49-F238E27FC236}">
                <a16:creationId xmlns:a16="http://schemas.microsoft.com/office/drawing/2014/main" id="{168A6FA0-477B-3966-B131-A00618875F83}"/>
              </a:ext>
            </a:extLst>
          </p:cNvPr>
          <p:cNvCxnSpPr>
            <a:stCxn id="59" idx="0"/>
            <a:endCxn id="53"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90E5516-ABCA-ECFC-5880-48EFB74A63FB}"/>
              </a:ext>
            </a:extLst>
          </p:cNvPr>
          <p:cNvCxnSpPr>
            <a:stCxn id="53" idx="3"/>
            <a:endCxn id="60"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9E50BC4-DCD9-7CB3-FBEB-D57CD5DF7023}"/>
              </a:ext>
            </a:extLst>
          </p:cNvPr>
          <p:cNvCxnSpPr>
            <a:stCxn id="60" idx="0"/>
            <a:endCxn id="56"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EE9B9C3-596E-8DC6-257B-D15615D5D153}"/>
              </a:ext>
            </a:extLst>
          </p:cNvPr>
          <p:cNvCxnSpPr>
            <a:stCxn id="61" idx="2"/>
            <a:endCxn id="56"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箭头: 下 65">
            <a:extLst>
              <a:ext uri="{FF2B5EF4-FFF2-40B4-BE49-F238E27FC236}">
                <a16:creationId xmlns:a16="http://schemas.microsoft.com/office/drawing/2014/main" id="{BEA33C03-259D-9372-272E-EFA7B1DA61D5}"/>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7" name="箭头: 下 66">
            <a:extLst>
              <a:ext uri="{FF2B5EF4-FFF2-40B4-BE49-F238E27FC236}">
                <a16:creationId xmlns:a16="http://schemas.microsoft.com/office/drawing/2014/main" id="{6488F2C0-1693-4A57-E48B-358194A0218C}"/>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8" name="箭头: 下 67">
            <a:extLst>
              <a:ext uri="{FF2B5EF4-FFF2-40B4-BE49-F238E27FC236}">
                <a16:creationId xmlns:a16="http://schemas.microsoft.com/office/drawing/2014/main" id="{B6538B7C-13DC-8EF3-C1CD-8DE2741766FD}"/>
              </a:ext>
            </a:extLst>
          </p:cNvPr>
          <p:cNvSpPr/>
          <p:nvPr/>
        </p:nvSpPr>
        <p:spPr>
          <a:xfrm>
            <a:off x="3093886"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9" name="箭头: 下 68">
            <a:extLst>
              <a:ext uri="{FF2B5EF4-FFF2-40B4-BE49-F238E27FC236}">
                <a16:creationId xmlns:a16="http://schemas.microsoft.com/office/drawing/2014/main" id="{6FD2C035-75B6-00FA-15DD-B5814296DB0C}"/>
              </a:ext>
            </a:extLst>
          </p:cNvPr>
          <p:cNvSpPr/>
          <p:nvPr/>
        </p:nvSpPr>
        <p:spPr>
          <a:xfrm>
            <a:off x="3093623" y="379431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0" name="箭头: 下 69">
            <a:extLst>
              <a:ext uri="{FF2B5EF4-FFF2-40B4-BE49-F238E27FC236}">
                <a16:creationId xmlns:a16="http://schemas.microsoft.com/office/drawing/2014/main" id="{C6254E24-D5DA-536A-255B-8363D9A9252F}"/>
              </a:ext>
            </a:extLst>
          </p:cNvPr>
          <p:cNvSpPr/>
          <p:nvPr/>
        </p:nvSpPr>
        <p:spPr>
          <a:xfrm>
            <a:off x="5618193"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1" name="箭头: 下 70">
            <a:extLst>
              <a:ext uri="{FF2B5EF4-FFF2-40B4-BE49-F238E27FC236}">
                <a16:creationId xmlns:a16="http://schemas.microsoft.com/office/drawing/2014/main" id="{1CC1DB7C-0666-6353-DFD9-C767A8B092E6}"/>
              </a:ext>
            </a:extLst>
          </p:cNvPr>
          <p:cNvSpPr/>
          <p:nvPr/>
        </p:nvSpPr>
        <p:spPr>
          <a:xfrm>
            <a:off x="5618193" y="3788128"/>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4" name="直接连接符 53">
            <a:extLst>
              <a:ext uri="{FF2B5EF4-FFF2-40B4-BE49-F238E27FC236}">
                <a16:creationId xmlns:a16="http://schemas.microsoft.com/office/drawing/2014/main" id="{A33E64EE-578A-A538-3EFC-C3F00356B1AC}"/>
              </a:ext>
            </a:extLst>
          </p:cNvPr>
          <p:cNvCxnSpPr/>
          <p:nvPr/>
        </p:nvCxnSpPr>
        <p:spPr>
          <a:xfrm>
            <a:off x="5439355" y="762000"/>
            <a:ext cx="0" cy="3286125"/>
          </a:xfrm>
          <a:prstGeom prst="line">
            <a:avLst/>
          </a:prstGeom>
          <a:ln w="952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4" name="云形 3">
            <a:extLst>
              <a:ext uri="{FF2B5EF4-FFF2-40B4-BE49-F238E27FC236}">
                <a16:creationId xmlns:a16="http://schemas.microsoft.com/office/drawing/2014/main" id="{02C59F20-D55E-B6B9-69AE-33DCC7CF4DAB}"/>
              </a:ext>
            </a:extLst>
          </p:cNvPr>
          <p:cNvSpPr/>
          <p:nvPr/>
        </p:nvSpPr>
        <p:spPr>
          <a:xfrm>
            <a:off x="1266825" y="1784039"/>
            <a:ext cx="2290649" cy="1787836"/>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云形 5">
            <a:extLst>
              <a:ext uri="{FF2B5EF4-FFF2-40B4-BE49-F238E27FC236}">
                <a16:creationId xmlns:a16="http://schemas.microsoft.com/office/drawing/2014/main" id="{22618A26-F7D6-A556-454A-8DE1F8F191FB}"/>
              </a:ext>
            </a:extLst>
          </p:cNvPr>
          <p:cNvSpPr/>
          <p:nvPr/>
        </p:nvSpPr>
        <p:spPr>
          <a:xfrm>
            <a:off x="3599698" y="1440172"/>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0223ECA3-0DA1-565E-B437-6098F502BFE1}"/>
              </a:ext>
            </a:extLst>
          </p:cNvPr>
          <p:cNvGrpSpPr/>
          <p:nvPr/>
        </p:nvGrpSpPr>
        <p:grpSpPr>
          <a:xfrm>
            <a:off x="2515109" y="1881725"/>
            <a:ext cx="351378" cy="413459"/>
            <a:chOff x="2453114" y="1837372"/>
            <a:chExt cx="351378" cy="413459"/>
          </a:xfrm>
        </p:grpSpPr>
        <p:pic>
          <p:nvPicPr>
            <p:cNvPr id="7" name="Picture 49">
              <a:extLst>
                <a:ext uri="{FF2B5EF4-FFF2-40B4-BE49-F238E27FC236}">
                  <a16:creationId xmlns:a16="http://schemas.microsoft.com/office/drawing/2014/main" id="{9EBB0494-B587-3FEB-D007-AD0265766F8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8" name="Text Box 39">
              <a:extLst>
                <a:ext uri="{FF2B5EF4-FFF2-40B4-BE49-F238E27FC236}">
                  <a16:creationId xmlns:a16="http://schemas.microsoft.com/office/drawing/2014/main" id="{C39E082C-8D4A-90B5-43B7-632656E6D382}"/>
                </a:ext>
              </a:extLst>
            </p:cNvPr>
            <p:cNvSpPr txBox="1">
              <a:spLocks noChangeArrowheads="1"/>
            </p:cNvSpPr>
            <p:nvPr/>
          </p:nvSpPr>
          <p:spPr bwMode="auto">
            <a:xfrm>
              <a:off x="2453114" y="1837372"/>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R1</a:t>
              </a:r>
              <a:endParaRPr kumimoji="1" lang="zh-CN" altLang="en-US" sz="1200" dirty="0">
                <a:latin typeface="Montserrat" panose="00000500000000000000" pitchFamily="2" charset="0"/>
                <a:ea typeface="微软雅黑 Light" panose="020B0502040204020203" pitchFamily="34" charset="-122"/>
              </a:endParaRPr>
            </a:p>
          </p:txBody>
        </p:sp>
      </p:grpSp>
      <p:sp>
        <p:nvSpPr>
          <p:cNvPr id="10" name="Text Box 39">
            <a:extLst>
              <a:ext uri="{FF2B5EF4-FFF2-40B4-BE49-F238E27FC236}">
                <a16:creationId xmlns:a16="http://schemas.microsoft.com/office/drawing/2014/main" id="{C6C181AE-5B7E-9096-D0EB-44AFFA3D2FD8}"/>
              </a:ext>
            </a:extLst>
          </p:cNvPr>
          <p:cNvSpPr txBox="1">
            <a:spLocks noChangeArrowheads="1"/>
          </p:cNvSpPr>
          <p:nvPr/>
        </p:nvSpPr>
        <p:spPr bwMode="auto">
          <a:xfrm>
            <a:off x="2460822" y="2370290"/>
            <a:ext cx="6367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1</a:t>
            </a:r>
            <a:endParaRPr kumimoji="1" lang="zh-CN" altLang="en-US" sz="1200" dirty="0">
              <a:latin typeface="Montserrat" panose="00000500000000000000" pitchFamily="2" charset="0"/>
              <a:ea typeface="微软雅黑 Light" panose="020B0502040204020203" pitchFamily="34" charset="-122"/>
            </a:endParaRPr>
          </a:p>
        </p:txBody>
      </p:sp>
      <p:sp>
        <p:nvSpPr>
          <p:cNvPr id="11" name="Text Box 39">
            <a:extLst>
              <a:ext uri="{FF2B5EF4-FFF2-40B4-BE49-F238E27FC236}">
                <a16:creationId xmlns:a16="http://schemas.microsoft.com/office/drawing/2014/main" id="{6F97C0D3-9366-1E44-91B7-26E28BCB755A}"/>
              </a:ext>
            </a:extLst>
          </p:cNvPr>
          <p:cNvSpPr txBox="1">
            <a:spLocks noChangeArrowheads="1"/>
          </p:cNvSpPr>
          <p:nvPr/>
        </p:nvSpPr>
        <p:spPr bwMode="auto">
          <a:xfrm>
            <a:off x="4238789" y="1507040"/>
            <a:ext cx="6832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0</a:t>
            </a:r>
            <a:endParaRPr kumimoji="1" lang="zh-CN" altLang="en-US" sz="1200" dirty="0">
              <a:latin typeface="Montserrat" panose="00000500000000000000" pitchFamily="2" charset="0"/>
              <a:ea typeface="微软雅黑 Light" panose="020B0502040204020203" pitchFamily="34" charset="-122"/>
            </a:endParaRPr>
          </a:p>
        </p:txBody>
      </p:sp>
      <p:grpSp>
        <p:nvGrpSpPr>
          <p:cNvPr id="13" name="组合 12">
            <a:extLst>
              <a:ext uri="{FF2B5EF4-FFF2-40B4-BE49-F238E27FC236}">
                <a16:creationId xmlns:a16="http://schemas.microsoft.com/office/drawing/2014/main" id="{9A2BD5F7-7CE7-E26D-1AB0-25C9AFF0FE83}"/>
              </a:ext>
            </a:extLst>
          </p:cNvPr>
          <p:cNvGrpSpPr/>
          <p:nvPr/>
        </p:nvGrpSpPr>
        <p:grpSpPr>
          <a:xfrm>
            <a:off x="4079953" y="1876159"/>
            <a:ext cx="521298" cy="413459"/>
            <a:chOff x="2368153" y="1837372"/>
            <a:chExt cx="521298" cy="413459"/>
          </a:xfrm>
        </p:grpSpPr>
        <p:pic>
          <p:nvPicPr>
            <p:cNvPr id="14" name="Picture 49">
              <a:extLst>
                <a:ext uri="{FF2B5EF4-FFF2-40B4-BE49-F238E27FC236}">
                  <a16:creationId xmlns:a16="http://schemas.microsoft.com/office/drawing/2014/main" id="{3240F06C-C5AD-11E0-0022-FA87F04184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39">
              <a:extLst>
                <a:ext uri="{FF2B5EF4-FFF2-40B4-BE49-F238E27FC236}">
                  <a16:creationId xmlns:a16="http://schemas.microsoft.com/office/drawing/2014/main" id="{010CBA7C-2F41-A8A4-ED70-3B898BA5B440}"/>
                </a:ext>
              </a:extLst>
            </p:cNvPr>
            <p:cNvSpPr txBox="1">
              <a:spLocks noChangeArrowheads="1"/>
            </p:cNvSpPr>
            <p:nvPr/>
          </p:nvSpPr>
          <p:spPr bwMode="auto">
            <a:xfrm>
              <a:off x="2368153" y="1837372"/>
              <a:ext cx="52129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ABR</a:t>
              </a:r>
              <a:endParaRPr kumimoji="1" lang="zh-CN" altLang="en-US" sz="1200" dirty="0">
                <a:latin typeface="Montserrat" panose="00000500000000000000" pitchFamily="2" charset="0"/>
                <a:ea typeface="微软雅黑 Light" panose="020B0502040204020203" pitchFamily="34" charset="-122"/>
              </a:endParaRPr>
            </a:p>
          </p:txBody>
        </p:sp>
      </p:grpSp>
      <p:cxnSp>
        <p:nvCxnSpPr>
          <p:cNvPr id="21" name="直接连接符 20">
            <a:extLst>
              <a:ext uri="{FF2B5EF4-FFF2-40B4-BE49-F238E27FC236}">
                <a16:creationId xmlns:a16="http://schemas.microsoft.com/office/drawing/2014/main" id="{AC2F5095-58C8-AEA0-C5CE-3BA81AFB3DDC}"/>
              </a:ext>
            </a:extLst>
          </p:cNvPr>
          <p:cNvCxnSpPr>
            <a:stCxn id="7" idx="3"/>
            <a:endCxn id="14" idx="1"/>
          </p:cNvCxnSpPr>
          <p:nvPr/>
        </p:nvCxnSpPr>
        <p:spPr>
          <a:xfrm flipV="1">
            <a:off x="2858300" y="2186084"/>
            <a:ext cx="1314802" cy="556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18B4823D-40CC-4154-AFEF-5480B8887F15}"/>
              </a:ext>
            </a:extLst>
          </p:cNvPr>
          <p:cNvCxnSpPr>
            <a:cxnSpLocks/>
            <a:stCxn id="14" idx="3"/>
            <a:endCxn id="26" idx="0"/>
          </p:cNvCxnSpPr>
          <p:nvPr/>
        </p:nvCxnSpPr>
        <p:spPr>
          <a:xfrm flipV="1">
            <a:off x="4508105" y="1821675"/>
            <a:ext cx="931250" cy="36440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云形 23">
            <a:extLst>
              <a:ext uri="{FF2B5EF4-FFF2-40B4-BE49-F238E27FC236}">
                <a16:creationId xmlns:a16="http://schemas.microsoft.com/office/drawing/2014/main" id="{3ADEA4E3-838F-4158-36D9-CFD417E54902}"/>
              </a:ext>
            </a:extLst>
          </p:cNvPr>
          <p:cNvSpPr/>
          <p:nvPr/>
        </p:nvSpPr>
        <p:spPr>
          <a:xfrm>
            <a:off x="5561080" y="1451069"/>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25" name="组合 24">
            <a:extLst>
              <a:ext uri="{FF2B5EF4-FFF2-40B4-BE49-F238E27FC236}">
                <a16:creationId xmlns:a16="http://schemas.microsoft.com/office/drawing/2014/main" id="{1E81FD7A-5EA2-F594-F8F9-36AB9B04DB56}"/>
              </a:ext>
            </a:extLst>
          </p:cNvPr>
          <p:cNvGrpSpPr/>
          <p:nvPr/>
        </p:nvGrpSpPr>
        <p:grpSpPr>
          <a:xfrm>
            <a:off x="5011781" y="1529559"/>
            <a:ext cx="615874" cy="499184"/>
            <a:chOff x="2201230" y="1751647"/>
            <a:chExt cx="615874" cy="499184"/>
          </a:xfrm>
        </p:grpSpPr>
        <p:pic>
          <p:nvPicPr>
            <p:cNvPr id="26" name="Picture 49">
              <a:extLst>
                <a:ext uri="{FF2B5EF4-FFF2-40B4-BE49-F238E27FC236}">
                  <a16:creationId xmlns:a16="http://schemas.microsoft.com/office/drawing/2014/main" id="{5C01E194-8B44-EA24-BC21-AC5990025F8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 name="Text Box 39">
              <a:extLst>
                <a:ext uri="{FF2B5EF4-FFF2-40B4-BE49-F238E27FC236}">
                  <a16:creationId xmlns:a16="http://schemas.microsoft.com/office/drawing/2014/main" id="{163A7991-F7A1-9DE2-2AA7-6A5947BF8B86}"/>
                </a:ext>
              </a:extLst>
            </p:cNvPr>
            <p:cNvSpPr txBox="1">
              <a:spLocks noChangeArrowheads="1"/>
            </p:cNvSpPr>
            <p:nvPr/>
          </p:nvSpPr>
          <p:spPr bwMode="auto">
            <a:xfrm>
              <a:off x="2201230" y="1751647"/>
              <a:ext cx="6158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ASBR</a:t>
              </a:r>
              <a:endParaRPr kumimoji="1" lang="zh-CN" altLang="en-US" sz="1200" dirty="0">
                <a:latin typeface="Montserrat" panose="00000500000000000000" pitchFamily="2" charset="0"/>
                <a:ea typeface="微软雅黑 Light" panose="020B0502040204020203" pitchFamily="34" charset="-122"/>
              </a:endParaRPr>
            </a:p>
          </p:txBody>
        </p:sp>
      </p:grpSp>
      <p:sp>
        <p:nvSpPr>
          <p:cNvPr id="36" name="Text Box 39">
            <a:extLst>
              <a:ext uri="{FF2B5EF4-FFF2-40B4-BE49-F238E27FC236}">
                <a16:creationId xmlns:a16="http://schemas.microsoft.com/office/drawing/2014/main" id="{2F5A5224-E561-5879-E11B-4264E53BCB8A}"/>
              </a:ext>
            </a:extLst>
          </p:cNvPr>
          <p:cNvSpPr txBox="1">
            <a:spLocks noChangeArrowheads="1"/>
          </p:cNvSpPr>
          <p:nvPr/>
        </p:nvSpPr>
        <p:spPr bwMode="auto">
          <a:xfrm>
            <a:off x="6159992" y="1876159"/>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RIP</a:t>
            </a:r>
            <a:endParaRPr kumimoji="1" lang="zh-CN" altLang="en-US" sz="1200" dirty="0">
              <a:latin typeface="Montserrat" panose="00000500000000000000" pitchFamily="2" charset="0"/>
              <a:ea typeface="微软雅黑 Light" panose="020B0502040204020203" pitchFamily="34" charset="-122"/>
            </a:endParaRPr>
          </a:p>
        </p:txBody>
      </p:sp>
      <p:sp>
        <p:nvSpPr>
          <p:cNvPr id="38" name="云形 37">
            <a:extLst>
              <a:ext uri="{FF2B5EF4-FFF2-40B4-BE49-F238E27FC236}">
                <a16:creationId xmlns:a16="http://schemas.microsoft.com/office/drawing/2014/main" id="{ADDAFE8E-D1A2-FBF1-C2F1-C072F0B2D2A5}"/>
              </a:ext>
            </a:extLst>
          </p:cNvPr>
          <p:cNvSpPr/>
          <p:nvPr/>
        </p:nvSpPr>
        <p:spPr>
          <a:xfrm>
            <a:off x="1564456" y="2496609"/>
            <a:ext cx="703761" cy="569036"/>
          </a:xfrm>
          <a:prstGeom prst="cloud">
            <a:avLst/>
          </a:prstGeom>
          <a:solidFill>
            <a:schemeClr val="tx2">
              <a:lumMod val="40000"/>
              <a:lumOff val="60000"/>
            </a:schemeClr>
          </a:solidFill>
          <a:ln w="6350">
            <a:no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43" name="直接连接符 42">
            <a:extLst>
              <a:ext uri="{FF2B5EF4-FFF2-40B4-BE49-F238E27FC236}">
                <a16:creationId xmlns:a16="http://schemas.microsoft.com/office/drawing/2014/main" id="{3827E8E3-AC37-7222-3519-99A9C8D7DFA8}"/>
              </a:ext>
            </a:extLst>
          </p:cNvPr>
          <p:cNvCxnSpPr>
            <a:cxnSpLocks/>
            <a:stCxn id="7" idx="1"/>
            <a:endCxn id="38" idx="3"/>
          </p:cNvCxnSpPr>
          <p:nvPr/>
        </p:nvCxnSpPr>
        <p:spPr>
          <a:xfrm flipH="1">
            <a:off x="1916337" y="2191650"/>
            <a:ext cx="606960" cy="337494"/>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文本框 50">
            <a:extLst>
              <a:ext uri="{FF2B5EF4-FFF2-40B4-BE49-F238E27FC236}">
                <a16:creationId xmlns:a16="http://schemas.microsoft.com/office/drawing/2014/main" id="{177AF1CB-C057-6DD4-BB76-33CFBF512964}"/>
              </a:ext>
            </a:extLst>
          </p:cNvPr>
          <p:cNvSpPr txBox="1"/>
          <p:nvPr/>
        </p:nvSpPr>
        <p:spPr>
          <a:xfrm>
            <a:off x="1424106" y="3018992"/>
            <a:ext cx="1266692" cy="276999"/>
          </a:xfrm>
          <a:prstGeom prst="rect">
            <a:avLst/>
          </a:prstGeom>
          <a:noFill/>
        </p:spPr>
        <p:txBody>
          <a:bodyPr wrap="none" rtlCol="0">
            <a:spAutoFit/>
          </a:bodyPr>
          <a:lstStyle/>
          <a:p>
            <a:pPr algn="ctr"/>
            <a:r>
              <a:rPr lang="en-US" altLang="zh-CN" sz="1200" dirty="0">
                <a:latin typeface="Montserrat" panose="00000500000000000000" pitchFamily="2" charset="0"/>
              </a:rPr>
              <a:t>192.168.10.0/24</a:t>
            </a:r>
          </a:p>
        </p:txBody>
      </p:sp>
    </p:spTree>
    <p:extLst>
      <p:ext uri="{BB962C8B-B14F-4D97-AF65-F5344CB8AC3E}">
        <p14:creationId xmlns:p14="http://schemas.microsoft.com/office/powerpoint/2010/main" val="36643037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2" name="Text Box 70"/>
              <p:cNvSpPr txBox="1">
                <a:spLocks noChangeArrowheads="1"/>
              </p:cNvSpPr>
              <p:nvPr/>
            </p:nvSpPr>
            <p:spPr bwMode="auto">
              <a:xfrm>
                <a:off x="5316" y="1729"/>
                <a:ext cx="272"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0" name="Text Box 7"/>
              <p:cNvSpPr txBox="1">
                <a:spLocks noChangeArrowheads="1"/>
              </p:cNvSpPr>
              <p:nvPr/>
            </p:nvSpPr>
            <p:spPr bwMode="auto">
              <a:xfrm>
                <a:off x="25" y="1779"/>
                <a:ext cx="27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402044083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A</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55" name="Text Box 53"/>
          <p:cNvSpPr txBox="1">
            <a:spLocks noChangeArrowheads="1"/>
          </p:cNvSpPr>
          <p:nvPr/>
        </p:nvSpPr>
        <p:spPr bwMode="auto">
          <a:xfrm>
            <a:off x="3986072" y="2352892"/>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B</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7" name="Text Box 55"/>
          <p:cNvSpPr txBox="1">
            <a:spLocks noChangeArrowheads="1"/>
          </p:cNvSpPr>
          <p:nvPr/>
        </p:nvSpPr>
        <p:spPr bwMode="auto">
          <a:xfrm>
            <a:off x="3060072" y="2310507"/>
            <a:ext cx="35618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1</a:t>
            </a:r>
            <a:endParaRPr kumimoji="1" lang="en-US" altLang="zh-CN" sz="1400" b="1">
              <a:latin typeface="Montserrat" panose="00000500000000000000" pitchFamily="2" charset="0"/>
              <a:ea typeface="微软雅黑 Light" panose="020B0502040204020203" pitchFamily="34" charset="-122"/>
            </a:endParaRPr>
          </a:p>
        </p:txBody>
      </p:sp>
      <p:sp>
        <p:nvSpPr>
          <p:cNvPr id="58" name="Text Box 56"/>
          <p:cNvSpPr txBox="1">
            <a:spLocks noChangeArrowheads="1"/>
          </p:cNvSpPr>
          <p:nvPr/>
        </p:nvSpPr>
        <p:spPr bwMode="auto">
          <a:xfrm>
            <a:off x="5445977" y="2265129"/>
            <a:ext cx="380233"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2</a:t>
            </a:r>
            <a:endParaRPr kumimoji="1" lang="en-US" altLang="zh-CN" sz="1400" b="1">
              <a:latin typeface="Montserrat" panose="00000500000000000000" pitchFamily="2" charset="0"/>
              <a:ea typeface="微软雅黑 Light" panose="020B0502040204020203" pitchFamily="34" charset="-122"/>
            </a:endParaRPr>
          </a:p>
        </p:txBody>
      </p:sp>
      <p:sp>
        <p:nvSpPr>
          <p:cNvPr id="59" name="Text Box 57"/>
          <p:cNvSpPr txBox="1">
            <a:spLocks noChangeArrowheads="1"/>
          </p:cNvSpPr>
          <p:nvPr/>
        </p:nvSpPr>
        <p:spPr bwMode="auto">
          <a:xfrm>
            <a:off x="3841000" y="2059081"/>
            <a:ext cx="11015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Light" panose="020B0502040204020203" pitchFamily="34" charset="-122"/>
              </a:rPr>
              <a:t>Tunneling</a:t>
            </a:r>
            <a:endParaRPr kumimoji="1" lang="zh-CN" altLang="en-US" sz="1400" dirty="0">
              <a:solidFill>
                <a:schemeClr val="bg1"/>
              </a:solidFill>
              <a:latin typeface="Montserrat" panose="00000500000000000000" pitchFamily="2" charset="0"/>
              <a:ea typeface="微软雅黑 Light" panose="020B0502040204020203"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nvGrpSpPr>
          <p:cNvPr id="62" name="Group 60"/>
          <p:cNvGrpSpPr>
            <a:grpSpLocks/>
          </p:cNvGrpSpPr>
          <p:nvPr/>
        </p:nvGrpSpPr>
        <p:grpSpPr bwMode="auto">
          <a:xfrm>
            <a:off x="2937953" y="1689456"/>
            <a:ext cx="3005330" cy="471940"/>
            <a:chOff x="1385" y="1348"/>
            <a:chExt cx="2751" cy="468"/>
          </a:xfrm>
        </p:grpSpPr>
        <p:sp>
          <p:nvSpPr>
            <p:cNvPr id="63" name="Text Box 61"/>
            <p:cNvSpPr txBox="1">
              <a:spLocks noChangeArrowheads="1"/>
            </p:cNvSpPr>
            <p:nvPr/>
          </p:nvSpPr>
          <p:spPr bwMode="auto">
            <a:xfrm>
              <a:off x="1385" y="1348"/>
              <a:ext cx="77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Light" panose="020B0502040204020203"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5" name="Text Box 63"/>
            <p:cNvSpPr txBox="1">
              <a:spLocks noChangeArrowheads="1"/>
            </p:cNvSpPr>
            <p:nvPr/>
          </p:nvSpPr>
          <p:spPr bwMode="auto">
            <a:xfrm>
              <a:off x="3293" y="1367"/>
              <a:ext cx="843"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Light" panose="020B0502040204020203"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Montserrat" panose="00000500000000000000" pitchFamily="2" charset="0"/>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3247C-D535-E22C-96C8-C66321228FB5}"/>
            </a:ext>
          </a:extLst>
        </p:cNvPr>
        <p:cNvGrpSpPr/>
        <p:nvPr/>
      </p:nvGrpSpPr>
      <p:grpSpPr>
        <a:xfrm>
          <a:off x="0" y="0"/>
          <a:ext cx="0" cy="0"/>
          <a:chOff x="0" y="0"/>
          <a:chExt cx="0" cy="0"/>
        </a:xfrm>
      </p:grpSpPr>
      <p:sp>
        <p:nvSpPr>
          <p:cNvPr id="52" name="圆角矩形 51">
            <a:extLst>
              <a:ext uri="{FF2B5EF4-FFF2-40B4-BE49-F238E27FC236}">
                <a16:creationId xmlns:a16="http://schemas.microsoft.com/office/drawing/2014/main" id="{42740948-BCE1-1747-4BB7-35A647841745}"/>
              </a:ext>
            </a:extLst>
          </p:cNvPr>
          <p:cNvSpPr/>
          <p:nvPr/>
        </p:nvSpPr>
        <p:spPr>
          <a:xfrm>
            <a:off x="748189" y="2003055"/>
            <a:ext cx="2724976" cy="1668015"/>
          </a:xfrm>
          <a:prstGeom prst="roundRect">
            <a:avLst>
              <a:gd name="adj" fmla="val 12325"/>
            </a:avLst>
          </a:prstGeom>
          <a:noFill/>
          <a:ln w="6350">
            <a:solidFill>
              <a:schemeClr val="tx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7" name="Line 74">
            <a:extLst>
              <a:ext uri="{FF2B5EF4-FFF2-40B4-BE49-F238E27FC236}">
                <a16:creationId xmlns:a16="http://schemas.microsoft.com/office/drawing/2014/main" id="{F4D392DD-90ED-A54B-6F9A-0608801F35F9}"/>
              </a:ext>
            </a:extLst>
          </p:cNvPr>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8" name="Line 73">
            <a:extLst>
              <a:ext uri="{FF2B5EF4-FFF2-40B4-BE49-F238E27FC236}">
                <a16:creationId xmlns:a16="http://schemas.microsoft.com/office/drawing/2014/main" id="{2B627C6D-ED5C-B42D-DBE5-A510F9684137}"/>
              </a:ext>
            </a:extLst>
          </p:cNvPr>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Line 72">
            <a:extLst>
              <a:ext uri="{FF2B5EF4-FFF2-40B4-BE49-F238E27FC236}">
                <a16:creationId xmlns:a16="http://schemas.microsoft.com/office/drawing/2014/main" id="{FA5A495E-AEE7-7863-9D6E-A34784DB4F02}"/>
              </a:ext>
            </a:extLst>
          </p:cNvPr>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0" name="Line 37">
            <a:extLst>
              <a:ext uri="{FF2B5EF4-FFF2-40B4-BE49-F238E27FC236}">
                <a16:creationId xmlns:a16="http://schemas.microsoft.com/office/drawing/2014/main" id="{A2BBAEBC-E996-78BA-17F6-22653A7E5C8D}"/>
              </a:ext>
            </a:extLst>
          </p:cNvPr>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34">
            <a:extLst>
              <a:ext uri="{FF2B5EF4-FFF2-40B4-BE49-F238E27FC236}">
                <a16:creationId xmlns:a16="http://schemas.microsoft.com/office/drawing/2014/main" id="{C60FCDD2-26FD-4134-8A43-A99082ECEB8B}"/>
              </a:ext>
            </a:extLst>
          </p:cNvPr>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62" name="Object 4">
            <a:extLst>
              <a:ext uri="{FF2B5EF4-FFF2-40B4-BE49-F238E27FC236}">
                <a16:creationId xmlns:a16="http://schemas.microsoft.com/office/drawing/2014/main" id="{96E0DCFA-CB43-F340-4BA6-8A80E5A2DA5E}"/>
              </a:ext>
            </a:extLst>
          </p:cNvPr>
          <p:cNvGraphicFramePr>
            <a:graphicFrameLocks noChangeAspect="1"/>
          </p:cNvGraphicFramePr>
          <p:nvPr>
            <p:extLst>
              <p:ext uri="{D42A27DB-BD31-4B8C-83A1-F6EECF244321}">
                <p14:modId xmlns:p14="http://schemas.microsoft.com/office/powerpoint/2010/main" val="3190318935"/>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62"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a:extLst>
              <a:ext uri="{FF2B5EF4-FFF2-40B4-BE49-F238E27FC236}">
                <a16:creationId xmlns:a16="http://schemas.microsoft.com/office/drawing/2014/main" id="{11BEEA92-5E85-78BF-51F0-9C65E63F17CF}"/>
              </a:ext>
            </a:extLst>
          </p:cNvPr>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7794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a:extLst>
              <a:ext uri="{FF2B5EF4-FFF2-40B4-BE49-F238E27FC236}">
                <a16:creationId xmlns:a16="http://schemas.microsoft.com/office/drawing/2014/main" id="{E985E7D6-9161-BA72-68D5-47AAD4068741}"/>
              </a:ext>
            </a:extLst>
          </p:cNvPr>
          <p:cNvSpPr txBox="1">
            <a:spLocks noChangeArrowheads="1"/>
          </p:cNvSpPr>
          <p:nvPr/>
        </p:nvSpPr>
        <p:spPr bwMode="auto">
          <a:xfrm>
            <a:off x="3429617" y="2462630"/>
            <a:ext cx="1075937"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C00000"/>
                </a:solidFill>
                <a:latin typeface="Montserrat" panose="00000500000000000000" pitchFamily="2" charset="0"/>
                <a:ea typeface="微软雅黑 Light" panose="020B0502040204020203" pitchFamily="34" charset="-122"/>
              </a:rPr>
              <a:t>NAT Router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pic>
        <p:nvPicPr>
          <p:cNvPr id="65" name="Picture 30">
            <a:extLst>
              <a:ext uri="{FF2B5EF4-FFF2-40B4-BE49-F238E27FC236}">
                <a16:creationId xmlns:a16="http://schemas.microsoft.com/office/drawing/2014/main" id="{8DC487E3-C6CC-623B-0496-6CAA61236E79}"/>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a:extLst>
              <a:ext uri="{FF2B5EF4-FFF2-40B4-BE49-F238E27FC236}">
                <a16:creationId xmlns:a16="http://schemas.microsoft.com/office/drawing/2014/main" id="{280EA4F0-A31B-A510-7409-0988E297569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a:extLst>
              <a:ext uri="{FF2B5EF4-FFF2-40B4-BE49-F238E27FC236}">
                <a16:creationId xmlns:a16="http://schemas.microsoft.com/office/drawing/2014/main" id="{4211E933-28C6-AF4C-2681-D404D50A1845}"/>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a:extLst>
              <a:ext uri="{FF2B5EF4-FFF2-40B4-BE49-F238E27FC236}">
                <a16:creationId xmlns:a16="http://schemas.microsoft.com/office/drawing/2014/main" id="{5AE2AF77-1345-C04E-A699-635DC00E7911}"/>
              </a:ext>
            </a:extLst>
          </p:cNvPr>
          <p:cNvSpPr txBox="1">
            <a:spLocks noChangeArrowheads="1"/>
          </p:cNvSpPr>
          <p:nvPr/>
        </p:nvSpPr>
        <p:spPr bwMode="auto">
          <a:xfrm>
            <a:off x="1182225" y="1738825"/>
            <a:ext cx="16722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专用网 </a:t>
            </a:r>
            <a:r>
              <a:rPr kumimoji="1" lang="en-US" altLang="zh-CN" sz="1200" dirty="0">
                <a:latin typeface="Montserrat" panose="00000500000000000000" pitchFamily="2" charset="0"/>
                <a:ea typeface="微软雅黑 Light" panose="020B0502040204020203" pitchFamily="34" charset="-122"/>
              </a:rPr>
              <a:t>192.168.0.0/16</a:t>
            </a:r>
          </a:p>
        </p:txBody>
      </p:sp>
      <p:sp>
        <p:nvSpPr>
          <p:cNvPr id="69" name="Text Box 36">
            <a:extLst>
              <a:ext uri="{FF2B5EF4-FFF2-40B4-BE49-F238E27FC236}">
                <a16:creationId xmlns:a16="http://schemas.microsoft.com/office/drawing/2014/main" id="{2F2DA29F-8DEC-634C-F64F-996ADE96CA30}"/>
              </a:ext>
            </a:extLst>
          </p:cNvPr>
          <p:cNvSpPr txBox="1">
            <a:spLocks noChangeArrowheads="1"/>
          </p:cNvSpPr>
          <p:nvPr/>
        </p:nvSpPr>
        <p:spPr bwMode="auto">
          <a:xfrm>
            <a:off x="6273360" y="2650066"/>
            <a:ext cx="64633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互联网</a:t>
            </a:r>
          </a:p>
        </p:txBody>
      </p:sp>
      <p:sp>
        <p:nvSpPr>
          <p:cNvPr id="70" name="Line 38">
            <a:extLst>
              <a:ext uri="{FF2B5EF4-FFF2-40B4-BE49-F238E27FC236}">
                <a16:creationId xmlns:a16="http://schemas.microsoft.com/office/drawing/2014/main" id="{48F33F42-D16C-B576-0D01-805DD5600B63}"/>
              </a:ext>
            </a:extLst>
          </p:cNvPr>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71" name="Picture 27">
            <a:extLst>
              <a:ext uri="{FF2B5EF4-FFF2-40B4-BE49-F238E27FC236}">
                <a16:creationId xmlns:a16="http://schemas.microsoft.com/office/drawing/2014/main" id="{6499468C-6E51-7AE3-477C-6C599C13B8F3}"/>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a:extLst>
              <a:ext uri="{FF2B5EF4-FFF2-40B4-BE49-F238E27FC236}">
                <a16:creationId xmlns:a16="http://schemas.microsoft.com/office/drawing/2014/main" id="{2DB58F82-0945-8D7E-614E-08BDBA4C6024}"/>
              </a:ext>
            </a:extLst>
          </p:cNvPr>
          <p:cNvSpPr txBox="1">
            <a:spLocks noChangeArrowheads="1"/>
          </p:cNvSpPr>
          <p:nvPr/>
        </p:nvSpPr>
        <p:spPr bwMode="auto">
          <a:xfrm>
            <a:off x="860956" y="2194287"/>
            <a:ext cx="954108"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192.168.0.3</a:t>
            </a:r>
          </a:p>
        </p:txBody>
      </p:sp>
      <p:sp>
        <p:nvSpPr>
          <p:cNvPr id="80" name="Text Box 52">
            <a:extLst>
              <a:ext uri="{FF2B5EF4-FFF2-40B4-BE49-F238E27FC236}">
                <a16:creationId xmlns:a16="http://schemas.microsoft.com/office/drawing/2014/main" id="{293EA961-143E-312C-2128-6A503A539070}"/>
              </a:ext>
            </a:extLst>
          </p:cNvPr>
          <p:cNvSpPr txBox="1">
            <a:spLocks noChangeArrowheads="1"/>
          </p:cNvSpPr>
          <p:nvPr/>
        </p:nvSpPr>
        <p:spPr bwMode="auto">
          <a:xfrm>
            <a:off x="7248583" y="1930631"/>
            <a:ext cx="854722"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213.18.2.4</a:t>
            </a:r>
          </a:p>
        </p:txBody>
      </p:sp>
      <p:sp>
        <p:nvSpPr>
          <p:cNvPr id="86" name="Text Box 76">
            <a:extLst>
              <a:ext uri="{FF2B5EF4-FFF2-40B4-BE49-F238E27FC236}">
                <a16:creationId xmlns:a16="http://schemas.microsoft.com/office/drawing/2014/main" id="{665A83F4-14FA-CEB8-06DD-806199352B2C}"/>
              </a:ext>
            </a:extLst>
          </p:cNvPr>
          <p:cNvSpPr txBox="1">
            <a:spLocks noChangeArrowheads="1"/>
          </p:cNvSpPr>
          <p:nvPr/>
        </p:nvSpPr>
        <p:spPr bwMode="auto">
          <a:xfrm>
            <a:off x="3634022" y="2975742"/>
            <a:ext cx="84350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lgn="ctr">
              <a:lnSpc>
                <a:spcPct val="90000"/>
              </a:lnSpc>
              <a:defRPr kumimoji="1"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r>
              <a:rPr lang="en-US" altLang="zh-CN" dirty="0"/>
              <a:t>172.38.1.5</a:t>
            </a:r>
          </a:p>
        </p:txBody>
      </p:sp>
      <p:sp>
        <p:nvSpPr>
          <p:cNvPr id="100" name="Text Box 45">
            <a:extLst>
              <a:ext uri="{FF2B5EF4-FFF2-40B4-BE49-F238E27FC236}">
                <a16:creationId xmlns:a16="http://schemas.microsoft.com/office/drawing/2014/main" id="{FE3DA863-4A71-3413-9FEB-B06018ABC871}"/>
              </a:ext>
            </a:extLst>
          </p:cNvPr>
          <p:cNvSpPr txBox="1">
            <a:spLocks noChangeArrowheads="1"/>
          </p:cNvSpPr>
          <p:nvPr/>
        </p:nvSpPr>
        <p:spPr bwMode="auto">
          <a:xfrm>
            <a:off x="1186228" y="2408186"/>
            <a:ext cx="3385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solidFill>
                  <a:srgbClr val="0000FF"/>
                </a:solidFill>
                <a:latin typeface="Montserrat" panose="00000500000000000000" pitchFamily="2" charset="0"/>
                <a:ea typeface="微软雅黑 Light" panose="020B0502040204020203" pitchFamily="34" charset="-122"/>
              </a:rPr>
              <a:t> </a:t>
            </a:r>
            <a:r>
              <a:rPr kumimoji="1" lang="en-US" altLang="zh-CN" sz="1200" dirty="0">
                <a:solidFill>
                  <a:srgbClr val="0000FF"/>
                </a:solidFill>
                <a:latin typeface="Montserrat" panose="00000500000000000000" pitchFamily="2" charset="0"/>
                <a:ea typeface="微软雅黑 Light" panose="020B0502040204020203" pitchFamily="34" charset="-122"/>
              </a:rPr>
              <a:t>A</a:t>
            </a:r>
          </a:p>
        </p:txBody>
      </p:sp>
      <p:sp>
        <p:nvSpPr>
          <p:cNvPr id="102" name="Line 38">
            <a:extLst>
              <a:ext uri="{FF2B5EF4-FFF2-40B4-BE49-F238E27FC236}">
                <a16:creationId xmlns:a16="http://schemas.microsoft.com/office/drawing/2014/main" id="{99695DE8-93CC-5238-B3B4-B3B8AB46ED66}"/>
              </a:ext>
            </a:extLst>
          </p:cNvPr>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03" name="Picture 27">
            <a:extLst>
              <a:ext uri="{FF2B5EF4-FFF2-40B4-BE49-F238E27FC236}">
                <a16:creationId xmlns:a16="http://schemas.microsoft.com/office/drawing/2014/main" id="{47718B7C-598A-66C0-6671-D326BBCBD0E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a:extLst>
              <a:ext uri="{FF2B5EF4-FFF2-40B4-BE49-F238E27FC236}">
                <a16:creationId xmlns:a16="http://schemas.microsoft.com/office/drawing/2014/main" id="{7DB7E063-90FE-4638-F6FD-83FA47F3E77C}"/>
              </a:ext>
            </a:extLst>
          </p:cNvPr>
          <p:cNvSpPr txBox="1">
            <a:spLocks noChangeArrowheads="1"/>
          </p:cNvSpPr>
          <p:nvPr/>
        </p:nvSpPr>
        <p:spPr bwMode="auto">
          <a:xfrm>
            <a:off x="875628" y="3319111"/>
            <a:ext cx="968535"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latin typeface="Montserrat" panose="00000500000000000000" pitchFamily="2" charset="0"/>
                <a:ea typeface="微软雅黑 Light" panose="020B0502040204020203" pitchFamily="34" charset="-122"/>
              </a:rPr>
              <a:t>192.168.0.4</a:t>
            </a:r>
          </a:p>
        </p:txBody>
      </p:sp>
      <p:sp>
        <p:nvSpPr>
          <p:cNvPr id="83" name="Text Box 59">
            <a:extLst>
              <a:ext uri="{FF2B5EF4-FFF2-40B4-BE49-F238E27FC236}">
                <a16:creationId xmlns:a16="http://schemas.microsoft.com/office/drawing/2014/main" id="{094C64FF-D6E6-3981-AE11-28B6D0DC89B5}"/>
              </a:ext>
            </a:extLst>
          </p:cNvPr>
          <p:cNvSpPr txBox="1">
            <a:spLocks noChangeArrowheads="1"/>
          </p:cNvSpPr>
          <p:nvPr/>
        </p:nvSpPr>
        <p:spPr bwMode="auto">
          <a:xfrm>
            <a:off x="2006828" y="3121091"/>
            <a:ext cx="124906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192.168.0.3</a:t>
            </a:r>
          </a:p>
        </p:txBody>
      </p:sp>
      <p:grpSp>
        <p:nvGrpSpPr>
          <p:cNvPr id="87" name="Group 42">
            <a:extLst>
              <a:ext uri="{FF2B5EF4-FFF2-40B4-BE49-F238E27FC236}">
                <a16:creationId xmlns:a16="http://schemas.microsoft.com/office/drawing/2014/main" id="{0A50196E-6522-84E8-AC2F-4D4F4A0CE7A7}"/>
              </a:ext>
            </a:extLst>
          </p:cNvPr>
          <p:cNvGrpSpPr>
            <a:grpSpLocks/>
          </p:cNvGrpSpPr>
          <p:nvPr/>
        </p:nvGrpSpPr>
        <p:grpSpPr bwMode="auto">
          <a:xfrm flipH="1">
            <a:off x="2410773" y="2917290"/>
            <a:ext cx="632937" cy="98436"/>
            <a:chOff x="521" y="2478"/>
            <a:chExt cx="1044" cy="136"/>
          </a:xfrm>
        </p:grpSpPr>
        <p:sp>
          <p:nvSpPr>
            <p:cNvPr id="88" name="AutoShape 41">
              <a:extLst>
                <a:ext uri="{FF2B5EF4-FFF2-40B4-BE49-F238E27FC236}">
                  <a16:creationId xmlns:a16="http://schemas.microsoft.com/office/drawing/2014/main" id="{B23CBDE3-6AB7-D743-DF27-4570390ED31A}"/>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89" name="Rectangle 39">
              <a:extLst>
                <a:ext uri="{FF2B5EF4-FFF2-40B4-BE49-F238E27FC236}">
                  <a16:creationId xmlns:a16="http://schemas.microsoft.com/office/drawing/2014/main" id="{0686410B-0CE4-03C5-A622-5AB6D1BD62DB}"/>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0" name="Rectangle 40">
              <a:extLst>
                <a:ext uri="{FF2B5EF4-FFF2-40B4-BE49-F238E27FC236}">
                  <a16:creationId xmlns:a16="http://schemas.microsoft.com/office/drawing/2014/main" id="{306E99AC-BB79-2712-1696-AE25950270D6}"/>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6" name="Text Box 155">
            <a:extLst>
              <a:ext uri="{FF2B5EF4-FFF2-40B4-BE49-F238E27FC236}">
                <a16:creationId xmlns:a16="http://schemas.microsoft.com/office/drawing/2014/main" id="{4C7B6E53-65AD-9320-0B57-11B8CCEFAAA9}"/>
              </a:ext>
            </a:extLst>
          </p:cNvPr>
          <p:cNvSpPr txBox="1">
            <a:spLocks noChangeArrowheads="1"/>
          </p:cNvSpPr>
          <p:nvPr/>
        </p:nvSpPr>
        <p:spPr bwMode="auto">
          <a:xfrm flipH="1">
            <a:off x="2132992" y="2828009"/>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84" name="Text Box 69">
            <a:extLst>
              <a:ext uri="{FF2B5EF4-FFF2-40B4-BE49-F238E27FC236}">
                <a16:creationId xmlns:a16="http://schemas.microsoft.com/office/drawing/2014/main" id="{94B65918-5387-9BE3-69CC-84335D543B3F}"/>
              </a:ext>
            </a:extLst>
          </p:cNvPr>
          <p:cNvSpPr txBox="1">
            <a:spLocks noChangeArrowheads="1"/>
          </p:cNvSpPr>
          <p:nvPr/>
        </p:nvSpPr>
        <p:spPr bwMode="auto">
          <a:xfrm>
            <a:off x="4707038" y="3038553"/>
            <a:ext cx="1146468"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p:txBody>
      </p:sp>
      <p:grpSp>
        <p:nvGrpSpPr>
          <p:cNvPr id="91" name="Group 42">
            <a:extLst>
              <a:ext uri="{FF2B5EF4-FFF2-40B4-BE49-F238E27FC236}">
                <a16:creationId xmlns:a16="http://schemas.microsoft.com/office/drawing/2014/main" id="{7AB4D083-AE49-3C00-28B4-37E06A2DF5F4}"/>
              </a:ext>
            </a:extLst>
          </p:cNvPr>
          <p:cNvGrpSpPr>
            <a:grpSpLocks/>
          </p:cNvGrpSpPr>
          <p:nvPr/>
        </p:nvGrpSpPr>
        <p:grpSpPr bwMode="auto">
          <a:xfrm flipH="1">
            <a:off x="4837242" y="2907555"/>
            <a:ext cx="632936" cy="98437"/>
            <a:chOff x="521" y="2478"/>
            <a:chExt cx="1044" cy="136"/>
          </a:xfrm>
        </p:grpSpPr>
        <p:sp>
          <p:nvSpPr>
            <p:cNvPr id="92" name="AutoShape 41">
              <a:extLst>
                <a:ext uri="{FF2B5EF4-FFF2-40B4-BE49-F238E27FC236}">
                  <a16:creationId xmlns:a16="http://schemas.microsoft.com/office/drawing/2014/main" id="{710E3C2A-39A7-F60B-8D12-3EF62A5CB5AF}"/>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3" name="Rectangle 39">
              <a:extLst>
                <a:ext uri="{FF2B5EF4-FFF2-40B4-BE49-F238E27FC236}">
                  <a16:creationId xmlns:a16="http://schemas.microsoft.com/office/drawing/2014/main" id="{56D2D33C-6B64-79CF-B20C-313B5E407BAE}"/>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4" name="Rectangle 40">
              <a:extLst>
                <a:ext uri="{FF2B5EF4-FFF2-40B4-BE49-F238E27FC236}">
                  <a16:creationId xmlns:a16="http://schemas.microsoft.com/office/drawing/2014/main" id="{8BD6CC3F-B9BC-B519-D419-8F8F7898ACCB}"/>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8" name="Text Box 154">
            <a:extLst>
              <a:ext uri="{FF2B5EF4-FFF2-40B4-BE49-F238E27FC236}">
                <a16:creationId xmlns:a16="http://schemas.microsoft.com/office/drawing/2014/main" id="{A7350D2E-4D51-C1F1-7EF7-57151F3A7C4E}"/>
              </a:ext>
            </a:extLst>
          </p:cNvPr>
          <p:cNvSpPr txBox="1">
            <a:spLocks noChangeArrowheads="1"/>
          </p:cNvSpPr>
          <p:nvPr/>
        </p:nvSpPr>
        <p:spPr bwMode="auto">
          <a:xfrm flipH="1">
            <a:off x="4561998" y="281827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grpSp>
        <p:nvGrpSpPr>
          <p:cNvPr id="72" name="Group 42">
            <a:extLst>
              <a:ext uri="{FF2B5EF4-FFF2-40B4-BE49-F238E27FC236}">
                <a16:creationId xmlns:a16="http://schemas.microsoft.com/office/drawing/2014/main" id="{707B9A04-7B52-0C2B-9FC7-D828ED929D41}"/>
              </a:ext>
            </a:extLst>
          </p:cNvPr>
          <p:cNvGrpSpPr>
            <a:grpSpLocks/>
          </p:cNvGrpSpPr>
          <p:nvPr/>
        </p:nvGrpSpPr>
        <p:grpSpPr bwMode="auto">
          <a:xfrm>
            <a:off x="2075913" y="2636609"/>
            <a:ext cx="632937" cy="98437"/>
            <a:chOff x="521" y="2478"/>
            <a:chExt cx="1044" cy="136"/>
          </a:xfrm>
        </p:grpSpPr>
        <p:sp>
          <p:nvSpPr>
            <p:cNvPr id="73" name="AutoShape 41">
              <a:extLst>
                <a:ext uri="{FF2B5EF4-FFF2-40B4-BE49-F238E27FC236}">
                  <a16:creationId xmlns:a16="http://schemas.microsoft.com/office/drawing/2014/main" id="{08E9B3E2-8A27-4F47-C85A-BEC1BC9E5275}"/>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4" name="Rectangle 39">
              <a:extLst>
                <a:ext uri="{FF2B5EF4-FFF2-40B4-BE49-F238E27FC236}">
                  <a16:creationId xmlns:a16="http://schemas.microsoft.com/office/drawing/2014/main" id="{06137D2E-F397-E845-B1FB-15211A68F601}"/>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5" name="Rectangle 40">
              <a:extLst>
                <a:ext uri="{FF2B5EF4-FFF2-40B4-BE49-F238E27FC236}">
                  <a16:creationId xmlns:a16="http://schemas.microsoft.com/office/drawing/2014/main" id="{71A4F556-7C4D-D7F0-475F-8F6662541002}"/>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76" name="Text Box 44">
            <a:extLst>
              <a:ext uri="{FF2B5EF4-FFF2-40B4-BE49-F238E27FC236}">
                <a16:creationId xmlns:a16="http://schemas.microsoft.com/office/drawing/2014/main" id="{A1D127FA-7D2F-0284-3AB0-E1646D7D53A7}"/>
              </a:ext>
            </a:extLst>
          </p:cNvPr>
          <p:cNvSpPr txBox="1">
            <a:spLocks noChangeArrowheads="1"/>
          </p:cNvSpPr>
          <p:nvPr/>
        </p:nvSpPr>
        <p:spPr bwMode="auto">
          <a:xfrm>
            <a:off x="1982177" y="2092438"/>
            <a:ext cx="121700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192.168.0.3</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213.28.2.4</a:t>
            </a:r>
          </a:p>
        </p:txBody>
      </p:sp>
      <p:sp>
        <p:nvSpPr>
          <p:cNvPr id="109" name="Text Box 177">
            <a:extLst>
              <a:ext uri="{FF2B5EF4-FFF2-40B4-BE49-F238E27FC236}">
                <a16:creationId xmlns:a16="http://schemas.microsoft.com/office/drawing/2014/main" id="{0D68279F-D07D-8E3F-0233-9B0F720C6522}"/>
              </a:ext>
            </a:extLst>
          </p:cNvPr>
          <p:cNvSpPr txBox="1">
            <a:spLocks noChangeArrowheads="1"/>
          </p:cNvSpPr>
          <p:nvPr/>
        </p:nvSpPr>
        <p:spPr bwMode="auto">
          <a:xfrm flipH="1">
            <a:off x="2650503" y="2547328"/>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110" name="椭圆 109">
            <a:extLst>
              <a:ext uri="{FF2B5EF4-FFF2-40B4-BE49-F238E27FC236}">
                <a16:creationId xmlns:a16="http://schemas.microsoft.com/office/drawing/2014/main" id="{708CEC40-D4FA-7614-BF34-AF8B45638AD7}"/>
              </a:ext>
            </a:extLst>
          </p:cNvPr>
          <p:cNvSpPr/>
          <p:nvPr/>
        </p:nvSpPr>
        <p:spPr>
          <a:xfrm>
            <a:off x="4011798"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117" name="Text Box 52">
            <a:extLst>
              <a:ext uri="{FF2B5EF4-FFF2-40B4-BE49-F238E27FC236}">
                <a16:creationId xmlns:a16="http://schemas.microsoft.com/office/drawing/2014/main" id="{6976FB6D-25B4-92F7-58D7-3B72DB7F5384}"/>
              </a:ext>
            </a:extLst>
          </p:cNvPr>
          <p:cNvSpPr txBox="1">
            <a:spLocks noChangeArrowheads="1"/>
          </p:cNvSpPr>
          <p:nvPr/>
        </p:nvSpPr>
        <p:spPr bwMode="auto">
          <a:xfrm>
            <a:off x="7692066" y="2190875"/>
            <a:ext cx="300083"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a:solidFill>
                  <a:srgbClr val="0000FF"/>
                </a:solidFill>
                <a:latin typeface="Montserrat" panose="00000500000000000000" pitchFamily="2" charset="0"/>
                <a:ea typeface="微软雅黑 Light" panose="020B0502040204020203" pitchFamily="34" charset="-122"/>
              </a:rPr>
              <a:t>B</a:t>
            </a:r>
          </a:p>
        </p:txBody>
      </p:sp>
      <p:sp>
        <p:nvSpPr>
          <p:cNvPr id="107" name="Text Box 141">
            <a:extLst>
              <a:ext uri="{FF2B5EF4-FFF2-40B4-BE49-F238E27FC236}">
                <a16:creationId xmlns:a16="http://schemas.microsoft.com/office/drawing/2014/main" id="{67C6019F-C8DA-DD4E-3B13-8D32FC0BF526}"/>
              </a:ext>
            </a:extLst>
          </p:cNvPr>
          <p:cNvSpPr txBox="1">
            <a:spLocks noChangeArrowheads="1"/>
          </p:cNvSpPr>
          <p:nvPr/>
        </p:nvSpPr>
        <p:spPr bwMode="auto">
          <a:xfrm flipH="1">
            <a:off x="5198738" y="256543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78" name="Text Box 50">
            <a:extLst>
              <a:ext uri="{FF2B5EF4-FFF2-40B4-BE49-F238E27FC236}">
                <a16:creationId xmlns:a16="http://schemas.microsoft.com/office/drawing/2014/main" id="{24945860-3CDB-6A55-4855-8DA24C60CCBB}"/>
              </a:ext>
            </a:extLst>
          </p:cNvPr>
          <p:cNvSpPr txBox="1">
            <a:spLocks noChangeArrowheads="1"/>
          </p:cNvSpPr>
          <p:nvPr/>
        </p:nvSpPr>
        <p:spPr bwMode="auto">
          <a:xfrm>
            <a:off x="4490357" y="2219480"/>
            <a:ext cx="1151277"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213.18.2.4</a:t>
            </a:r>
          </a:p>
        </p:txBody>
      </p:sp>
      <p:grpSp>
        <p:nvGrpSpPr>
          <p:cNvPr id="95" name="Group 42">
            <a:extLst>
              <a:ext uri="{FF2B5EF4-FFF2-40B4-BE49-F238E27FC236}">
                <a16:creationId xmlns:a16="http://schemas.microsoft.com/office/drawing/2014/main" id="{D830F523-7D96-E72F-C79D-80CD10D0629D}"/>
              </a:ext>
            </a:extLst>
          </p:cNvPr>
          <p:cNvGrpSpPr>
            <a:grpSpLocks/>
          </p:cNvGrpSpPr>
          <p:nvPr/>
        </p:nvGrpSpPr>
        <p:grpSpPr bwMode="auto">
          <a:xfrm>
            <a:off x="4606392" y="2654715"/>
            <a:ext cx="631668" cy="98437"/>
            <a:chOff x="521" y="2478"/>
            <a:chExt cx="1044" cy="136"/>
          </a:xfrm>
        </p:grpSpPr>
        <p:sp>
          <p:nvSpPr>
            <p:cNvPr id="96" name="AutoShape 41">
              <a:extLst>
                <a:ext uri="{FF2B5EF4-FFF2-40B4-BE49-F238E27FC236}">
                  <a16:creationId xmlns:a16="http://schemas.microsoft.com/office/drawing/2014/main" id="{18017F71-E383-D240-7F28-954809B3EBF3}"/>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7" name="Rectangle 39">
              <a:extLst>
                <a:ext uri="{FF2B5EF4-FFF2-40B4-BE49-F238E27FC236}">
                  <a16:creationId xmlns:a16="http://schemas.microsoft.com/office/drawing/2014/main" id="{EA60468F-C347-94B0-E271-8D23E5A6220F}"/>
                </a:ext>
              </a:extLst>
            </p:cNvPr>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8" name="Rectangle 40">
              <a:extLst>
                <a:ext uri="{FF2B5EF4-FFF2-40B4-BE49-F238E27FC236}">
                  <a16:creationId xmlns:a16="http://schemas.microsoft.com/office/drawing/2014/main" id="{8F4D2BA1-24A4-BF8D-949D-A9207832C1D5}"/>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2" name="标题 11">
            <a:extLst>
              <a:ext uri="{FF2B5EF4-FFF2-40B4-BE49-F238E27FC236}">
                <a16:creationId xmlns:a16="http://schemas.microsoft.com/office/drawing/2014/main" id="{13414F56-8540-F3CC-FC7D-E4D11818DB67}"/>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18518993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629850" y="1809875"/>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872467" y="1830724"/>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3073297" y="1980341"/>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2027092"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621879" y="1403948"/>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502616"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6095155" y="1403948"/>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279825"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228181" y="1468412"/>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772109" y="1468412"/>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576199" y="146841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6044670" y="1468412"/>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621879" y="1142751"/>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873131" y="2700172"/>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621879" y="1820913"/>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771625" y="2713345"/>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870756" y="2964991"/>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821662" y="2733480"/>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785701" y="2296744"/>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873131" y="2296744"/>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576549" y="2296744"/>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771625"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486000" y="550723"/>
            <a:ext cx="8172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900000"/>
            <a:ext cx="8172000" cy="37035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6350">
          <a:solidFill>
            <a:schemeClr val="tx1"/>
          </a:solidFill>
        </a:ln>
      </a:spPr>
      <a:bodyPr rtlCol="0" anchor="ctr"/>
      <a:lstStyle>
        <a:defPPr algn="ctr">
          <a:defRPr sz="1200" dirty="0" smtClean="0">
            <a:solidFill>
              <a:schemeClr val="tx1"/>
            </a:solidFill>
            <a:latin typeface="Montserrat" panose="00000500000000000000" pitchFamily="2" charset="0"/>
            <a:ea typeface="微软雅黑 Light" panose="020B0502040204020203" pitchFamily="34" charset="-122"/>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ctr">
          <a:defRPr sz="1200" dirty="0" smtClean="0">
            <a:latin typeface="Montserrat" panose="00000500000000000000" pitchFamily="2" charset="0"/>
            <a:ea typeface="微软雅黑 Light" panose="020B0502040204020203"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7328</TotalTime>
  <Words>26957</Words>
  <Application>Microsoft Office PowerPoint</Application>
  <PresentationFormat>全屏显示(16:9)</PresentationFormat>
  <Paragraphs>5966</Paragraphs>
  <Slides>346</Slides>
  <Notes>112</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346</vt:i4>
      </vt:variant>
    </vt:vector>
  </HeadingPairs>
  <TitlesOfParts>
    <vt:vector size="362" baseType="lpstr">
      <vt:lpstr>Times New Roman</vt:lpstr>
      <vt:lpstr>Courier New</vt:lpstr>
      <vt:lpstr>Symbol</vt:lpstr>
      <vt:lpstr>Arial</vt:lpstr>
      <vt:lpstr>Calibri</vt:lpstr>
      <vt:lpstr>微软雅黑 Light</vt:lpstr>
      <vt:lpstr>微软雅黑</vt:lpstr>
      <vt:lpstr>Wingdings</vt:lpstr>
      <vt:lpstr>Montserrat</vt:lpstr>
      <vt:lpstr>黑体</vt:lpstr>
      <vt:lpstr>Tahoma</vt:lpstr>
      <vt:lpstr>微软雅黑</vt:lpstr>
      <vt:lpstr>宋体</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PowerPoint 演示文稿</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PowerPoint 演示文稿</vt:lpstr>
      <vt:lpstr>PowerPoint 演示文稿</vt:lpstr>
      <vt:lpstr>4.6.2  内部网关协议 RIP</vt:lpstr>
      <vt:lpstr>1. 协议 RIP 的工作原理</vt:lpstr>
      <vt:lpstr>PowerPoint 演示文稿</vt:lpstr>
      <vt:lpstr>距离</vt:lpstr>
      <vt:lpstr>RIP“距离”的定义</vt:lpstr>
      <vt:lpstr>RIP 协议的三个特点</vt:lpstr>
      <vt:lpstr>路由表的建立</vt:lpstr>
      <vt:lpstr>路由表主要信息和更新规则</vt:lpstr>
      <vt:lpstr>PowerPoint 演示文稿</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PowerPoint 演示文稿</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431</cp:revision>
  <dcterms:modified xsi:type="dcterms:W3CDTF">2025-11-20T12:28:59Z</dcterms:modified>
</cp:coreProperties>
</file>
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39"/>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869" r:id="rId66"/>
    <p:sldId id="654" r:id="rId67"/>
    <p:sldId id="308" r:id="rId68"/>
    <p:sldId id="309" r:id="rId69"/>
    <p:sldId id="657" r:id="rId70"/>
    <p:sldId id="658" r:id="rId71"/>
    <p:sldId id="316" r:id="rId72"/>
    <p:sldId id="659" r:id="rId73"/>
    <p:sldId id="317" r:id="rId74"/>
    <p:sldId id="318" r:id="rId75"/>
    <p:sldId id="319" r:id="rId76"/>
    <p:sldId id="662" r:id="rId77"/>
    <p:sldId id="663" r:id="rId78"/>
    <p:sldId id="322" r:id="rId79"/>
    <p:sldId id="323" r:id="rId80"/>
    <p:sldId id="665" r:id="rId81"/>
    <p:sldId id="666" r:id="rId82"/>
    <p:sldId id="667" r:id="rId83"/>
    <p:sldId id="669" r:id="rId84"/>
    <p:sldId id="668" r:id="rId85"/>
    <p:sldId id="326" r:id="rId86"/>
    <p:sldId id="840" r:id="rId87"/>
    <p:sldId id="841" r:id="rId88"/>
    <p:sldId id="842" r:id="rId89"/>
    <p:sldId id="670" r:id="rId90"/>
    <p:sldId id="671" r:id="rId91"/>
    <p:sldId id="672" r:id="rId92"/>
    <p:sldId id="673" r:id="rId93"/>
    <p:sldId id="333" r:id="rId94"/>
    <p:sldId id="334" r:id="rId95"/>
    <p:sldId id="335" r:id="rId96"/>
    <p:sldId id="336" r:id="rId97"/>
    <p:sldId id="337" r:id="rId98"/>
    <p:sldId id="338" r:id="rId99"/>
    <p:sldId id="339" r:id="rId100"/>
    <p:sldId id="341" r:id="rId101"/>
    <p:sldId id="342" r:id="rId102"/>
    <p:sldId id="343" r:id="rId103"/>
    <p:sldId id="344" r:id="rId104"/>
    <p:sldId id="345" r:id="rId105"/>
    <p:sldId id="674" r:id="rId106"/>
    <p:sldId id="346" r:id="rId107"/>
    <p:sldId id="347" r:id="rId108"/>
    <p:sldId id="348" r:id="rId109"/>
    <p:sldId id="349" r:id="rId110"/>
    <p:sldId id="675" r:id="rId111"/>
    <p:sldId id="350" r:id="rId112"/>
    <p:sldId id="351" r:id="rId113"/>
    <p:sldId id="844" r:id="rId114"/>
    <p:sldId id="845" r:id="rId115"/>
    <p:sldId id="846" r:id="rId116"/>
    <p:sldId id="847" r:id="rId117"/>
    <p:sldId id="848" r:id="rId118"/>
    <p:sldId id="849" r:id="rId119"/>
    <p:sldId id="850" r:id="rId120"/>
    <p:sldId id="851" r:id="rId121"/>
    <p:sldId id="852" r:id="rId122"/>
    <p:sldId id="853" r:id="rId123"/>
    <p:sldId id="854" r:id="rId124"/>
    <p:sldId id="861" r:id="rId125"/>
    <p:sldId id="352" r:id="rId126"/>
    <p:sldId id="355" r:id="rId127"/>
    <p:sldId id="357" r:id="rId128"/>
    <p:sldId id="691" r:id="rId129"/>
    <p:sldId id="694" r:id="rId130"/>
    <p:sldId id="695" r:id="rId131"/>
    <p:sldId id="697" r:id="rId132"/>
    <p:sldId id="698" r:id="rId133"/>
    <p:sldId id="699" r:id="rId134"/>
    <p:sldId id="700" r:id="rId135"/>
    <p:sldId id="701" r:id="rId136"/>
    <p:sldId id="703" r:id="rId137"/>
    <p:sldId id="704" r:id="rId138"/>
    <p:sldId id="705" r:id="rId139"/>
    <p:sldId id="706" r:id="rId140"/>
    <p:sldId id="707" r:id="rId141"/>
    <p:sldId id="708" r:id="rId142"/>
    <p:sldId id="709" r:id="rId143"/>
    <p:sldId id="862" r:id="rId144"/>
    <p:sldId id="711" r:id="rId145"/>
    <p:sldId id="712" r:id="rId146"/>
    <p:sldId id="714" r:id="rId147"/>
    <p:sldId id="715" r:id="rId148"/>
    <p:sldId id="716" r:id="rId149"/>
    <p:sldId id="717" r:id="rId150"/>
    <p:sldId id="718" r:id="rId151"/>
    <p:sldId id="719" r:id="rId152"/>
    <p:sldId id="720" r:id="rId153"/>
    <p:sldId id="721" r:id="rId154"/>
    <p:sldId id="722" r:id="rId155"/>
    <p:sldId id="723" r:id="rId156"/>
    <p:sldId id="724" r:id="rId157"/>
    <p:sldId id="725" r:id="rId158"/>
    <p:sldId id="727" r:id="rId159"/>
    <p:sldId id="728" r:id="rId160"/>
    <p:sldId id="729" r:id="rId161"/>
    <p:sldId id="730" r:id="rId162"/>
    <p:sldId id="731" r:id="rId163"/>
    <p:sldId id="732" r:id="rId164"/>
    <p:sldId id="735" r:id="rId165"/>
    <p:sldId id="736" r:id="rId166"/>
    <p:sldId id="737" r:id="rId167"/>
    <p:sldId id="738" r:id="rId168"/>
    <p:sldId id="740" r:id="rId169"/>
    <p:sldId id="741" r:id="rId170"/>
    <p:sldId id="743" r:id="rId171"/>
    <p:sldId id="863" r:id="rId172"/>
    <p:sldId id="416" r:id="rId173"/>
    <p:sldId id="745" r:id="rId174"/>
    <p:sldId id="746" r:id="rId175"/>
    <p:sldId id="747" r:id="rId176"/>
    <p:sldId id="419" r:id="rId177"/>
    <p:sldId id="421" r:id="rId178"/>
    <p:sldId id="422" r:id="rId179"/>
    <p:sldId id="423" r:id="rId180"/>
    <p:sldId id="426" r:id="rId181"/>
    <p:sldId id="748" r:id="rId182"/>
    <p:sldId id="427" r:id="rId183"/>
    <p:sldId id="749" r:id="rId184"/>
    <p:sldId id="429" r:id="rId185"/>
    <p:sldId id="430" r:id="rId186"/>
    <p:sldId id="750" r:id="rId187"/>
    <p:sldId id="431" r:id="rId188"/>
    <p:sldId id="432" r:id="rId189"/>
    <p:sldId id="434" r:id="rId190"/>
    <p:sldId id="435" r:id="rId191"/>
    <p:sldId id="436" r:id="rId192"/>
    <p:sldId id="437" r:id="rId193"/>
    <p:sldId id="751" r:id="rId194"/>
    <p:sldId id="442" r:id="rId195"/>
    <p:sldId id="441" r:id="rId196"/>
    <p:sldId id="443" r:id="rId197"/>
    <p:sldId id="444" r:id="rId198"/>
    <p:sldId id="445" r:id="rId199"/>
    <p:sldId id="446" r:id="rId200"/>
    <p:sldId id="447" r:id="rId201"/>
    <p:sldId id="753" r:id="rId202"/>
    <p:sldId id="449" r:id="rId203"/>
    <p:sldId id="450" r:id="rId204"/>
    <p:sldId id="452" r:id="rId205"/>
    <p:sldId id="453" r:id="rId206"/>
    <p:sldId id="457" r:id="rId207"/>
    <p:sldId id="459" r:id="rId208"/>
    <p:sldId id="458" r:id="rId209"/>
    <p:sldId id="460" r:id="rId210"/>
    <p:sldId id="756" r:id="rId211"/>
    <p:sldId id="461" r:id="rId212"/>
    <p:sldId id="463" r:id="rId213"/>
    <p:sldId id="464" r:id="rId214"/>
    <p:sldId id="759" r:id="rId215"/>
    <p:sldId id="760" r:id="rId216"/>
    <p:sldId id="761" r:id="rId217"/>
    <p:sldId id="762" r:id="rId218"/>
    <p:sldId id="764" r:id="rId219"/>
    <p:sldId id="763" r:id="rId220"/>
    <p:sldId id="766" r:id="rId221"/>
    <p:sldId id="765" r:id="rId222"/>
    <p:sldId id="769" r:id="rId223"/>
    <p:sldId id="770" r:id="rId224"/>
    <p:sldId id="771" r:id="rId225"/>
    <p:sldId id="467" r:id="rId226"/>
    <p:sldId id="469" r:id="rId227"/>
    <p:sldId id="773" r:id="rId228"/>
    <p:sldId id="774" r:id="rId229"/>
    <p:sldId id="859" r:id="rId230"/>
    <p:sldId id="776" r:id="rId231"/>
    <p:sldId id="777" r:id="rId232"/>
    <p:sldId id="858" r:id="rId233"/>
    <p:sldId id="778" r:id="rId234"/>
    <p:sldId id="860" r:id="rId235"/>
    <p:sldId id="474" r:id="rId236"/>
    <p:sldId id="475" r:id="rId237"/>
    <p:sldId id="476" r:id="rId238"/>
    <p:sldId id="781" r:id="rId239"/>
    <p:sldId id="782" r:id="rId240"/>
    <p:sldId id="483" r:id="rId241"/>
    <p:sldId id="485" r:id="rId242"/>
    <p:sldId id="487" r:id="rId243"/>
    <p:sldId id="488" r:id="rId244"/>
    <p:sldId id="784" r:id="rId245"/>
    <p:sldId id="785" r:id="rId246"/>
    <p:sldId id="864" r:id="rId247"/>
    <p:sldId id="527" r:id="rId248"/>
    <p:sldId id="528" r:id="rId249"/>
    <p:sldId id="529" r:id="rId250"/>
    <p:sldId id="530" r:id="rId251"/>
    <p:sldId id="531" r:id="rId252"/>
    <p:sldId id="532" r:id="rId253"/>
    <p:sldId id="533" r:id="rId254"/>
    <p:sldId id="534" r:id="rId255"/>
    <p:sldId id="786" r:id="rId256"/>
    <p:sldId id="537" r:id="rId257"/>
    <p:sldId id="539" r:id="rId258"/>
    <p:sldId id="540" r:id="rId259"/>
    <p:sldId id="541" r:id="rId260"/>
    <p:sldId id="542" r:id="rId261"/>
    <p:sldId id="789" r:id="rId262"/>
    <p:sldId id="790" r:id="rId263"/>
    <p:sldId id="791" r:id="rId264"/>
    <p:sldId id="792" r:id="rId265"/>
    <p:sldId id="545" r:id="rId266"/>
    <p:sldId id="794" r:id="rId267"/>
    <p:sldId id="548" r:id="rId268"/>
    <p:sldId id="549" r:id="rId269"/>
    <p:sldId id="550" r:id="rId270"/>
    <p:sldId id="797" r:id="rId271"/>
    <p:sldId id="796" r:id="rId272"/>
    <p:sldId id="552" r:id="rId273"/>
    <p:sldId id="553" r:id="rId274"/>
    <p:sldId id="554" r:id="rId275"/>
    <p:sldId id="800" r:id="rId276"/>
    <p:sldId id="555" r:id="rId277"/>
    <p:sldId id="865" r:id="rId278"/>
    <p:sldId id="557" r:id="rId279"/>
    <p:sldId id="558" r:id="rId280"/>
    <p:sldId id="560" r:id="rId281"/>
    <p:sldId id="561" r:id="rId282"/>
    <p:sldId id="562" r:id="rId283"/>
    <p:sldId id="563" r:id="rId284"/>
    <p:sldId id="564" r:id="rId285"/>
    <p:sldId id="565" r:id="rId286"/>
    <p:sldId id="566" r:id="rId287"/>
    <p:sldId id="868" r:id="rId288"/>
    <p:sldId id="568" r:id="rId289"/>
    <p:sldId id="569" r:id="rId290"/>
    <p:sldId id="570" r:id="rId291"/>
    <p:sldId id="572" r:id="rId292"/>
    <p:sldId id="573" r:id="rId293"/>
    <p:sldId id="574" r:id="rId294"/>
    <p:sldId id="575" r:id="rId295"/>
    <p:sldId id="866" r:id="rId296"/>
    <p:sldId id="578" r:id="rId297"/>
    <p:sldId id="579" r:id="rId298"/>
    <p:sldId id="581" r:id="rId299"/>
    <p:sldId id="582" r:id="rId300"/>
    <p:sldId id="584" r:id="rId301"/>
    <p:sldId id="583" r:id="rId302"/>
    <p:sldId id="585" r:id="rId303"/>
    <p:sldId id="805" r:id="rId304"/>
    <p:sldId id="806" r:id="rId305"/>
    <p:sldId id="588" r:id="rId306"/>
    <p:sldId id="808" r:id="rId307"/>
    <p:sldId id="809" r:id="rId308"/>
    <p:sldId id="590" r:id="rId309"/>
    <p:sldId id="592" r:id="rId310"/>
    <p:sldId id="593" r:id="rId311"/>
    <p:sldId id="810" r:id="rId312"/>
    <p:sldId id="811" r:id="rId313"/>
    <p:sldId id="812" r:id="rId314"/>
    <p:sldId id="813" r:id="rId315"/>
    <p:sldId id="814" r:id="rId316"/>
    <p:sldId id="815" r:id="rId317"/>
    <p:sldId id="816" r:id="rId318"/>
    <p:sldId id="867" r:id="rId319"/>
    <p:sldId id="817" r:id="rId320"/>
    <p:sldId id="821" r:id="rId321"/>
    <p:sldId id="820" r:id="rId322"/>
    <p:sldId id="822" r:id="rId323"/>
    <p:sldId id="823" r:id="rId324"/>
    <p:sldId id="824" r:id="rId325"/>
    <p:sldId id="826" r:id="rId326"/>
    <p:sldId id="827" r:id="rId327"/>
    <p:sldId id="828" r:id="rId328"/>
    <p:sldId id="825" r:id="rId329"/>
    <p:sldId id="829" r:id="rId330"/>
    <p:sldId id="830" r:id="rId331"/>
    <p:sldId id="831" r:id="rId332"/>
    <p:sldId id="835" r:id="rId333"/>
    <p:sldId id="833" r:id="rId334"/>
    <p:sldId id="836" r:id="rId335"/>
    <p:sldId id="834" r:id="rId336"/>
    <p:sldId id="838" r:id="rId337"/>
    <p:sldId id="839" r:id="rId338"/>
  </p:sldIdLst>
  <p:sldSz cx="9144000" cy="5143500" type="screen16x9"/>
  <p:notesSz cx="6858000" cy="9144000"/>
  <p:embeddedFontLst>
    <p:embeddedFont>
      <p:font typeface="Montserrat" panose="00000500000000000000" pitchFamily="2" charset="0"/>
      <p:regular r:id="rId340"/>
    </p:embeddedFont>
    <p:embeddedFont>
      <p:font typeface="Tahoma" panose="020B0604030504040204" pitchFamily="34" charset="0"/>
      <p:regular r:id="rId341"/>
      <p:bold r:id="rId342"/>
    </p:embeddedFont>
    <p:embeddedFont>
      <p:font typeface="黑体" panose="02010609060101010101" pitchFamily="49" charset="-122"/>
      <p:regular r:id="rId343"/>
    </p:embeddedFont>
    <p:embeddedFont>
      <p:font typeface="微软雅黑" panose="020B0503020204020204" pitchFamily="34" charset="-122"/>
      <p:regular r:id="rId344"/>
      <p:bold r:id="rId345"/>
    </p:embeddedFont>
    <p:embeddedFont>
      <p:font typeface="微软雅黑" panose="020B0503020204020204" pitchFamily="34" charset="-122"/>
      <p:regular r:id="rId344"/>
      <p:bold r:id="rId345"/>
    </p:embeddedFont>
    <p:embeddedFont>
      <p:font typeface="微软雅黑 Light" panose="020B0502040204020203" pitchFamily="34" charset="-122"/>
      <p:regular r:id="rId346"/>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2FD"/>
    <a:srgbClr val="FFFFFF"/>
    <a:srgbClr val="E46C0A"/>
    <a:srgbClr val="00B0F0"/>
    <a:srgbClr val="CC0099"/>
    <a:srgbClr val="0000FF"/>
    <a:srgbClr val="0000CC"/>
    <a:srgbClr val="FFFF99"/>
    <a:srgbClr val="1FA3E5"/>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00" d="100"/>
          <a:sy n="100" d="100"/>
        </p:scale>
        <p:origin x="1824" y="91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font" Target="fonts/font7.fntdata"/><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viewProps" Target="viewProps.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theme" Target="theme/theme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notesMaster" Target="notesMasters/notesMaster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tableStyles" Target="tableStyles.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1.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font" Target="fonts/font2.fntdata"/><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3.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4.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font" Target="fonts/font6.fntdata"/><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presProps" Target="presProps.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s>
</file>

<file path=ppt/diagrams/_rels/data12.xml.rels><?xml version="1.0" encoding="UTF-8" standalone="yes"?>
<Relationships xmlns="http://schemas.openxmlformats.org/package/2006/relationships"><Relationship Id="rId1" Type="http://schemas.openxmlformats.org/officeDocument/2006/relationships/image" Target="../media/image47.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47.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zh-CN" sz="1400" b="0" i="0" kern="1200" baseline="0" dirty="0">
              <a:latin typeface="Montserrat" panose="00000500000000000000" pitchFamily="2" charset="0"/>
              <a:ea typeface="微软雅黑 Light" panose="020B0502040204020203" pitchFamily="34" charset="-122"/>
            </a:rPr>
            <a:t>数据层面</a:t>
          </a:r>
          <a:endParaRPr lang="zh-CN" altLang="en-US" sz="1400" b="0" i="0" kern="1200" baseline="0" dirty="0">
            <a:latin typeface="Montserrat" panose="00000500000000000000" pitchFamily="2" charset="0"/>
            <a:ea typeface="微软雅黑 Light" panose="020B0502040204020203" pitchFamily="34" charset="-122"/>
          </a:endParaRP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zh-CN" sz="1400" b="0" i="0" kern="1200" baseline="0" dirty="0">
              <a:latin typeface="Montserrat" panose="00000500000000000000" pitchFamily="2" charset="0"/>
              <a:ea typeface="微软雅黑 Light" panose="020B0502040204020203" pitchFamily="34" charset="-122"/>
            </a:rPr>
            <a:t>路由器根据本路由器生成的</a:t>
          </a:r>
          <a:r>
            <a:rPr lang="zh-CN" altLang="zh-CN"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zh-CN"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zh-CN" sz="1400" b="0" i="0" kern="1200" baseline="0" dirty="0">
              <a:latin typeface="Montserrat" panose="00000500000000000000" pitchFamily="2" charset="0"/>
              <a:ea typeface="微软雅黑 Light" panose="020B0502040204020203" pitchFamily="34" charset="-122"/>
            </a:rPr>
            <a:t>出去。</a:t>
          </a:r>
          <a:endParaRPr lang="zh-CN" altLang="en-US" sz="1400" b="0" i="0" kern="1200" baseline="0" dirty="0">
            <a:latin typeface="Montserrat" panose="00000500000000000000" pitchFamily="2" charset="0"/>
            <a:ea typeface="微软雅黑 Light" panose="020B0502040204020203" pitchFamily="34" charset="-122"/>
          </a:endParaRP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2025/11/8</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135</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157</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164</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166</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172</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181</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183</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188</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189</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203</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204</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270</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286</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290</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298</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300</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317</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332</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335</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336</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337</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5.xml"/><Relationship Id="rId4" Type="http://schemas.openxmlformats.org/officeDocument/2006/relationships/image" Target="../media/image25.sv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0.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1.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30.emf"/></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17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0.wmf"/></Relationships>
</file>

<file path=ppt/slides/_rels/slide18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10.wmf"/><Relationship Id="rId4" Type="http://schemas.openxmlformats.org/officeDocument/2006/relationships/image" Target="../media/image34.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6.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6.png"/><Relationship Id="rId1" Type="http://schemas.openxmlformats.org/officeDocument/2006/relationships/slideLayout" Target="../slideLayouts/slideLayout3.xml"/><Relationship Id="rId5" Type="http://schemas.openxmlformats.org/officeDocument/2006/relationships/image" Target="../media/image22.wmf"/><Relationship Id="rId4" Type="http://schemas.openxmlformats.org/officeDocument/2006/relationships/image" Target="../media/image18.png"/></Relationships>
</file>

<file path=ppt/slides/_rels/slide24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6.png"/><Relationship Id="rId1" Type="http://schemas.openxmlformats.org/officeDocument/2006/relationships/slideLayout" Target="../slideLayouts/slideLayout3.xml"/><Relationship Id="rId5" Type="http://schemas.openxmlformats.org/officeDocument/2006/relationships/image" Target="../media/image22.wmf"/><Relationship Id="rId4" Type="http://schemas.openxmlformats.org/officeDocument/2006/relationships/image" Target="../media/image18.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image" Target="../media/image10.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5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image" Target="../media/image37.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3.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image" Target="../media/image37.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4.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image" Target="../media/image37.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3" Type="http://schemas.openxmlformats.org/officeDocument/2006/relationships/image" Target="../media/image39.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3" Type="http://schemas.openxmlformats.org/officeDocument/2006/relationships/image" Target="../media/image39.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2" Type="http://schemas.openxmlformats.org/officeDocument/2006/relationships/image" Target="../media/image39.wmf"/><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73.xml.rels><?xml version="1.0" encoding="UTF-8" standalone="yes"?>
<Relationships xmlns="http://schemas.openxmlformats.org/package/2006/relationships"><Relationship Id="rId3" Type="http://schemas.openxmlformats.org/officeDocument/2006/relationships/image" Target="../media/image40.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42.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40.wmf"/></Relationships>
</file>

<file path=ppt/slides/_rels/slide28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42.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40.wmf"/></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1.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10.wmf"/><Relationship Id="rId4" Type="http://schemas.openxmlformats.org/officeDocument/2006/relationships/image" Target="../media/image40.wmf"/></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2" Type="http://schemas.openxmlformats.org/officeDocument/2006/relationships/image" Target="../media/image43.jpg"/><Relationship Id="rId1" Type="http://schemas.openxmlformats.org/officeDocument/2006/relationships/slideLayout" Target="../slideLayouts/slideLayout1.xml"/></Relationships>
</file>

<file path=ppt/slides/_rels/slide296.xml.rels><?xml version="1.0" encoding="UTF-8" standalone="yes"?>
<Relationships xmlns="http://schemas.openxmlformats.org/package/2006/relationships"><Relationship Id="rId2" Type="http://schemas.openxmlformats.org/officeDocument/2006/relationships/image" Target="../media/image44.wmf"/><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4.wmf"/></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7.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44.wmf"/></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18.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1.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0.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46.wmf"/></Relationships>
</file>

<file path=ppt/slides/_rels/slide3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46.wmf"/></Relationships>
</file>

<file path=ppt/slides/_rels/slide33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46.wmf"/></Relationships>
</file>

<file path=ppt/slides/_rels/slide3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46.wmf"/></Relationships>
</file>

<file path=ppt/slides/_rels/slide33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46.wmf"/></Relationships>
</file>

<file path=ppt/slides/_rels/slide333.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4.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5.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486000" y="550723"/>
            <a:ext cx="8172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900000"/>
            <a:ext cx="8172000" cy="37035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900000"/>
            <a:ext cx="8172000" cy="37035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485775" y="550863"/>
            <a:ext cx="8172450" cy="338137"/>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900000"/>
            <a:ext cx="8172000" cy="37035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486000" y="550723"/>
            <a:ext cx="8172000" cy="338554"/>
          </a:xfrm>
        </p:spPr>
        <p:txBody>
          <a:bodyPr/>
          <a:lstStyle/>
          <a:p>
            <a:r>
              <a:rPr lang="en-US" altLang="zh-CN" dirty="0"/>
              <a:t>4.2  </a:t>
            </a:r>
            <a:r>
              <a:rPr lang="zh-CN" altLang="en-US" dirty="0"/>
              <a:t>网际协议 </a:t>
            </a:r>
            <a:r>
              <a:rPr lang="en-US" altLang="zh-CN" dirty="0"/>
              <a:t>IP </a:t>
            </a:r>
            <a:endParaRPr lang="zh-CN" altLang="en-US" dirty="0"/>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486000" y="550723"/>
            <a:ext cx="8172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900000"/>
            <a:ext cx="8172000" cy="37035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486000" y="550723"/>
            <a:ext cx="8172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486000" y="550723"/>
            <a:ext cx="8172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486000" y="550723"/>
            <a:ext cx="8172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486000" y="550723"/>
            <a:ext cx="8172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486000" y="550723"/>
            <a:ext cx="8172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486000" y="550723"/>
            <a:ext cx="8172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900000"/>
            <a:ext cx="8172000" cy="37035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2F54F77B-E3A3-04ED-12CA-6263F670D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734" y="852721"/>
            <a:ext cx="381000" cy="304800"/>
          </a:xfrm>
          <a:prstGeom prst="rect">
            <a:avLst/>
          </a:prstGeom>
        </p:spPr>
      </p:pic>
      <p:sp>
        <p:nvSpPr>
          <p:cNvPr id="9" name="文本框 8">
            <a:extLst>
              <a:ext uri="{FF2B5EF4-FFF2-40B4-BE49-F238E27FC236}">
                <a16:creationId xmlns:a16="http://schemas.microsoft.com/office/drawing/2014/main" id="{C7C4CFE1-CC4B-9348-A521-1FD857CB4436}"/>
              </a:ext>
            </a:extLst>
          </p:cNvPr>
          <p:cNvSpPr txBox="1"/>
          <p:nvPr/>
        </p:nvSpPr>
        <p:spPr>
          <a:xfrm>
            <a:off x="6406026" y="284865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29892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29892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29892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29892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14212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284865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284865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284865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21297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66323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66323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66323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66323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50644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21297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21297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21297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197391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27280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27280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27280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1"/>
          </p:nvPr>
        </p:nvSpPr>
        <p:spPr>
          <a:xfrm>
            <a:off x="486000" y="900000"/>
            <a:ext cx="8172000" cy="3703500"/>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1"/>
          </p:nvPr>
        </p:nvSpPr>
        <p:spPr>
          <a:xfrm>
            <a:off x="486000" y="900000"/>
            <a:ext cx="8172000" cy="3703500"/>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092019"/>
            <a:ext cx="5806747"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62" name="Rectangle 5"/>
          <p:cNvSpPr>
            <a:spLocks noChangeArrowheads="1"/>
          </p:cNvSpPr>
          <p:nvPr/>
        </p:nvSpPr>
        <p:spPr bwMode="auto">
          <a:xfrm>
            <a:off x="1773858" y="2690259"/>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3" name="Rectangle 11"/>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69" name="Rectangle 13"/>
          <p:cNvSpPr>
            <a:spLocks noChangeArrowheads="1"/>
          </p:cNvSpPr>
          <p:nvPr/>
        </p:nvSpPr>
        <p:spPr bwMode="auto">
          <a:xfrm>
            <a:off x="4419107" y="238700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73" name="Rectangle 17"/>
          <p:cNvSpPr>
            <a:spLocks noChangeArrowheads="1"/>
          </p:cNvSpPr>
          <p:nvPr/>
        </p:nvSpPr>
        <p:spPr bwMode="auto">
          <a:xfrm>
            <a:off x="2981286" y="2770994"/>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3786594" y="2770994"/>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176917" y="2770994"/>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84" name="Text Box 31"/>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85" name="Line 32"/>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326342" y="2987602"/>
            <a:ext cx="1350891"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131116" y="2987602"/>
            <a:ext cx="546117"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stCxn id="63" idx="0"/>
            <a:endCxn id="69" idx="2"/>
          </p:cNvCxnSpPr>
          <p:nvPr/>
        </p:nvCxnSpPr>
        <p:spPr>
          <a:xfrm flipV="1">
            <a:off x="4677233" y="2603614"/>
            <a:ext cx="86396" cy="681148"/>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677233" y="2987602"/>
            <a:ext cx="1844206"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21" name="圆角矩形 20"/>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809469" y="633725"/>
            <a:ext cx="7629994" cy="404320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z</a:t>
            </a:r>
            <a:endParaRPr lang="zh-CN" altLang="en-US" dirty="0"/>
          </a:p>
        </p:txBody>
      </p:sp>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圆角矩形 65"/>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圆角矩形 9"/>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sp>
        <p:nvSpPr>
          <p:cNvPr id="7" name="圆角矩形 6"/>
          <p:cNvSpPr/>
          <p:nvPr/>
        </p:nvSpPr>
        <p:spPr>
          <a:xfrm>
            <a:off x="545144" y="1095236"/>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92200"/>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grpSp>
        <p:nvGrpSpPr>
          <p:cNvPr id="128" name="组合 127"/>
          <p:cNvGrpSpPr/>
          <p:nvPr/>
        </p:nvGrpSpPr>
        <p:grpSpPr>
          <a:xfrm>
            <a:off x="862523" y="1086132"/>
            <a:ext cx="4615393" cy="3173300"/>
            <a:chOff x="862523" y="1132312"/>
            <a:chExt cx="4615393" cy="3173300"/>
          </a:xfrm>
        </p:grpSpPr>
        <p:sp>
          <p:nvSpPr>
            <p:cNvPr id="8" name="Text Box 7"/>
            <p:cNvSpPr txBox="1">
              <a:spLocks noChangeArrowheads="1"/>
            </p:cNvSpPr>
            <p:nvPr/>
          </p:nvSpPr>
          <p:spPr bwMode="auto">
            <a:xfrm>
              <a:off x="2183407" y="1644965"/>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grpSp>
          <p:nvGrpSpPr>
            <p:cNvPr id="9" name="Group 8"/>
            <p:cNvGrpSpPr>
              <a:grpSpLocks/>
            </p:cNvGrpSpPr>
            <p:nvPr/>
          </p:nvGrpSpPr>
          <p:grpSpPr bwMode="auto">
            <a:xfrm>
              <a:off x="862523" y="2861677"/>
              <a:ext cx="2084903" cy="1443935"/>
              <a:chOff x="672" y="2304"/>
              <a:chExt cx="1872" cy="1290"/>
            </a:xfrm>
          </p:grpSpPr>
          <p:sp>
            <p:nvSpPr>
              <p:cNvPr id="94" name="Rectangle 9"/>
              <p:cNvSpPr>
                <a:spLocks noChangeArrowheads="1"/>
              </p:cNvSpPr>
              <p:nvPr/>
            </p:nvSpPr>
            <p:spPr bwMode="auto">
              <a:xfrm>
                <a:off x="672" y="2304"/>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008"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064" y="2880"/>
                <a:ext cx="320" cy="184"/>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960"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864" y="2736"/>
                <a:ext cx="240" cy="9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200" y="2496"/>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008" y="2544"/>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008" y="2832"/>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152" y="3072"/>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680" y="2976"/>
                <a:ext cx="384"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296" y="28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488"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152" y="2544"/>
                <a:ext cx="192"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152" y="2640"/>
                <a:ext cx="240" cy="9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488" y="2784"/>
                <a:ext cx="240"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632" y="2544"/>
                <a:ext cx="384" cy="48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1728" y="2736"/>
                <a:ext cx="240" cy="9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064" y="2544"/>
                <a:ext cx="144" cy="33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1920" y="3041"/>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R4</a:t>
                </a:r>
              </a:p>
            </p:txBody>
          </p:sp>
          <p:sp>
            <p:nvSpPr>
              <p:cNvPr id="114" name="Text Box 41"/>
              <p:cNvSpPr txBox="1">
                <a:spLocks noChangeArrowheads="1"/>
              </p:cNvSpPr>
              <p:nvPr/>
            </p:nvSpPr>
            <p:spPr bwMode="auto">
              <a:xfrm>
                <a:off x="1164" y="331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98" name="Oval 16"/>
              <p:cNvSpPr>
                <a:spLocks noChangeArrowheads="1"/>
              </p:cNvSpPr>
              <p:nvPr/>
            </p:nvSpPr>
            <p:spPr bwMode="auto">
              <a:xfrm>
                <a:off x="1920"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0" name="Group 126"/>
            <p:cNvGrpSpPr>
              <a:grpSpLocks/>
            </p:cNvGrpSpPr>
            <p:nvPr/>
          </p:nvGrpSpPr>
          <p:grpSpPr bwMode="auto">
            <a:xfrm>
              <a:off x="3393013" y="2861677"/>
              <a:ext cx="2084903" cy="1443935"/>
              <a:chOff x="3153" y="2625"/>
              <a:chExt cx="1872" cy="1290"/>
            </a:xfrm>
          </p:grpSpPr>
          <p:sp>
            <p:nvSpPr>
              <p:cNvPr id="69" name="Rectangle 43"/>
              <p:cNvSpPr>
                <a:spLocks noChangeArrowheads="1"/>
              </p:cNvSpPr>
              <p:nvPr/>
            </p:nvSpPr>
            <p:spPr bwMode="auto">
              <a:xfrm>
                <a:off x="3153" y="2625"/>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4689" y="305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489" y="2865"/>
                <a:ext cx="432"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537" y="3441"/>
                <a:ext cx="57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257" y="3345"/>
                <a:ext cx="288"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113"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3729" y="3393"/>
                <a:ext cx="240" cy="9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4641" y="3153"/>
                <a:ext cx="144"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441" y="2950"/>
                <a:ext cx="553" cy="4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449" y="3297"/>
                <a:ext cx="240" cy="9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209" y="2913"/>
                <a:ext cx="480"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2" name="Group 62"/>
              <p:cNvGrpSpPr>
                <a:grpSpLocks/>
              </p:cNvGrpSpPr>
              <p:nvPr/>
            </p:nvGrpSpPr>
            <p:grpSpPr bwMode="auto">
              <a:xfrm>
                <a:off x="3921" y="2769"/>
                <a:ext cx="320" cy="184"/>
                <a:chOff x="1000" y="3128"/>
                <a:chExt cx="320" cy="184"/>
              </a:xfrm>
            </p:grpSpPr>
            <p:sp>
              <p:nvSpPr>
                <p:cNvPr id="85" name="AutoShape 6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6" name="Line 6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7" name="Line 6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3" name="Text Box 66"/>
              <p:cNvSpPr txBox="1">
                <a:spLocks noChangeArrowheads="1"/>
              </p:cNvSpPr>
              <p:nvPr/>
            </p:nvSpPr>
            <p:spPr bwMode="auto">
              <a:xfrm>
                <a:off x="4209" y="2642"/>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R3</a:t>
                </a:r>
              </a:p>
            </p:txBody>
          </p:sp>
          <p:sp>
            <p:nvSpPr>
              <p:cNvPr id="84" name="Text Box 67"/>
              <p:cNvSpPr txBox="1">
                <a:spLocks noChangeArrowheads="1"/>
              </p:cNvSpPr>
              <p:nvPr/>
            </p:nvSpPr>
            <p:spPr bwMode="auto">
              <a:xfrm>
                <a:off x="3729" y="3640"/>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70" name="Oval 44"/>
              <p:cNvSpPr>
                <a:spLocks noChangeArrowheads="1"/>
              </p:cNvSpPr>
              <p:nvPr/>
            </p:nvSpPr>
            <p:spPr bwMode="auto">
              <a:xfrm>
                <a:off x="3297" y="281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345"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1" name="Group 68"/>
            <p:cNvGrpSpPr>
              <a:grpSpLocks/>
            </p:cNvGrpSpPr>
            <p:nvPr/>
          </p:nvGrpSpPr>
          <p:grpSpPr bwMode="auto">
            <a:xfrm>
              <a:off x="862523" y="1132312"/>
              <a:ext cx="2084903" cy="1406998"/>
              <a:chOff x="672" y="759"/>
              <a:chExt cx="1872" cy="1257"/>
            </a:xfrm>
          </p:grpSpPr>
          <p:sp>
            <p:nvSpPr>
              <p:cNvPr id="46" name="Rectangle 69"/>
              <p:cNvSpPr>
                <a:spLocks noChangeArrowheads="1"/>
              </p:cNvSpPr>
              <p:nvPr/>
            </p:nvSpPr>
            <p:spPr bwMode="auto">
              <a:xfrm>
                <a:off x="672"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008" y="115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48" name="Group 71"/>
              <p:cNvGrpSpPr>
                <a:grpSpLocks/>
              </p:cNvGrpSpPr>
              <p:nvPr/>
            </p:nvGrpSpPr>
            <p:grpSpPr bwMode="auto">
              <a:xfrm>
                <a:off x="2016" y="1104"/>
                <a:ext cx="320" cy="184"/>
                <a:chOff x="1000" y="3128"/>
                <a:chExt cx="320" cy="184"/>
              </a:xfrm>
            </p:grpSpPr>
            <p:sp>
              <p:nvSpPr>
                <p:cNvPr id="66" name="AutoShape 7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7" name="Line 7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8" name="Line 7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49" name="Oval 75"/>
              <p:cNvSpPr>
                <a:spLocks noChangeArrowheads="1"/>
              </p:cNvSpPr>
              <p:nvPr/>
            </p:nvSpPr>
            <p:spPr bwMode="auto">
              <a:xfrm>
                <a:off x="960" y="172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064" y="16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864" y="1440"/>
                <a:ext cx="240" cy="9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488" y="1776"/>
                <a:ext cx="240" cy="9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200" y="1200"/>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008" y="1248"/>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008" y="1536"/>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152" y="1776"/>
                <a:ext cx="336" cy="4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1728" y="1680"/>
                <a:ext cx="336"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160" y="1296"/>
                <a:ext cx="0" cy="33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1212"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grpSp>
        <p:grpSp>
          <p:nvGrpSpPr>
            <p:cNvPr id="12" name="Group 92"/>
            <p:cNvGrpSpPr>
              <a:grpSpLocks/>
            </p:cNvGrpSpPr>
            <p:nvPr/>
          </p:nvGrpSpPr>
          <p:grpSpPr bwMode="auto">
            <a:xfrm>
              <a:off x="3393013" y="1132312"/>
              <a:ext cx="2084903" cy="1406998"/>
              <a:chOff x="3168" y="759"/>
              <a:chExt cx="1872" cy="1257"/>
            </a:xfrm>
          </p:grpSpPr>
          <p:sp>
            <p:nvSpPr>
              <p:cNvPr id="16" name="Rectangle 93"/>
              <p:cNvSpPr>
                <a:spLocks noChangeArrowheads="1"/>
              </p:cNvSpPr>
              <p:nvPr/>
            </p:nvSpPr>
            <p:spPr bwMode="auto">
              <a:xfrm>
                <a:off x="3168"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360" y="134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4704"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224" y="1200"/>
                <a:ext cx="528" cy="57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504" y="1152"/>
                <a:ext cx="624" cy="24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4752" y="1200"/>
                <a:ext cx="48"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648" y="1824"/>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080" y="1152"/>
                <a:ext cx="624"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304" y="1392"/>
                <a:ext cx="240" cy="9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456" y="1440"/>
                <a:ext cx="0"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080"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4656"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696" y="1200"/>
                <a:ext cx="240" cy="9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4656" y="1392"/>
                <a:ext cx="240" cy="9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1" name="Group 117"/>
              <p:cNvGrpSpPr>
                <a:grpSpLocks/>
              </p:cNvGrpSpPr>
              <p:nvPr/>
            </p:nvGrpSpPr>
            <p:grpSpPr bwMode="auto">
              <a:xfrm>
                <a:off x="3328" y="1688"/>
                <a:ext cx="320" cy="184"/>
                <a:chOff x="1000" y="3128"/>
                <a:chExt cx="320" cy="184"/>
              </a:xfrm>
            </p:grpSpPr>
            <p:sp>
              <p:nvSpPr>
                <p:cNvPr id="34" name="AutoShape 1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Line 1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6" name="Line 1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586" y="1505"/>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R2</a:t>
                </a:r>
              </a:p>
            </p:txBody>
          </p:sp>
          <p:sp>
            <p:nvSpPr>
              <p:cNvPr id="33" name="Text Box 122"/>
              <p:cNvSpPr txBox="1">
                <a:spLocks noChangeArrowheads="1"/>
              </p:cNvSpPr>
              <p:nvPr/>
            </p:nvSpPr>
            <p:spPr bwMode="auto">
              <a:xfrm>
                <a:off x="3704"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18" name="Oval 95"/>
              <p:cNvSpPr>
                <a:spLocks noChangeArrowheads="1"/>
              </p:cNvSpPr>
              <p:nvPr/>
            </p:nvSpPr>
            <p:spPr bwMode="auto">
              <a:xfrm>
                <a:off x="3936"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13" name="Line 123"/>
            <p:cNvSpPr>
              <a:spLocks noChangeShapeType="1"/>
            </p:cNvSpPr>
            <p:nvPr/>
          </p:nvSpPr>
          <p:spPr bwMode="auto">
            <a:xfrm>
              <a:off x="2656741" y="166331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4970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9187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 name="Rectangle 249"/>
          <p:cNvSpPr>
            <a:spLocks noChangeArrowheads="1"/>
          </p:cNvSpPr>
          <p:nvPr/>
        </p:nvSpPr>
        <p:spPr bwMode="auto">
          <a:xfrm>
            <a:off x="2055328" y="1650274"/>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9675"/>
            <a:ext cx="4878259"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自治系统和内部网关协议、外部网关协议 </a:t>
            </a:r>
          </a:p>
        </p:txBody>
      </p:sp>
      <p:grpSp>
        <p:nvGrpSpPr>
          <p:cNvPr id="8" name="Group 136"/>
          <p:cNvGrpSpPr>
            <a:grpSpLocks/>
          </p:cNvGrpSpPr>
          <p:nvPr/>
        </p:nvGrpSpPr>
        <p:grpSpPr bwMode="auto">
          <a:xfrm>
            <a:off x="1026144" y="1753094"/>
            <a:ext cx="2192014" cy="1263027"/>
            <a:chOff x="912" y="768"/>
            <a:chExt cx="2400" cy="1584"/>
          </a:xfrm>
          <a:solidFill>
            <a:srgbClr val="009900"/>
          </a:solidFill>
          <a:effectLst/>
        </p:grpSpPr>
        <p:sp>
          <p:nvSpPr>
            <p:cNvPr id="39" name="Oval 13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Oval 13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Oval 13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Oval 14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Oval 14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Oval 14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Oval 14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Oval 14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Oval 14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8" name="Group 146"/>
            <p:cNvGrpSpPr>
              <a:grpSpLocks/>
            </p:cNvGrpSpPr>
            <p:nvPr/>
          </p:nvGrpSpPr>
          <p:grpSpPr bwMode="auto">
            <a:xfrm>
              <a:off x="912" y="768"/>
              <a:ext cx="2386" cy="1553"/>
              <a:chOff x="912" y="768"/>
              <a:chExt cx="2386" cy="1553"/>
            </a:xfrm>
            <a:grpFill/>
          </p:grpSpPr>
          <p:sp>
            <p:nvSpPr>
              <p:cNvPr id="49" name="Oval 14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Oval 14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Oval 14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Oval 15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Oval 15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Oval 15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Oval 15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Oval 15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7" name="Oval 15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grpSp>
        <p:nvGrpSpPr>
          <p:cNvPr id="9" name="Group 156"/>
          <p:cNvGrpSpPr>
            <a:grpSpLocks/>
          </p:cNvGrpSpPr>
          <p:nvPr/>
        </p:nvGrpSpPr>
        <p:grpSpPr bwMode="auto">
          <a:xfrm>
            <a:off x="5581205" y="1659064"/>
            <a:ext cx="2404550" cy="1453410"/>
            <a:chOff x="912" y="768"/>
            <a:chExt cx="2400" cy="1584"/>
          </a:xfrm>
          <a:solidFill>
            <a:srgbClr val="009900"/>
          </a:solidFill>
          <a:effectLst/>
        </p:grpSpPr>
        <p:sp>
          <p:nvSpPr>
            <p:cNvPr id="20" name="Oval 15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Oval 15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Oval 15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 name="Oval 16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Oval 16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Oval 16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Oval 16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Oval 16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Oval 16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29" name="Group 166"/>
            <p:cNvGrpSpPr>
              <a:grpSpLocks/>
            </p:cNvGrpSpPr>
            <p:nvPr/>
          </p:nvGrpSpPr>
          <p:grpSpPr bwMode="auto">
            <a:xfrm>
              <a:off x="912" y="768"/>
              <a:ext cx="2386" cy="1553"/>
              <a:chOff x="912" y="768"/>
              <a:chExt cx="2386" cy="1553"/>
            </a:xfrm>
            <a:grpFill/>
          </p:grpSpPr>
          <p:sp>
            <p:nvSpPr>
              <p:cNvPr id="30" name="Oval 16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Oval 16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Oval 16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Oval 17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Oval 17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Oval 17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Oval 17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Oval 17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Oval 17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sp>
        <p:nvSpPr>
          <p:cNvPr id="10" name="Text Box 176"/>
          <p:cNvSpPr txBox="1">
            <a:spLocks noChangeArrowheads="1"/>
          </p:cNvSpPr>
          <p:nvPr/>
        </p:nvSpPr>
        <p:spPr bwMode="auto">
          <a:xfrm>
            <a:off x="1373103" y="2158383"/>
            <a:ext cx="1494319"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RIP</a:t>
            </a:r>
            <a:r>
              <a:rPr kumimoji="1" lang="zh-CN" altLang="en-US" sz="1400" b="1" dirty="0">
                <a:solidFill>
                  <a:schemeClr val="bg1"/>
                </a:solidFill>
                <a:latin typeface="微软雅黑" pitchFamily="34" charset="-122"/>
                <a:ea typeface="微软雅黑" pitchFamily="34" charset="-122"/>
              </a:rPr>
              <a:t>）</a:t>
            </a:r>
          </a:p>
        </p:txBody>
      </p:sp>
      <p:sp>
        <p:nvSpPr>
          <p:cNvPr id="11" name="Text Box 177"/>
          <p:cNvSpPr txBox="1">
            <a:spLocks noChangeArrowheads="1"/>
          </p:cNvSpPr>
          <p:nvPr/>
        </p:nvSpPr>
        <p:spPr bwMode="auto">
          <a:xfrm>
            <a:off x="6293188" y="1359251"/>
            <a:ext cx="10791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CC00CC"/>
                </a:solidFill>
                <a:latin typeface="微软雅黑" pitchFamily="34" charset="-122"/>
                <a:ea typeface="微软雅黑" pitchFamily="34" charset="-122"/>
              </a:rPr>
              <a:t>自治系统 </a:t>
            </a:r>
            <a:r>
              <a:rPr kumimoji="1" lang="en-US" altLang="zh-CN" sz="1400" b="1">
                <a:solidFill>
                  <a:srgbClr val="CC00CC"/>
                </a:solidFill>
                <a:latin typeface="微软雅黑" pitchFamily="34" charset="-122"/>
                <a:ea typeface="微软雅黑" pitchFamily="34" charset="-122"/>
              </a:rPr>
              <a:t>B</a:t>
            </a:r>
          </a:p>
        </p:txBody>
      </p:sp>
      <p:sp>
        <p:nvSpPr>
          <p:cNvPr id="12" name="Text Box 178"/>
          <p:cNvSpPr txBox="1">
            <a:spLocks noChangeArrowheads="1"/>
          </p:cNvSpPr>
          <p:nvPr/>
        </p:nvSpPr>
        <p:spPr bwMode="auto">
          <a:xfrm>
            <a:off x="1553257" y="1453282"/>
            <a:ext cx="10903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自治系统 </a:t>
            </a:r>
            <a:r>
              <a:rPr kumimoji="1" lang="en-US" altLang="zh-CN" sz="1400" b="1" dirty="0">
                <a:solidFill>
                  <a:srgbClr val="CC00CC"/>
                </a:solidFill>
                <a:latin typeface="微软雅黑" pitchFamily="34" charset="-122"/>
                <a:ea typeface="微软雅黑" pitchFamily="34" charset="-122"/>
              </a:rPr>
              <a:t>A</a:t>
            </a: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05621" y="20444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8670" y="20444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3733221" y="1734368"/>
            <a:ext cx="143981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用外部网关协议</a:t>
            </a:r>
          </a:p>
          <a:p>
            <a:pPr algn="ctr"/>
            <a:r>
              <a:rPr kumimoji="1" lang="zh-CN" altLang="en-US" sz="1200" b="1" dirty="0">
                <a:latin typeface="微软雅黑" pitchFamily="34" charset="-122"/>
                <a:ea typeface="微软雅黑" pitchFamily="34" charset="-122"/>
              </a:rPr>
              <a:t>（例如，</a:t>
            </a:r>
            <a:r>
              <a:rPr kumimoji="1" lang="en-US" altLang="zh-CN" sz="1200" b="1" dirty="0">
                <a:latin typeface="微软雅黑" pitchFamily="34" charset="-122"/>
                <a:ea typeface="微软雅黑" pitchFamily="34" charset="-122"/>
              </a:rPr>
              <a:t>BGP-4</a:t>
            </a:r>
            <a:r>
              <a:rPr kumimoji="1" lang="zh-CN" altLang="en-US" sz="1200" b="1" dirty="0">
                <a:latin typeface="微软雅黑" pitchFamily="34" charset="-122"/>
                <a:ea typeface="微软雅黑" pitchFamily="34" charset="-122"/>
              </a:rPr>
              <a:t>）</a:t>
            </a:r>
          </a:p>
        </p:txBody>
      </p:sp>
      <p:sp>
        <p:nvSpPr>
          <p:cNvPr id="16" name="Text Box 182"/>
          <p:cNvSpPr txBox="1">
            <a:spLocks noChangeArrowheads="1"/>
          </p:cNvSpPr>
          <p:nvPr/>
        </p:nvSpPr>
        <p:spPr bwMode="auto">
          <a:xfrm>
            <a:off x="3040789" y="17484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1</a:t>
            </a:r>
          </a:p>
        </p:txBody>
      </p:sp>
      <p:sp>
        <p:nvSpPr>
          <p:cNvPr id="17" name="Text Box 183"/>
          <p:cNvSpPr txBox="1">
            <a:spLocks noChangeArrowheads="1"/>
          </p:cNvSpPr>
          <p:nvPr/>
        </p:nvSpPr>
        <p:spPr bwMode="auto">
          <a:xfrm>
            <a:off x="5518370" y="176818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2</a:t>
            </a:r>
          </a:p>
        </p:txBody>
      </p:sp>
      <p:sp>
        <p:nvSpPr>
          <p:cNvPr id="18" name="Text Box 184"/>
          <p:cNvSpPr txBox="1">
            <a:spLocks noChangeArrowheads="1"/>
          </p:cNvSpPr>
          <p:nvPr/>
        </p:nvSpPr>
        <p:spPr bwMode="auto">
          <a:xfrm>
            <a:off x="6111959" y="2149096"/>
            <a:ext cx="1556836"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OSPF</a:t>
            </a:r>
            <a:r>
              <a:rPr kumimoji="1" lang="zh-CN" altLang="en-US" sz="1400" b="1" dirty="0">
                <a:solidFill>
                  <a:schemeClr val="bg1"/>
                </a:solidFill>
                <a:latin typeface="微软雅黑" pitchFamily="34" charset="-122"/>
                <a:ea typeface="微软雅黑" pitchFamily="34" charset="-122"/>
              </a:rPr>
              <a:t>）</a:t>
            </a:r>
          </a:p>
        </p:txBody>
      </p:sp>
      <p:sp>
        <p:nvSpPr>
          <p:cNvPr id="19" name="Line 185"/>
          <p:cNvSpPr>
            <a:spLocks noChangeShapeType="1"/>
          </p:cNvSpPr>
          <p:nvPr/>
        </p:nvSpPr>
        <p:spPr bwMode="auto">
          <a:xfrm>
            <a:off x="3493574" y="2213961"/>
            <a:ext cx="1925401" cy="2322"/>
          </a:xfrm>
          <a:prstGeom prst="line">
            <a:avLst/>
          </a:prstGeom>
          <a:noFill/>
          <a:ln w="571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矩形 57"/>
          <p:cNvSpPr/>
          <p:nvPr/>
        </p:nvSpPr>
        <p:spPr>
          <a:xfrm>
            <a:off x="847676" y="3297868"/>
            <a:ext cx="7448648" cy="757130"/>
          </a:xfrm>
          <a:prstGeom prst="rect">
            <a:avLst/>
          </a:prstGeom>
          <a:solidFill>
            <a:srgbClr val="99FFCC"/>
          </a:solidFill>
          <a:ln>
            <a:solidFill>
              <a:srgbClr val="000099"/>
            </a:solidFill>
          </a:ln>
        </p:spPr>
        <p:txBody>
          <a:bodyPr wrap="square">
            <a:spAutoFit/>
          </a:bodyPr>
          <a:lstStyle/>
          <a:p>
            <a:pPr>
              <a:lnSpc>
                <a:spcPct val="120000"/>
              </a:lnSpc>
            </a:pPr>
            <a:r>
              <a:rPr lang="zh-CN" altLang="en-US" b="1" dirty="0">
                <a:latin typeface="微软雅黑" pitchFamily="34" charset="-122"/>
                <a:ea typeface="微软雅黑" pitchFamily="34" charset="-122"/>
              </a:rPr>
              <a:t>自治系统之间的路由选择也叫做</a:t>
            </a:r>
            <a:r>
              <a:rPr lang="zh-CN" altLang="en-US" b="1" dirty="0">
                <a:solidFill>
                  <a:srgbClr val="0000FF"/>
                </a:solidFill>
                <a:latin typeface="微软雅黑" pitchFamily="34" charset="-122"/>
                <a:ea typeface="微软雅黑" pitchFamily="34" charset="-122"/>
              </a:rPr>
              <a:t>域间路由选择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interdomain</a:t>
            </a:r>
            <a:r>
              <a:rPr lang="en-US" altLang="zh-CN" b="1" dirty="0">
                <a:latin typeface="微软雅黑" pitchFamily="34" charset="-122"/>
                <a:ea typeface="微软雅黑" pitchFamily="34" charset="-122"/>
              </a:rPr>
              <a:t> routing)</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ct val="120000"/>
              </a:lnSpc>
            </a:pPr>
            <a:r>
              <a:rPr lang="zh-CN" altLang="en-US" b="1" dirty="0">
                <a:latin typeface="微软雅黑" pitchFamily="34" charset="-122"/>
                <a:ea typeface="微软雅黑" pitchFamily="34" charset="-122"/>
              </a:rPr>
              <a:t>自治系统内部的路由选择叫做</a:t>
            </a:r>
            <a:r>
              <a:rPr lang="zh-CN" altLang="en-US" b="1" dirty="0">
                <a:solidFill>
                  <a:srgbClr val="0000FF"/>
                </a:solidFill>
                <a:latin typeface="微软雅黑" pitchFamily="34" charset="-122"/>
                <a:ea typeface="微软雅黑" pitchFamily="34" charset="-122"/>
              </a:rPr>
              <a:t>域内路由选择</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intradomain</a:t>
            </a:r>
            <a:r>
              <a:rPr lang="en-US" altLang="zh-CN" b="1" dirty="0">
                <a:latin typeface="微软雅黑" pitchFamily="34" charset="-122"/>
                <a:ea typeface="微软雅黑" pitchFamily="34" charset="-122"/>
              </a:rPr>
              <a:t> routing) </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76"/>
            <a:ext cx="783138" cy="526361"/>
            <a:chOff x="4830" y="1752"/>
            <a:chExt cx="667" cy="477"/>
          </a:xfrm>
          <a:solidFill>
            <a:schemeClr val="bg1"/>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4" name="Group 21"/>
          <p:cNvGrpSpPr>
            <a:grpSpLocks/>
          </p:cNvGrpSpPr>
          <p:nvPr/>
        </p:nvGrpSpPr>
        <p:grpSpPr bwMode="auto">
          <a:xfrm>
            <a:off x="6444139" y="968580"/>
            <a:ext cx="783138" cy="526362"/>
            <a:chOff x="4830" y="1752"/>
            <a:chExt cx="667" cy="477"/>
          </a:xfrm>
          <a:solidFill>
            <a:schemeClr val="bg1"/>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8" name="Group 35"/>
          <p:cNvGrpSpPr>
            <a:grpSpLocks/>
          </p:cNvGrpSpPr>
          <p:nvPr/>
        </p:nvGrpSpPr>
        <p:grpSpPr bwMode="auto">
          <a:xfrm>
            <a:off x="4099995" y="968580"/>
            <a:ext cx="783138" cy="526362"/>
            <a:chOff x="4830" y="1752"/>
            <a:chExt cx="667" cy="477"/>
          </a:xfrm>
          <a:solidFill>
            <a:schemeClr val="bg1"/>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18484287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16151093"/>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3" name="Text Box 53"/>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FF0000"/>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69" name="Group 69"/>
          <p:cNvGrpSpPr>
            <a:grpSpLocks/>
          </p:cNvGrpSpPr>
          <p:nvPr/>
        </p:nvGrpSpPr>
        <p:grpSpPr bwMode="auto">
          <a:xfrm>
            <a:off x="6444139" y="1810273"/>
            <a:ext cx="783138" cy="526362"/>
            <a:chOff x="4830" y="1752"/>
            <a:chExt cx="667" cy="477"/>
          </a:xfrm>
          <a:solidFill>
            <a:schemeClr val="bg1"/>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71" name="Text Box 82"/>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83" name="Group 83"/>
          <p:cNvGrpSpPr>
            <a:grpSpLocks/>
          </p:cNvGrpSpPr>
          <p:nvPr/>
        </p:nvGrpSpPr>
        <p:grpSpPr bwMode="auto">
          <a:xfrm>
            <a:off x="4099995" y="1810273"/>
            <a:ext cx="783138" cy="526362"/>
            <a:chOff x="4830" y="1752"/>
            <a:chExt cx="667" cy="477"/>
          </a:xfrm>
          <a:solidFill>
            <a:schemeClr val="bg1"/>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25" name="Text Box 120"/>
          <p:cNvSpPr txBox="1">
            <a:spLocks noChangeArrowheads="1"/>
          </p:cNvSpPr>
          <p:nvPr/>
        </p:nvSpPr>
        <p:spPr bwMode="auto">
          <a:xfrm>
            <a:off x="972000" y="3469443"/>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sp>
        <p:nvSpPr>
          <p:cNvPr id="121" name="Line 2">
            <a:extLst>
              <a:ext uri="{FF2B5EF4-FFF2-40B4-BE49-F238E27FC236}">
                <a16:creationId xmlns:a16="http://schemas.microsoft.com/office/drawing/2014/main" id="{7ADE1852-AEE8-6381-2F71-0CD2943B2ED3}"/>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22" name="Picture 3">
            <a:extLst>
              <a:ext uri="{FF2B5EF4-FFF2-40B4-BE49-F238E27FC236}">
                <a16:creationId xmlns:a16="http://schemas.microsoft.com/office/drawing/2014/main" id="{13706816-908F-BE18-61BD-A3DB7A17A21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24" name="Text Box 4">
            <a:extLst>
              <a:ext uri="{FF2B5EF4-FFF2-40B4-BE49-F238E27FC236}">
                <a16:creationId xmlns:a16="http://schemas.microsoft.com/office/drawing/2014/main" id="{5333C775-3FB2-7A27-4547-A3D723F43869}"/>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28" name="Text Box 5">
            <a:extLst>
              <a:ext uri="{FF2B5EF4-FFF2-40B4-BE49-F238E27FC236}">
                <a16:creationId xmlns:a16="http://schemas.microsoft.com/office/drawing/2014/main" id="{3185134A-C0CD-5414-5434-FD3D4793F58E}"/>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29" name="Picture 6">
            <a:extLst>
              <a:ext uri="{FF2B5EF4-FFF2-40B4-BE49-F238E27FC236}">
                <a16:creationId xmlns:a16="http://schemas.microsoft.com/office/drawing/2014/main" id="{3192F2F5-BC06-68EF-1B37-E9DD245E63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0" name="Group 7">
            <a:extLst>
              <a:ext uri="{FF2B5EF4-FFF2-40B4-BE49-F238E27FC236}">
                <a16:creationId xmlns:a16="http://schemas.microsoft.com/office/drawing/2014/main" id="{20965CB8-3B73-E334-72D1-43BB816EAD30}"/>
              </a:ext>
            </a:extLst>
          </p:cNvPr>
          <p:cNvGrpSpPr>
            <a:grpSpLocks/>
          </p:cNvGrpSpPr>
          <p:nvPr/>
        </p:nvGrpSpPr>
        <p:grpSpPr bwMode="auto">
          <a:xfrm>
            <a:off x="1793796" y="968576"/>
            <a:ext cx="783138" cy="526361"/>
            <a:chOff x="4830" y="1752"/>
            <a:chExt cx="667" cy="477"/>
          </a:xfrm>
          <a:solidFill>
            <a:schemeClr val="bg1"/>
          </a:solidFill>
        </p:grpSpPr>
        <p:grpSp>
          <p:nvGrpSpPr>
            <p:cNvPr id="131" name="Group 8">
              <a:extLst>
                <a:ext uri="{FF2B5EF4-FFF2-40B4-BE49-F238E27FC236}">
                  <a16:creationId xmlns:a16="http://schemas.microsoft.com/office/drawing/2014/main" id="{E3D10AE8-DACE-96F5-5F6F-58A4D29AB61E}"/>
                </a:ext>
              </a:extLst>
            </p:cNvPr>
            <p:cNvGrpSpPr>
              <a:grpSpLocks/>
            </p:cNvGrpSpPr>
            <p:nvPr/>
          </p:nvGrpSpPr>
          <p:grpSpPr bwMode="auto">
            <a:xfrm>
              <a:off x="4830" y="1752"/>
              <a:ext cx="667" cy="477"/>
              <a:chOff x="2949" y="196"/>
              <a:chExt cx="941" cy="598"/>
            </a:xfrm>
            <a:grpFill/>
          </p:grpSpPr>
          <p:sp>
            <p:nvSpPr>
              <p:cNvPr id="133" name="Oval 9">
                <a:extLst>
                  <a:ext uri="{FF2B5EF4-FFF2-40B4-BE49-F238E27FC236}">
                    <a16:creationId xmlns:a16="http://schemas.microsoft.com/office/drawing/2014/main" id="{BE612460-69AE-DB9F-DD2E-A7DDE7A4419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4" name="Oval 10">
                <a:extLst>
                  <a:ext uri="{FF2B5EF4-FFF2-40B4-BE49-F238E27FC236}">
                    <a16:creationId xmlns:a16="http://schemas.microsoft.com/office/drawing/2014/main" id="{0445ABE0-D7CA-A0AA-8EA1-D8E2450982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5" name="Oval 11">
                <a:extLst>
                  <a:ext uri="{FF2B5EF4-FFF2-40B4-BE49-F238E27FC236}">
                    <a16:creationId xmlns:a16="http://schemas.microsoft.com/office/drawing/2014/main" id="{F47D0175-956F-EBE7-B913-F1918BEA0E6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6" name="Oval 12">
                <a:extLst>
                  <a:ext uri="{FF2B5EF4-FFF2-40B4-BE49-F238E27FC236}">
                    <a16:creationId xmlns:a16="http://schemas.microsoft.com/office/drawing/2014/main" id="{DAA72EF4-9CD8-E65B-0AD5-68736D14E1E5}"/>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7" name="Oval 13">
                <a:extLst>
                  <a:ext uri="{FF2B5EF4-FFF2-40B4-BE49-F238E27FC236}">
                    <a16:creationId xmlns:a16="http://schemas.microsoft.com/office/drawing/2014/main" id="{3EB8AE1B-DC11-6810-FF10-691EB43298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8" name="Oval 14">
                <a:extLst>
                  <a:ext uri="{FF2B5EF4-FFF2-40B4-BE49-F238E27FC236}">
                    <a16:creationId xmlns:a16="http://schemas.microsoft.com/office/drawing/2014/main" id="{9B61A1F9-7B8E-C7DA-D798-1042EB15ACF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9" name="Oval 15">
                <a:extLst>
                  <a:ext uri="{FF2B5EF4-FFF2-40B4-BE49-F238E27FC236}">
                    <a16:creationId xmlns:a16="http://schemas.microsoft.com/office/drawing/2014/main" id="{106A8E67-1647-56AF-81AA-3D8A58C7A7B0}"/>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0" name="Oval 16">
                <a:extLst>
                  <a:ext uri="{FF2B5EF4-FFF2-40B4-BE49-F238E27FC236}">
                    <a16:creationId xmlns:a16="http://schemas.microsoft.com/office/drawing/2014/main" id="{F8E897A8-7111-0A21-AB8D-2E2A8B5096DA}"/>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1" name="Freeform 17">
                <a:extLst>
                  <a:ext uri="{FF2B5EF4-FFF2-40B4-BE49-F238E27FC236}">
                    <a16:creationId xmlns:a16="http://schemas.microsoft.com/office/drawing/2014/main" id="{EA7EA7B8-158A-91F1-8C30-F5BE965037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2" name="Freeform 18">
                <a:extLst>
                  <a:ext uri="{FF2B5EF4-FFF2-40B4-BE49-F238E27FC236}">
                    <a16:creationId xmlns:a16="http://schemas.microsoft.com/office/drawing/2014/main" id="{65239048-D6AE-6A7F-AA8D-FC02A058C7A3}"/>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3" name="Freeform 19">
                <a:extLst>
                  <a:ext uri="{FF2B5EF4-FFF2-40B4-BE49-F238E27FC236}">
                    <a16:creationId xmlns:a16="http://schemas.microsoft.com/office/drawing/2014/main" id="{A23E73AE-E856-B048-CD11-050068E04C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32" name="Text Box 20">
              <a:extLst>
                <a:ext uri="{FF2B5EF4-FFF2-40B4-BE49-F238E27FC236}">
                  <a16:creationId xmlns:a16="http://schemas.microsoft.com/office/drawing/2014/main" id="{EAF36E11-973B-5D87-DFC8-81CD255B02DC}"/>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44" name="Group 21">
            <a:extLst>
              <a:ext uri="{FF2B5EF4-FFF2-40B4-BE49-F238E27FC236}">
                <a16:creationId xmlns:a16="http://schemas.microsoft.com/office/drawing/2014/main" id="{712C44C5-096C-F564-DDC7-C0427C2845A0}"/>
              </a:ext>
            </a:extLst>
          </p:cNvPr>
          <p:cNvGrpSpPr>
            <a:grpSpLocks/>
          </p:cNvGrpSpPr>
          <p:nvPr/>
        </p:nvGrpSpPr>
        <p:grpSpPr bwMode="auto">
          <a:xfrm>
            <a:off x="6444139" y="968580"/>
            <a:ext cx="783138" cy="526362"/>
            <a:chOff x="4830" y="1752"/>
            <a:chExt cx="667" cy="477"/>
          </a:xfrm>
          <a:solidFill>
            <a:schemeClr val="bg1"/>
          </a:solidFill>
        </p:grpSpPr>
        <p:grpSp>
          <p:nvGrpSpPr>
            <p:cNvPr id="145" name="Group 22">
              <a:extLst>
                <a:ext uri="{FF2B5EF4-FFF2-40B4-BE49-F238E27FC236}">
                  <a16:creationId xmlns:a16="http://schemas.microsoft.com/office/drawing/2014/main" id="{A7182D46-A141-1D64-CCEC-CB552CCE89A7}"/>
                </a:ext>
              </a:extLst>
            </p:cNvPr>
            <p:cNvGrpSpPr>
              <a:grpSpLocks/>
            </p:cNvGrpSpPr>
            <p:nvPr/>
          </p:nvGrpSpPr>
          <p:grpSpPr bwMode="auto">
            <a:xfrm>
              <a:off x="4830" y="1752"/>
              <a:ext cx="667" cy="477"/>
              <a:chOff x="2949" y="196"/>
              <a:chExt cx="941" cy="598"/>
            </a:xfrm>
            <a:grpFill/>
          </p:grpSpPr>
          <p:sp>
            <p:nvSpPr>
              <p:cNvPr id="147" name="Oval 23">
                <a:extLst>
                  <a:ext uri="{FF2B5EF4-FFF2-40B4-BE49-F238E27FC236}">
                    <a16:creationId xmlns:a16="http://schemas.microsoft.com/office/drawing/2014/main" id="{0260E580-1CB1-7F02-0D54-DA6A0EBE31BA}"/>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8" name="Oval 24">
                <a:extLst>
                  <a:ext uri="{FF2B5EF4-FFF2-40B4-BE49-F238E27FC236}">
                    <a16:creationId xmlns:a16="http://schemas.microsoft.com/office/drawing/2014/main" id="{3A0A93BC-E783-FD8E-1BE0-78BB3754A9EA}"/>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9" name="Oval 25">
                <a:extLst>
                  <a:ext uri="{FF2B5EF4-FFF2-40B4-BE49-F238E27FC236}">
                    <a16:creationId xmlns:a16="http://schemas.microsoft.com/office/drawing/2014/main" id="{73F330BB-AEC7-8EA6-EE08-44341BB0BBE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0" name="Oval 26">
                <a:extLst>
                  <a:ext uri="{FF2B5EF4-FFF2-40B4-BE49-F238E27FC236}">
                    <a16:creationId xmlns:a16="http://schemas.microsoft.com/office/drawing/2014/main" id="{A343D6D2-40BF-B206-BB55-DA0F8F25633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1" name="Oval 27">
                <a:extLst>
                  <a:ext uri="{FF2B5EF4-FFF2-40B4-BE49-F238E27FC236}">
                    <a16:creationId xmlns:a16="http://schemas.microsoft.com/office/drawing/2014/main" id="{B6AB8291-CC31-AD2F-ED86-77B60DADDF12}"/>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2" name="Oval 28">
                <a:extLst>
                  <a:ext uri="{FF2B5EF4-FFF2-40B4-BE49-F238E27FC236}">
                    <a16:creationId xmlns:a16="http://schemas.microsoft.com/office/drawing/2014/main" id="{1696E4B9-4014-14A1-1892-C34376C3C6F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3" name="Oval 29">
                <a:extLst>
                  <a:ext uri="{FF2B5EF4-FFF2-40B4-BE49-F238E27FC236}">
                    <a16:creationId xmlns:a16="http://schemas.microsoft.com/office/drawing/2014/main" id="{47D2831B-1FEF-DDA6-246E-4CC3B847E3B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4" name="Oval 30">
                <a:extLst>
                  <a:ext uri="{FF2B5EF4-FFF2-40B4-BE49-F238E27FC236}">
                    <a16:creationId xmlns:a16="http://schemas.microsoft.com/office/drawing/2014/main" id="{5598F5B0-0893-1210-CB66-59D6C510B766}"/>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5" name="Freeform 31">
                <a:extLst>
                  <a:ext uri="{FF2B5EF4-FFF2-40B4-BE49-F238E27FC236}">
                    <a16:creationId xmlns:a16="http://schemas.microsoft.com/office/drawing/2014/main" id="{A560072B-7E0B-80F4-DA3C-E42D9303C3A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6" name="Freeform 32">
                <a:extLst>
                  <a:ext uri="{FF2B5EF4-FFF2-40B4-BE49-F238E27FC236}">
                    <a16:creationId xmlns:a16="http://schemas.microsoft.com/office/drawing/2014/main" id="{60E09A01-8EF2-B100-4A11-A9C1AB7FACE2}"/>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7" name="Freeform 33">
                <a:extLst>
                  <a:ext uri="{FF2B5EF4-FFF2-40B4-BE49-F238E27FC236}">
                    <a16:creationId xmlns:a16="http://schemas.microsoft.com/office/drawing/2014/main" id="{2AF1CF48-41A4-2022-A19B-128CB1CE41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46" name="Text Box 34">
              <a:extLst>
                <a:ext uri="{FF2B5EF4-FFF2-40B4-BE49-F238E27FC236}">
                  <a16:creationId xmlns:a16="http://schemas.microsoft.com/office/drawing/2014/main" id="{92F00CED-29EC-7394-B681-0C170B4E2215}"/>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158" name="Group 35">
            <a:extLst>
              <a:ext uri="{FF2B5EF4-FFF2-40B4-BE49-F238E27FC236}">
                <a16:creationId xmlns:a16="http://schemas.microsoft.com/office/drawing/2014/main" id="{A0DCE220-431C-5231-F09C-7AF89C18D8F1}"/>
              </a:ext>
            </a:extLst>
          </p:cNvPr>
          <p:cNvGrpSpPr>
            <a:grpSpLocks/>
          </p:cNvGrpSpPr>
          <p:nvPr/>
        </p:nvGrpSpPr>
        <p:grpSpPr bwMode="auto">
          <a:xfrm>
            <a:off x="4099995" y="968580"/>
            <a:ext cx="783138" cy="526362"/>
            <a:chOff x="4830" y="1752"/>
            <a:chExt cx="667" cy="477"/>
          </a:xfrm>
          <a:solidFill>
            <a:schemeClr val="bg1"/>
          </a:solidFill>
        </p:grpSpPr>
        <p:grpSp>
          <p:nvGrpSpPr>
            <p:cNvPr id="159" name="Group 36">
              <a:extLst>
                <a:ext uri="{FF2B5EF4-FFF2-40B4-BE49-F238E27FC236}">
                  <a16:creationId xmlns:a16="http://schemas.microsoft.com/office/drawing/2014/main" id="{9398C334-9EC6-1EF6-3F05-6CC5B44B4A44}"/>
                </a:ext>
              </a:extLst>
            </p:cNvPr>
            <p:cNvGrpSpPr>
              <a:grpSpLocks/>
            </p:cNvGrpSpPr>
            <p:nvPr/>
          </p:nvGrpSpPr>
          <p:grpSpPr bwMode="auto">
            <a:xfrm>
              <a:off x="4830" y="1752"/>
              <a:ext cx="667" cy="477"/>
              <a:chOff x="2949" y="196"/>
              <a:chExt cx="941" cy="598"/>
            </a:xfrm>
            <a:grpFill/>
          </p:grpSpPr>
          <p:sp>
            <p:nvSpPr>
              <p:cNvPr id="161" name="Oval 37">
                <a:extLst>
                  <a:ext uri="{FF2B5EF4-FFF2-40B4-BE49-F238E27FC236}">
                    <a16:creationId xmlns:a16="http://schemas.microsoft.com/office/drawing/2014/main" id="{E0CAD468-4743-E036-222A-07EF4EE77A7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2" name="Oval 38">
                <a:extLst>
                  <a:ext uri="{FF2B5EF4-FFF2-40B4-BE49-F238E27FC236}">
                    <a16:creationId xmlns:a16="http://schemas.microsoft.com/office/drawing/2014/main" id="{B509D772-2F34-DC0F-B7E9-08682E5EAF1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3" name="Oval 39">
                <a:extLst>
                  <a:ext uri="{FF2B5EF4-FFF2-40B4-BE49-F238E27FC236}">
                    <a16:creationId xmlns:a16="http://schemas.microsoft.com/office/drawing/2014/main" id="{4287320D-7397-6D10-5CE8-B07B0E745336}"/>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4" name="Oval 40">
                <a:extLst>
                  <a:ext uri="{FF2B5EF4-FFF2-40B4-BE49-F238E27FC236}">
                    <a16:creationId xmlns:a16="http://schemas.microsoft.com/office/drawing/2014/main" id="{418E78E8-2058-473B-2161-D4767F58F72F}"/>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5" name="Oval 41">
                <a:extLst>
                  <a:ext uri="{FF2B5EF4-FFF2-40B4-BE49-F238E27FC236}">
                    <a16:creationId xmlns:a16="http://schemas.microsoft.com/office/drawing/2014/main" id="{D443B72C-200B-D933-99C4-D4D99530C9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6" name="Oval 42">
                <a:extLst>
                  <a:ext uri="{FF2B5EF4-FFF2-40B4-BE49-F238E27FC236}">
                    <a16:creationId xmlns:a16="http://schemas.microsoft.com/office/drawing/2014/main" id="{C2186737-C1CD-8B08-A46B-20B6722EC3E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7" name="Oval 43">
                <a:extLst>
                  <a:ext uri="{FF2B5EF4-FFF2-40B4-BE49-F238E27FC236}">
                    <a16:creationId xmlns:a16="http://schemas.microsoft.com/office/drawing/2014/main" id="{EAB8DC1D-F071-19CE-9FAD-D1433E057E8C}"/>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8" name="Oval 44">
                <a:extLst>
                  <a:ext uri="{FF2B5EF4-FFF2-40B4-BE49-F238E27FC236}">
                    <a16:creationId xmlns:a16="http://schemas.microsoft.com/office/drawing/2014/main" id="{4F324675-C4A5-87FD-6B21-139D25E00D63}"/>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9" name="Freeform 45">
                <a:extLst>
                  <a:ext uri="{FF2B5EF4-FFF2-40B4-BE49-F238E27FC236}">
                    <a16:creationId xmlns:a16="http://schemas.microsoft.com/office/drawing/2014/main" id="{DDF88CB6-D525-0AAD-511A-9615AEECF9C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0" name="Freeform 46">
                <a:extLst>
                  <a:ext uri="{FF2B5EF4-FFF2-40B4-BE49-F238E27FC236}">
                    <a16:creationId xmlns:a16="http://schemas.microsoft.com/office/drawing/2014/main" id="{42D232AA-98BF-70A4-D9D5-163BF076736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1" name="Freeform 47">
                <a:extLst>
                  <a:ext uri="{FF2B5EF4-FFF2-40B4-BE49-F238E27FC236}">
                    <a16:creationId xmlns:a16="http://schemas.microsoft.com/office/drawing/2014/main" id="{849E04E8-6993-64F2-DC58-9D9C078FE5C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60" name="Text Box 48">
              <a:extLst>
                <a:ext uri="{FF2B5EF4-FFF2-40B4-BE49-F238E27FC236}">
                  <a16:creationId xmlns:a16="http://schemas.microsoft.com/office/drawing/2014/main" id="{BEA14784-38CE-7127-171D-F2744EAD4EFD}"/>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173" name="表格 172">
            <a:extLst>
              <a:ext uri="{FF2B5EF4-FFF2-40B4-BE49-F238E27FC236}">
                <a16:creationId xmlns:a16="http://schemas.microsoft.com/office/drawing/2014/main" id="{43050D7B-FF43-3D7B-2815-A7194C13966D}"/>
              </a:ext>
            </a:extLst>
          </p:cNvPr>
          <p:cNvGraphicFramePr>
            <a:graphicFrameLocks noGrp="1"/>
          </p:cNvGraphicFramePr>
          <p:nvPr>
            <p:extLst>
              <p:ext uri="{D42A27DB-BD31-4B8C-83A1-F6EECF244321}">
                <p14:modId xmlns:p14="http://schemas.microsoft.com/office/powerpoint/2010/main" val="393517609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4" name="表格 173">
            <a:extLst>
              <a:ext uri="{FF2B5EF4-FFF2-40B4-BE49-F238E27FC236}">
                <a16:creationId xmlns:a16="http://schemas.microsoft.com/office/drawing/2014/main" id="{B09D678B-D552-DDE1-64A8-9BEC11860950}"/>
              </a:ext>
            </a:extLst>
          </p:cNvPr>
          <p:cNvGraphicFramePr>
            <a:graphicFrameLocks noGrp="1"/>
          </p:cNvGraphicFramePr>
          <p:nvPr>
            <p:extLst>
              <p:ext uri="{D42A27DB-BD31-4B8C-83A1-F6EECF244321}">
                <p14:modId xmlns:p14="http://schemas.microsoft.com/office/powerpoint/2010/main" val="318504038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5" name="表格 174">
            <a:extLst>
              <a:ext uri="{FF2B5EF4-FFF2-40B4-BE49-F238E27FC236}">
                <a16:creationId xmlns:a16="http://schemas.microsoft.com/office/drawing/2014/main" id="{DA4CFF5E-B84F-96C0-D57D-7B8AB8CF5F8F}"/>
              </a:ext>
            </a:extLst>
          </p:cNvPr>
          <p:cNvGraphicFramePr>
            <a:graphicFrameLocks noGrp="1"/>
          </p:cNvGraphicFramePr>
          <p:nvPr>
            <p:extLst>
              <p:ext uri="{D42A27DB-BD31-4B8C-83A1-F6EECF244321}">
                <p14:modId xmlns:p14="http://schemas.microsoft.com/office/powerpoint/2010/main" val="354930820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6" name="表格 175">
            <a:extLst>
              <a:ext uri="{FF2B5EF4-FFF2-40B4-BE49-F238E27FC236}">
                <a16:creationId xmlns:a16="http://schemas.microsoft.com/office/drawing/2014/main" id="{442421CE-93C8-C714-E0B1-492A1097D4AA}"/>
              </a:ext>
            </a:extLst>
          </p:cNvPr>
          <p:cNvGraphicFramePr>
            <a:graphicFrameLocks noGrp="1"/>
          </p:cNvGraphicFramePr>
          <p:nvPr>
            <p:extLst>
              <p:ext uri="{D42A27DB-BD31-4B8C-83A1-F6EECF244321}">
                <p14:modId xmlns:p14="http://schemas.microsoft.com/office/powerpoint/2010/main" val="42402123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2905773"/>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sp>
        <p:nvSpPr>
          <p:cNvPr id="224" name="Line 50">
            <a:extLst>
              <a:ext uri="{FF2B5EF4-FFF2-40B4-BE49-F238E27FC236}">
                <a16:creationId xmlns:a16="http://schemas.microsoft.com/office/drawing/2014/main" id="{491F0B4E-656C-0A2F-9078-74C1740AC9A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25" name="Picture 51">
            <a:extLst>
              <a:ext uri="{FF2B5EF4-FFF2-40B4-BE49-F238E27FC236}">
                <a16:creationId xmlns:a16="http://schemas.microsoft.com/office/drawing/2014/main" id="{E5FCE365-D365-12FB-ABCC-CF0F8EBF09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6" name="Text Box 52">
            <a:extLst>
              <a:ext uri="{FF2B5EF4-FFF2-40B4-BE49-F238E27FC236}">
                <a16:creationId xmlns:a16="http://schemas.microsoft.com/office/drawing/2014/main" id="{F180604E-2D7B-1BB1-513B-27DA7DE76D44}"/>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227" name="Text Box 53">
            <a:extLst>
              <a:ext uri="{FF2B5EF4-FFF2-40B4-BE49-F238E27FC236}">
                <a16:creationId xmlns:a16="http://schemas.microsoft.com/office/drawing/2014/main" id="{6FD87D70-4A94-EB50-1397-1E5ED19CF3FC}"/>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228" name="Picture 54">
            <a:extLst>
              <a:ext uri="{FF2B5EF4-FFF2-40B4-BE49-F238E27FC236}">
                <a16:creationId xmlns:a16="http://schemas.microsoft.com/office/drawing/2014/main" id="{B2F50305-7708-94B0-2718-CA7CA1D139C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29" name="Group 55">
            <a:extLst>
              <a:ext uri="{FF2B5EF4-FFF2-40B4-BE49-F238E27FC236}">
                <a16:creationId xmlns:a16="http://schemas.microsoft.com/office/drawing/2014/main" id="{A858EF9A-B44D-4368-0752-2B5A402C27D0}"/>
              </a:ext>
            </a:extLst>
          </p:cNvPr>
          <p:cNvGrpSpPr>
            <a:grpSpLocks/>
          </p:cNvGrpSpPr>
          <p:nvPr/>
        </p:nvGrpSpPr>
        <p:grpSpPr bwMode="auto">
          <a:xfrm>
            <a:off x="1793796" y="1810273"/>
            <a:ext cx="783138" cy="526362"/>
            <a:chOff x="4830" y="1752"/>
            <a:chExt cx="667" cy="477"/>
          </a:xfrm>
          <a:solidFill>
            <a:srgbClr val="FF0000"/>
          </a:solidFill>
        </p:grpSpPr>
        <p:grpSp>
          <p:nvGrpSpPr>
            <p:cNvPr id="230" name="Group 56">
              <a:extLst>
                <a:ext uri="{FF2B5EF4-FFF2-40B4-BE49-F238E27FC236}">
                  <a16:creationId xmlns:a16="http://schemas.microsoft.com/office/drawing/2014/main" id="{2986FCD3-8005-BC5D-55C0-97DBB511435B}"/>
                </a:ext>
              </a:extLst>
            </p:cNvPr>
            <p:cNvGrpSpPr>
              <a:grpSpLocks/>
            </p:cNvGrpSpPr>
            <p:nvPr/>
          </p:nvGrpSpPr>
          <p:grpSpPr bwMode="auto">
            <a:xfrm>
              <a:off x="4830" y="1752"/>
              <a:ext cx="667" cy="477"/>
              <a:chOff x="2949" y="196"/>
              <a:chExt cx="941" cy="598"/>
            </a:xfrm>
            <a:grpFill/>
          </p:grpSpPr>
          <p:sp>
            <p:nvSpPr>
              <p:cNvPr id="232" name="Oval 57">
                <a:extLst>
                  <a:ext uri="{FF2B5EF4-FFF2-40B4-BE49-F238E27FC236}">
                    <a16:creationId xmlns:a16="http://schemas.microsoft.com/office/drawing/2014/main" id="{F637EBA4-8323-6069-4A63-E0737BF9DB5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3" name="Oval 58">
                <a:extLst>
                  <a:ext uri="{FF2B5EF4-FFF2-40B4-BE49-F238E27FC236}">
                    <a16:creationId xmlns:a16="http://schemas.microsoft.com/office/drawing/2014/main" id="{BEE03D22-9CDA-B361-D84E-E35F65A10FD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4" name="Oval 59">
                <a:extLst>
                  <a:ext uri="{FF2B5EF4-FFF2-40B4-BE49-F238E27FC236}">
                    <a16:creationId xmlns:a16="http://schemas.microsoft.com/office/drawing/2014/main" id="{ED70078C-F681-27DE-0543-E594E261568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5" name="Oval 60">
                <a:extLst>
                  <a:ext uri="{FF2B5EF4-FFF2-40B4-BE49-F238E27FC236}">
                    <a16:creationId xmlns:a16="http://schemas.microsoft.com/office/drawing/2014/main" id="{8E4F8E28-809B-B78E-B7E0-FFE683FC7B9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6" name="Oval 61">
                <a:extLst>
                  <a:ext uri="{FF2B5EF4-FFF2-40B4-BE49-F238E27FC236}">
                    <a16:creationId xmlns:a16="http://schemas.microsoft.com/office/drawing/2014/main" id="{E0937D56-ACDE-59B3-F731-C2DBEB6312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7" name="Oval 62">
                <a:extLst>
                  <a:ext uri="{FF2B5EF4-FFF2-40B4-BE49-F238E27FC236}">
                    <a16:creationId xmlns:a16="http://schemas.microsoft.com/office/drawing/2014/main" id="{91757A44-3B8B-D976-7B38-E2262F7552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8" name="Oval 63">
                <a:extLst>
                  <a:ext uri="{FF2B5EF4-FFF2-40B4-BE49-F238E27FC236}">
                    <a16:creationId xmlns:a16="http://schemas.microsoft.com/office/drawing/2014/main" id="{FBEC54E1-8DA3-CB17-164B-27FC2B38C318}"/>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9" name="Oval 64">
                <a:extLst>
                  <a:ext uri="{FF2B5EF4-FFF2-40B4-BE49-F238E27FC236}">
                    <a16:creationId xmlns:a16="http://schemas.microsoft.com/office/drawing/2014/main" id="{99404132-0B0D-36A3-6C85-3D84E540B37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40" name="Freeform 65">
                <a:extLst>
                  <a:ext uri="{FF2B5EF4-FFF2-40B4-BE49-F238E27FC236}">
                    <a16:creationId xmlns:a16="http://schemas.microsoft.com/office/drawing/2014/main" id="{3DEFC866-4638-8A8C-E1C8-BB83E7A4E5E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1" name="Freeform 66">
                <a:extLst>
                  <a:ext uri="{FF2B5EF4-FFF2-40B4-BE49-F238E27FC236}">
                    <a16:creationId xmlns:a16="http://schemas.microsoft.com/office/drawing/2014/main" id="{CBCC7CAE-D9A8-98F8-12D7-BD820092CB9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2" name="Freeform 67">
                <a:extLst>
                  <a:ext uri="{FF2B5EF4-FFF2-40B4-BE49-F238E27FC236}">
                    <a16:creationId xmlns:a16="http://schemas.microsoft.com/office/drawing/2014/main" id="{2926C3B6-1120-7DE2-5859-4F9A10E833A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231" name="Text Box 68">
              <a:extLst>
                <a:ext uri="{FF2B5EF4-FFF2-40B4-BE49-F238E27FC236}">
                  <a16:creationId xmlns:a16="http://schemas.microsoft.com/office/drawing/2014/main" id="{B9B116EB-1D6E-7270-450B-166B6A68C49A}"/>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43" name="Group 69">
            <a:extLst>
              <a:ext uri="{FF2B5EF4-FFF2-40B4-BE49-F238E27FC236}">
                <a16:creationId xmlns:a16="http://schemas.microsoft.com/office/drawing/2014/main" id="{39EDFF35-CB84-297A-0AAF-A559D1488082}"/>
              </a:ext>
            </a:extLst>
          </p:cNvPr>
          <p:cNvGrpSpPr>
            <a:grpSpLocks/>
          </p:cNvGrpSpPr>
          <p:nvPr/>
        </p:nvGrpSpPr>
        <p:grpSpPr bwMode="auto">
          <a:xfrm>
            <a:off x="6444139" y="1810273"/>
            <a:ext cx="783138" cy="526362"/>
            <a:chOff x="4830" y="1752"/>
            <a:chExt cx="667" cy="477"/>
          </a:xfrm>
          <a:solidFill>
            <a:schemeClr val="bg1"/>
          </a:solidFill>
        </p:grpSpPr>
        <p:grpSp>
          <p:nvGrpSpPr>
            <p:cNvPr id="244" name="Group 70">
              <a:extLst>
                <a:ext uri="{FF2B5EF4-FFF2-40B4-BE49-F238E27FC236}">
                  <a16:creationId xmlns:a16="http://schemas.microsoft.com/office/drawing/2014/main" id="{BB6DF740-CD51-0376-832B-78FFA3E07EC1}"/>
                </a:ext>
              </a:extLst>
            </p:cNvPr>
            <p:cNvGrpSpPr>
              <a:grpSpLocks/>
            </p:cNvGrpSpPr>
            <p:nvPr/>
          </p:nvGrpSpPr>
          <p:grpSpPr bwMode="auto">
            <a:xfrm>
              <a:off x="4830" y="1752"/>
              <a:ext cx="667" cy="477"/>
              <a:chOff x="2949" y="196"/>
              <a:chExt cx="941" cy="598"/>
            </a:xfrm>
            <a:grpFill/>
          </p:grpSpPr>
          <p:sp>
            <p:nvSpPr>
              <p:cNvPr id="246" name="Oval 71">
                <a:extLst>
                  <a:ext uri="{FF2B5EF4-FFF2-40B4-BE49-F238E27FC236}">
                    <a16:creationId xmlns:a16="http://schemas.microsoft.com/office/drawing/2014/main" id="{34EB5EE5-054C-5148-07F1-03F96269A3A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7" name="Oval 72">
                <a:extLst>
                  <a:ext uri="{FF2B5EF4-FFF2-40B4-BE49-F238E27FC236}">
                    <a16:creationId xmlns:a16="http://schemas.microsoft.com/office/drawing/2014/main" id="{6B5CAA75-FC64-6097-7E5D-BF7FABA8BA4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8" name="Oval 73">
                <a:extLst>
                  <a:ext uri="{FF2B5EF4-FFF2-40B4-BE49-F238E27FC236}">
                    <a16:creationId xmlns:a16="http://schemas.microsoft.com/office/drawing/2014/main" id="{B1223DF3-2FF3-D36E-7E1C-CA9416495E0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9" name="Oval 74">
                <a:extLst>
                  <a:ext uri="{FF2B5EF4-FFF2-40B4-BE49-F238E27FC236}">
                    <a16:creationId xmlns:a16="http://schemas.microsoft.com/office/drawing/2014/main" id="{912FEA74-1113-5D07-BB3A-9B831397F98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0" name="Oval 75">
                <a:extLst>
                  <a:ext uri="{FF2B5EF4-FFF2-40B4-BE49-F238E27FC236}">
                    <a16:creationId xmlns:a16="http://schemas.microsoft.com/office/drawing/2014/main" id="{16E4040B-634E-A4F5-CA7A-14608754CC8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1" name="Oval 76">
                <a:extLst>
                  <a:ext uri="{FF2B5EF4-FFF2-40B4-BE49-F238E27FC236}">
                    <a16:creationId xmlns:a16="http://schemas.microsoft.com/office/drawing/2014/main" id="{1425AC6A-AA16-2AFF-773D-6A593AEBF5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2" name="Oval 77">
                <a:extLst>
                  <a:ext uri="{FF2B5EF4-FFF2-40B4-BE49-F238E27FC236}">
                    <a16:creationId xmlns:a16="http://schemas.microsoft.com/office/drawing/2014/main" id="{4C86681C-C2BC-0ED6-D172-9E337F5EF5A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3" name="Oval 78">
                <a:extLst>
                  <a:ext uri="{FF2B5EF4-FFF2-40B4-BE49-F238E27FC236}">
                    <a16:creationId xmlns:a16="http://schemas.microsoft.com/office/drawing/2014/main" id="{406AFE9C-DCD6-3623-8459-12D78D0CEA5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4" name="Freeform 79">
                <a:extLst>
                  <a:ext uri="{FF2B5EF4-FFF2-40B4-BE49-F238E27FC236}">
                    <a16:creationId xmlns:a16="http://schemas.microsoft.com/office/drawing/2014/main" id="{2A04EF16-474A-FF8B-E368-859793187FE4}"/>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5" name="Freeform 80">
                <a:extLst>
                  <a:ext uri="{FF2B5EF4-FFF2-40B4-BE49-F238E27FC236}">
                    <a16:creationId xmlns:a16="http://schemas.microsoft.com/office/drawing/2014/main" id="{9B3E3E12-C4A7-3433-EB33-6CBD1F016429}"/>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6" name="Freeform 81">
                <a:extLst>
                  <a:ext uri="{FF2B5EF4-FFF2-40B4-BE49-F238E27FC236}">
                    <a16:creationId xmlns:a16="http://schemas.microsoft.com/office/drawing/2014/main" id="{3156E50E-61A4-A79C-6AA1-4E0BB63E92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45" name="Text Box 82">
              <a:extLst>
                <a:ext uri="{FF2B5EF4-FFF2-40B4-BE49-F238E27FC236}">
                  <a16:creationId xmlns:a16="http://schemas.microsoft.com/office/drawing/2014/main" id="{E4C3C02A-4175-0ED7-7CD7-BA993B34147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257" name="Group 83">
            <a:extLst>
              <a:ext uri="{FF2B5EF4-FFF2-40B4-BE49-F238E27FC236}">
                <a16:creationId xmlns:a16="http://schemas.microsoft.com/office/drawing/2014/main" id="{4EFCBD09-EB86-5EE7-0EDB-7B316D4EE6C3}"/>
              </a:ext>
            </a:extLst>
          </p:cNvPr>
          <p:cNvGrpSpPr>
            <a:grpSpLocks/>
          </p:cNvGrpSpPr>
          <p:nvPr/>
        </p:nvGrpSpPr>
        <p:grpSpPr bwMode="auto">
          <a:xfrm>
            <a:off x="4099995" y="1810273"/>
            <a:ext cx="783138" cy="526362"/>
            <a:chOff x="4830" y="1752"/>
            <a:chExt cx="667" cy="477"/>
          </a:xfrm>
          <a:solidFill>
            <a:schemeClr val="bg1"/>
          </a:solidFill>
        </p:grpSpPr>
        <p:grpSp>
          <p:nvGrpSpPr>
            <p:cNvPr id="258" name="Group 84">
              <a:extLst>
                <a:ext uri="{FF2B5EF4-FFF2-40B4-BE49-F238E27FC236}">
                  <a16:creationId xmlns:a16="http://schemas.microsoft.com/office/drawing/2014/main" id="{9CBA263E-D888-1578-58D1-44310B75C439}"/>
                </a:ext>
              </a:extLst>
            </p:cNvPr>
            <p:cNvGrpSpPr>
              <a:grpSpLocks/>
            </p:cNvGrpSpPr>
            <p:nvPr/>
          </p:nvGrpSpPr>
          <p:grpSpPr bwMode="auto">
            <a:xfrm>
              <a:off x="4830" y="1752"/>
              <a:ext cx="667" cy="477"/>
              <a:chOff x="2949" y="196"/>
              <a:chExt cx="941" cy="598"/>
            </a:xfrm>
            <a:grpFill/>
          </p:grpSpPr>
          <p:sp>
            <p:nvSpPr>
              <p:cNvPr id="260" name="Oval 85">
                <a:extLst>
                  <a:ext uri="{FF2B5EF4-FFF2-40B4-BE49-F238E27FC236}">
                    <a16:creationId xmlns:a16="http://schemas.microsoft.com/office/drawing/2014/main" id="{2076BE17-F009-A8EC-1F90-ADA947B7F65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1" name="Oval 86">
                <a:extLst>
                  <a:ext uri="{FF2B5EF4-FFF2-40B4-BE49-F238E27FC236}">
                    <a16:creationId xmlns:a16="http://schemas.microsoft.com/office/drawing/2014/main" id="{0A3CB3C6-6551-7A73-A571-79E2BAD7CB30}"/>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2" name="Oval 87">
                <a:extLst>
                  <a:ext uri="{FF2B5EF4-FFF2-40B4-BE49-F238E27FC236}">
                    <a16:creationId xmlns:a16="http://schemas.microsoft.com/office/drawing/2014/main" id="{C7F5B806-FC61-6B53-3250-0A3F8E00C7E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3" name="Oval 88">
                <a:extLst>
                  <a:ext uri="{FF2B5EF4-FFF2-40B4-BE49-F238E27FC236}">
                    <a16:creationId xmlns:a16="http://schemas.microsoft.com/office/drawing/2014/main" id="{41083931-3315-6769-6626-705AEAB1F5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4" name="Oval 89">
                <a:extLst>
                  <a:ext uri="{FF2B5EF4-FFF2-40B4-BE49-F238E27FC236}">
                    <a16:creationId xmlns:a16="http://schemas.microsoft.com/office/drawing/2014/main" id="{AE5C5555-B44C-AA0B-025C-9FBA832BB996}"/>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5" name="Oval 90">
                <a:extLst>
                  <a:ext uri="{FF2B5EF4-FFF2-40B4-BE49-F238E27FC236}">
                    <a16:creationId xmlns:a16="http://schemas.microsoft.com/office/drawing/2014/main" id="{DCEBE9BA-5E85-A122-F9E2-CFDC043257A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6" name="Oval 91">
                <a:extLst>
                  <a:ext uri="{FF2B5EF4-FFF2-40B4-BE49-F238E27FC236}">
                    <a16:creationId xmlns:a16="http://schemas.microsoft.com/office/drawing/2014/main" id="{C2AFD9FE-A429-E4E2-E080-5529F1ABD00F}"/>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7" name="Oval 92">
                <a:extLst>
                  <a:ext uri="{FF2B5EF4-FFF2-40B4-BE49-F238E27FC236}">
                    <a16:creationId xmlns:a16="http://schemas.microsoft.com/office/drawing/2014/main" id="{B70B396D-A2A1-A3F7-8106-5D0B8BF841A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8" name="Freeform 93">
                <a:extLst>
                  <a:ext uri="{FF2B5EF4-FFF2-40B4-BE49-F238E27FC236}">
                    <a16:creationId xmlns:a16="http://schemas.microsoft.com/office/drawing/2014/main" id="{8F7DE884-9AFE-A125-1E62-D2EEDC17172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69" name="Freeform 94">
                <a:extLst>
                  <a:ext uri="{FF2B5EF4-FFF2-40B4-BE49-F238E27FC236}">
                    <a16:creationId xmlns:a16="http://schemas.microsoft.com/office/drawing/2014/main" id="{8727BBDC-3366-CC8F-93EC-9E02F146989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70" name="Freeform 95">
                <a:extLst>
                  <a:ext uri="{FF2B5EF4-FFF2-40B4-BE49-F238E27FC236}">
                    <a16:creationId xmlns:a16="http://schemas.microsoft.com/office/drawing/2014/main" id="{47F3F0A6-9052-9DE1-2AC6-35ECDAF34821}"/>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259" name="Text Box 96">
              <a:extLst>
                <a:ext uri="{FF2B5EF4-FFF2-40B4-BE49-F238E27FC236}">
                  <a16:creationId xmlns:a16="http://schemas.microsoft.com/office/drawing/2014/main" id="{34AA0909-308A-8361-5522-B3061FBDD23A}"/>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271" name="Line 2">
            <a:extLst>
              <a:ext uri="{FF2B5EF4-FFF2-40B4-BE49-F238E27FC236}">
                <a16:creationId xmlns:a16="http://schemas.microsoft.com/office/drawing/2014/main" id="{D63DDA0E-C4EA-5032-66F1-78BCFA5494BC}"/>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72" name="Picture 3">
            <a:extLst>
              <a:ext uri="{FF2B5EF4-FFF2-40B4-BE49-F238E27FC236}">
                <a16:creationId xmlns:a16="http://schemas.microsoft.com/office/drawing/2014/main" id="{56C12564-0374-20E0-D76D-2F98D325FD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3" name="Text Box 4">
            <a:extLst>
              <a:ext uri="{FF2B5EF4-FFF2-40B4-BE49-F238E27FC236}">
                <a16:creationId xmlns:a16="http://schemas.microsoft.com/office/drawing/2014/main" id="{45291C63-0605-63F0-CCC1-AE753D675C1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274" name="Text Box 5">
            <a:extLst>
              <a:ext uri="{FF2B5EF4-FFF2-40B4-BE49-F238E27FC236}">
                <a16:creationId xmlns:a16="http://schemas.microsoft.com/office/drawing/2014/main" id="{F1A3C555-E8A3-A4D9-6168-206286C6E6E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275" name="Picture 6">
            <a:extLst>
              <a:ext uri="{FF2B5EF4-FFF2-40B4-BE49-F238E27FC236}">
                <a16:creationId xmlns:a16="http://schemas.microsoft.com/office/drawing/2014/main" id="{D534FB26-72E1-0D3F-59D0-8B4F222D08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6" name="Group 7">
            <a:extLst>
              <a:ext uri="{FF2B5EF4-FFF2-40B4-BE49-F238E27FC236}">
                <a16:creationId xmlns:a16="http://schemas.microsoft.com/office/drawing/2014/main" id="{8A05CFCC-E2C7-353F-B2E6-4362E8D0076F}"/>
              </a:ext>
            </a:extLst>
          </p:cNvPr>
          <p:cNvGrpSpPr>
            <a:grpSpLocks/>
          </p:cNvGrpSpPr>
          <p:nvPr/>
        </p:nvGrpSpPr>
        <p:grpSpPr bwMode="auto">
          <a:xfrm>
            <a:off x="1793796" y="968576"/>
            <a:ext cx="783138" cy="526361"/>
            <a:chOff x="4830" y="1752"/>
            <a:chExt cx="667" cy="477"/>
          </a:xfrm>
          <a:solidFill>
            <a:schemeClr val="bg1"/>
          </a:solidFill>
        </p:grpSpPr>
        <p:grpSp>
          <p:nvGrpSpPr>
            <p:cNvPr id="277" name="Group 8">
              <a:extLst>
                <a:ext uri="{FF2B5EF4-FFF2-40B4-BE49-F238E27FC236}">
                  <a16:creationId xmlns:a16="http://schemas.microsoft.com/office/drawing/2014/main" id="{91B43265-217C-00F4-BAB9-2588AC159216}"/>
                </a:ext>
              </a:extLst>
            </p:cNvPr>
            <p:cNvGrpSpPr>
              <a:grpSpLocks/>
            </p:cNvGrpSpPr>
            <p:nvPr/>
          </p:nvGrpSpPr>
          <p:grpSpPr bwMode="auto">
            <a:xfrm>
              <a:off x="4830" y="1752"/>
              <a:ext cx="667" cy="477"/>
              <a:chOff x="2949" y="196"/>
              <a:chExt cx="941" cy="598"/>
            </a:xfrm>
            <a:grpFill/>
          </p:grpSpPr>
          <p:sp>
            <p:nvSpPr>
              <p:cNvPr id="279" name="Oval 9">
                <a:extLst>
                  <a:ext uri="{FF2B5EF4-FFF2-40B4-BE49-F238E27FC236}">
                    <a16:creationId xmlns:a16="http://schemas.microsoft.com/office/drawing/2014/main" id="{2CF6EB1C-1095-E44E-B95D-54063948A906}"/>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0" name="Oval 10">
                <a:extLst>
                  <a:ext uri="{FF2B5EF4-FFF2-40B4-BE49-F238E27FC236}">
                    <a16:creationId xmlns:a16="http://schemas.microsoft.com/office/drawing/2014/main" id="{CC3396C4-F10C-0238-3BB2-99908771C193}"/>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1" name="Oval 11">
                <a:extLst>
                  <a:ext uri="{FF2B5EF4-FFF2-40B4-BE49-F238E27FC236}">
                    <a16:creationId xmlns:a16="http://schemas.microsoft.com/office/drawing/2014/main" id="{D7E275D2-2754-D0FB-C663-6E2638D253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2" name="Oval 12">
                <a:extLst>
                  <a:ext uri="{FF2B5EF4-FFF2-40B4-BE49-F238E27FC236}">
                    <a16:creationId xmlns:a16="http://schemas.microsoft.com/office/drawing/2014/main" id="{8E94DF9A-9B02-C14F-6823-11AF28627C6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3" name="Oval 13">
                <a:extLst>
                  <a:ext uri="{FF2B5EF4-FFF2-40B4-BE49-F238E27FC236}">
                    <a16:creationId xmlns:a16="http://schemas.microsoft.com/office/drawing/2014/main" id="{0B94AC66-2B89-A95F-C005-E2AB27E6188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4" name="Oval 14">
                <a:extLst>
                  <a:ext uri="{FF2B5EF4-FFF2-40B4-BE49-F238E27FC236}">
                    <a16:creationId xmlns:a16="http://schemas.microsoft.com/office/drawing/2014/main" id="{8E7FBF59-EF4A-69E5-3258-DB5A000BAFE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5" name="Oval 15">
                <a:extLst>
                  <a:ext uri="{FF2B5EF4-FFF2-40B4-BE49-F238E27FC236}">
                    <a16:creationId xmlns:a16="http://schemas.microsoft.com/office/drawing/2014/main" id="{5BB1C62B-056E-1C16-3216-3F086283D5F2}"/>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6" name="Oval 16">
                <a:extLst>
                  <a:ext uri="{FF2B5EF4-FFF2-40B4-BE49-F238E27FC236}">
                    <a16:creationId xmlns:a16="http://schemas.microsoft.com/office/drawing/2014/main" id="{A33E389E-B4CF-CD65-2E15-D30254959D0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7" name="Freeform 17">
                <a:extLst>
                  <a:ext uri="{FF2B5EF4-FFF2-40B4-BE49-F238E27FC236}">
                    <a16:creationId xmlns:a16="http://schemas.microsoft.com/office/drawing/2014/main" id="{44EC6FE5-34C7-41FC-282E-A465AE2AF75B}"/>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8" name="Freeform 18">
                <a:extLst>
                  <a:ext uri="{FF2B5EF4-FFF2-40B4-BE49-F238E27FC236}">
                    <a16:creationId xmlns:a16="http://schemas.microsoft.com/office/drawing/2014/main" id="{6469230D-4C44-BF19-26AB-32C8C0DCD80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9" name="Freeform 19">
                <a:extLst>
                  <a:ext uri="{FF2B5EF4-FFF2-40B4-BE49-F238E27FC236}">
                    <a16:creationId xmlns:a16="http://schemas.microsoft.com/office/drawing/2014/main" id="{70EEC011-B52A-7080-0020-00C59552EE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78" name="Text Box 20">
              <a:extLst>
                <a:ext uri="{FF2B5EF4-FFF2-40B4-BE49-F238E27FC236}">
                  <a16:creationId xmlns:a16="http://schemas.microsoft.com/office/drawing/2014/main" id="{51C1AEB6-1466-B35B-6B74-25F25E31EDF9}"/>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90" name="Group 21">
            <a:extLst>
              <a:ext uri="{FF2B5EF4-FFF2-40B4-BE49-F238E27FC236}">
                <a16:creationId xmlns:a16="http://schemas.microsoft.com/office/drawing/2014/main" id="{AB8F7E9B-A281-51DA-59D3-88731E0DF29A}"/>
              </a:ext>
            </a:extLst>
          </p:cNvPr>
          <p:cNvGrpSpPr>
            <a:grpSpLocks/>
          </p:cNvGrpSpPr>
          <p:nvPr/>
        </p:nvGrpSpPr>
        <p:grpSpPr bwMode="auto">
          <a:xfrm>
            <a:off x="6444139" y="968580"/>
            <a:ext cx="783138" cy="526362"/>
            <a:chOff x="4830" y="1752"/>
            <a:chExt cx="667" cy="477"/>
          </a:xfrm>
          <a:solidFill>
            <a:schemeClr val="bg1"/>
          </a:solidFill>
        </p:grpSpPr>
        <p:grpSp>
          <p:nvGrpSpPr>
            <p:cNvPr id="291" name="Group 22">
              <a:extLst>
                <a:ext uri="{FF2B5EF4-FFF2-40B4-BE49-F238E27FC236}">
                  <a16:creationId xmlns:a16="http://schemas.microsoft.com/office/drawing/2014/main" id="{EA2CCAFB-7491-75B6-8140-49866CFBF497}"/>
                </a:ext>
              </a:extLst>
            </p:cNvPr>
            <p:cNvGrpSpPr>
              <a:grpSpLocks/>
            </p:cNvGrpSpPr>
            <p:nvPr/>
          </p:nvGrpSpPr>
          <p:grpSpPr bwMode="auto">
            <a:xfrm>
              <a:off x="4830" y="1752"/>
              <a:ext cx="667" cy="477"/>
              <a:chOff x="2949" y="196"/>
              <a:chExt cx="941" cy="598"/>
            </a:xfrm>
            <a:grpFill/>
          </p:grpSpPr>
          <p:sp>
            <p:nvSpPr>
              <p:cNvPr id="293" name="Oval 23">
                <a:extLst>
                  <a:ext uri="{FF2B5EF4-FFF2-40B4-BE49-F238E27FC236}">
                    <a16:creationId xmlns:a16="http://schemas.microsoft.com/office/drawing/2014/main" id="{40029C7C-6043-3488-1C18-4DDA98D744CC}"/>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4" name="Oval 24">
                <a:extLst>
                  <a:ext uri="{FF2B5EF4-FFF2-40B4-BE49-F238E27FC236}">
                    <a16:creationId xmlns:a16="http://schemas.microsoft.com/office/drawing/2014/main" id="{C1441EDE-350A-7F3F-247E-097C2318DDF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5" name="Oval 25">
                <a:extLst>
                  <a:ext uri="{FF2B5EF4-FFF2-40B4-BE49-F238E27FC236}">
                    <a16:creationId xmlns:a16="http://schemas.microsoft.com/office/drawing/2014/main" id="{536D963C-78AC-4488-A909-244960E7021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6" name="Oval 26">
                <a:extLst>
                  <a:ext uri="{FF2B5EF4-FFF2-40B4-BE49-F238E27FC236}">
                    <a16:creationId xmlns:a16="http://schemas.microsoft.com/office/drawing/2014/main" id="{8AAAC55E-DED6-E891-D1FC-CC99C1F9B14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7" name="Oval 27">
                <a:extLst>
                  <a:ext uri="{FF2B5EF4-FFF2-40B4-BE49-F238E27FC236}">
                    <a16:creationId xmlns:a16="http://schemas.microsoft.com/office/drawing/2014/main" id="{3349F5EB-7C6B-A32F-A583-DEDF234E485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8" name="Oval 28">
                <a:extLst>
                  <a:ext uri="{FF2B5EF4-FFF2-40B4-BE49-F238E27FC236}">
                    <a16:creationId xmlns:a16="http://schemas.microsoft.com/office/drawing/2014/main" id="{BD08A205-07B6-57CC-01F8-F989D7ED639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9" name="Oval 29">
                <a:extLst>
                  <a:ext uri="{FF2B5EF4-FFF2-40B4-BE49-F238E27FC236}">
                    <a16:creationId xmlns:a16="http://schemas.microsoft.com/office/drawing/2014/main" id="{36D2018E-412C-F61A-C0E4-8C374F5BC11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0" name="Oval 30">
                <a:extLst>
                  <a:ext uri="{FF2B5EF4-FFF2-40B4-BE49-F238E27FC236}">
                    <a16:creationId xmlns:a16="http://schemas.microsoft.com/office/drawing/2014/main" id="{B77713F8-8D46-B69A-B956-5923747E41D0}"/>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1" name="Freeform 31">
                <a:extLst>
                  <a:ext uri="{FF2B5EF4-FFF2-40B4-BE49-F238E27FC236}">
                    <a16:creationId xmlns:a16="http://schemas.microsoft.com/office/drawing/2014/main" id="{A3F68655-73B8-B60B-D7CE-F5BA85F823C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2" name="Freeform 32">
                <a:extLst>
                  <a:ext uri="{FF2B5EF4-FFF2-40B4-BE49-F238E27FC236}">
                    <a16:creationId xmlns:a16="http://schemas.microsoft.com/office/drawing/2014/main" id="{769D8EC8-0E17-8AC2-2887-1DAC4FFC8D8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3" name="Freeform 33">
                <a:extLst>
                  <a:ext uri="{FF2B5EF4-FFF2-40B4-BE49-F238E27FC236}">
                    <a16:creationId xmlns:a16="http://schemas.microsoft.com/office/drawing/2014/main" id="{D0C02672-F5C9-C40D-82EB-685C577375C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92" name="Text Box 34">
              <a:extLst>
                <a:ext uri="{FF2B5EF4-FFF2-40B4-BE49-F238E27FC236}">
                  <a16:creationId xmlns:a16="http://schemas.microsoft.com/office/drawing/2014/main" id="{81658672-E164-D7EB-EACB-54209A1D7E31}"/>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04" name="Group 35">
            <a:extLst>
              <a:ext uri="{FF2B5EF4-FFF2-40B4-BE49-F238E27FC236}">
                <a16:creationId xmlns:a16="http://schemas.microsoft.com/office/drawing/2014/main" id="{EB86D931-9C3A-7C40-AECE-2ADA01E0C081}"/>
              </a:ext>
            </a:extLst>
          </p:cNvPr>
          <p:cNvGrpSpPr>
            <a:grpSpLocks/>
          </p:cNvGrpSpPr>
          <p:nvPr/>
        </p:nvGrpSpPr>
        <p:grpSpPr bwMode="auto">
          <a:xfrm>
            <a:off x="4099995" y="968580"/>
            <a:ext cx="783138" cy="526362"/>
            <a:chOff x="4830" y="1752"/>
            <a:chExt cx="667" cy="477"/>
          </a:xfrm>
          <a:solidFill>
            <a:schemeClr val="bg1"/>
          </a:solidFill>
        </p:grpSpPr>
        <p:grpSp>
          <p:nvGrpSpPr>
            <p:cNvPr id="305" name="Group 36">
              <a:extLst>
                <a:ext uri="{FF2B5EF4-FFF2-40B4-BE49-F238E27FC236}">
                  <a16:creationId xmlns:a16="http://schemas.microsoft.com/office/drawing/2014/main" id="{3ABDE53B-4642-EF3F-C554-E21EC817A581}"/>
                </a:ext>
              </a:extLst>
            </p:cNvPr>
            <p:cNvGrpSpPr>
              <a:grpSpLocks/>
            </p:cNvGrpSpPr>
            <p:nvPr/>
          </p:nvGrpSpPr>
          <p:grpSpPr bwMode="auto">
            <a:xfrm>
              <a:off x="4830" y="1752"/>
              <a:ext cx="667" cy="477"/>
              <a:chOff x="2949" y="196"/>
              <a:chExt cx="941" cy="598"/>
            </a:xfrm>
            <a:grpFill/>
          </p:grpSpPr>
          <p:sp>
            <p:nvSpPr>
              <p:cNvPr id="307" name="Oval 37">
                <a:extLst>
                  <a:ext uri="{FF2B5EF4-FFF2-40B4-BE49-F238E27FC236}">
                    <a16:creationId xmlns:a16="http://schemas.microsoft.com/office/drawing/2014/main" id="{B5B2A996-4C5A-1CD7-BC63-7C74D51D898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8" name="Oval 38">
                <a:extLst>
                  <a:ext uri="{FF2B5EF4-FFF2-40B4-BE49-F238E27FC236}">
                    <a16:creationId xmlns:a16="http://schemas.microsoft.com/office/drawing/2014/main" id="{4C684547-4063-86B2-2425-72E79A642D7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9" name="Oval 39">
                <a:extLst>
                  <a:ext uri="{FF2B5EF4-FFF2-40B4-BE49-F238E27FC236}">
                    <a16:creationId xmlns:a16="http://schemas.microsoft.com/office/drawing/2014/main" id="{412E2577-222A-BFA8-5D6C-4CA068888A3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0" name="Oval 40">
                <a:extLst>
                  <a:ext uri="{FF2B5EF4-FFF2-40B4-BE49-F238E27FC236}">
                    <a16:creationId xmlns:a16="http://schemas.microsoft.com/office/drawing/2014/main" id="{51E7121C-FEFA-CF34-B958-8432E8F092D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1" name="Oval 41">
                <a:extLst>
                  <a:ext uri="{FF2B5EF4-FFF2-40B4-BE49-F238E27FC236}">
                    <a16:creationId xmlns:a16="http://schemas.microsoft.com/office/drawing/2014/main" id="{E203B0A7-0554-337B-64E1-B0965D418784}"/>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2" name="Oval 42">
                <a:extLst>
                  <a:ext uri="{FF2B5EF4-FFF2-40B4-BE49-F238E27FC236}">
                    <a16:creationId xmlns:a16="http://schemas.microsoft.com/office/drawing/2014/main" id="{79B151A9-9B02-8D33-5B02-36757A09574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3" name="Oval 43">
                <a:extLst>
                  <a:ext uri="{FF2B5EF4-FFF2-40B4-BE49-F238E27FC236}">
                    <a16:creationId xmlns:a16="http://schemas.microsoft.com/office/drawing/2014/main" id="{09B76D82-F6D3-65E9-A26F-FAFFFD00A1BB}"/>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4" name="Oval 44">
                <a:extLst>
                  <a:ext uri="{FF2B5EF4-FFF2-40B4-BE49-F238E27FC236}">
                    <a16:creationId xmlns:a16="http://schemas.microsoft.com/office/drawing/2014/main" id="{90572815-C013-DA15-C3DC-A5AA9E92B501}"/>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5" name="Freeform 45">
                <a:extLst>
                  <a:ext uri="{FF2B5EF4-FFF2-40B4-BE49-F238E27FC236}">
                    <a16:creationId xmlns:a16="http://schemas.microsoft.com/office/drawing/2014/main" id="{501212DF-1647-20FB-3713-A9511774F382}"/>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6" name="Freeform 46">
                <a:extLst>
                  <a:ext uri="{FF2B5EF4-FFF2-40B4-BE49-F238E27FC236}">
                    <a16:creationId xmlns:a16="http://schemas.microsoft.com/office/drawing/2014/main" id="{3510351F-C17E-201B-24D4-3B680DBEF56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7" name="Freeform 47">
                <a:extLst>
                  <a:ext uri="{FF2B5EF4-FFF2-40B4-BE49-F238E27FC236}">
                    <a16:creationId xmlns:a16="http://schemas.microsoft.com/office/drawing/2014/main" id="{CADD30B7-B5DC-E79A-E7A1-CFBCAED85E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306" name="Text Box 48">
              <a:extLst>
                <a:ext uri="{FF2B5EF4-FFF2-40B4-BE49-F238E27FC236}">
                  <a16:creationId xmlns:a16="http://schemas.microsoft.com/office/drawing/2014/main" id="{01C73E42-E01E-364A-7BA2-B062348CE7AA}"/>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318" name="表格 317">
            <a:extLst>
              <a:ext uri="{FF2B5EF4-FFF2-40B4-BE49-F238E27FC236}">
                <a16:creationId xmlns:a16="http://schemas.microsoft.com/office/drawing/2014/main" id="{A80D8C91-ACE9-AA27-4B63-6CB056241B1A}"/>
              </a:ext>
            </a:extLst>
          </p:cNvPr>
          <p:cNvGraphicFramePr>
            <a:graphicFrameLocks noGrp="1"/>
          </p:cNvGraphicFramePr>
          <p:nvPr>
            <p:extLst>
              <p:ext uri="{D42A27DB-BD31-4B8C-83A1-F6EECF244321}">
                <p14:modId xmlns:p14="http://schemas.microsoft.com/office/powerpoint/2010/main" val="372702064"/>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19" name="表格 318">
            <a:extLst>
              <a:ext uri="{FF2B5EF4-FFF2-40B4-BE49-F238E27FC236}">
                <a16:creationId xmlns:a16="http://schemas.microsoft.com/office/drawing/2014/main" id="{99D0F2FD-6D31-0542-8EEE-E926F683E165}"/>
              </a:ext>
            </a:extLst>
          </p:cNvPr>
          <p:cNvGraphicFramePr>
            <a:graphicFrameLocks noGrp="1"/>
          </p:cNvGraphicFramePr>
          <p:nvPr>
            <p:extLst>
              <p:ext uri="{D42A27DB-BD31-4B8C-83A1-F6EECF244321}">
                <p14:modId xmlns:p14="http://schemas.microsoft.com/office/powerpoint/2010/main" val="371363012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0" name="表格 319">
            <a:extLst>
              <a:ext uri="{FF2B5EF4-FFF2-40B4-BE49-F238E27FC236}">
                <a16:creationId xmlns:a16="http://schemas.microsoft.com/office/drawing/2014/main" id="{708EE40D-B60B-8B8F-E189-96D75672FA87}"/>
              </a:ext>
            </a:extLst>
          </p:cNvPr>
          <p:cNvGraphicFramePr>
            <a:graphicFrameLocks noGrp="1"/>
          </p:cNvGraphicFramePr>
          <p:nvPr>
            <p:extLst>
              <p:ext uri="{D42A27DB-BD31-4B8C-83A1-F6EECF244321}">
                <p14:modId xmlns:p14="http://schemas.microsoft.com/office/powerpoint/2010/main" val="678578313"/>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1" name="表格 320">
            <a:extLst>
              <a:ext uri="{FF2B5EF4-FFF2-40B4-BE49-F238E27FC236}">
                <a16:creationId xmlns:a16="http://schemas.microsoft.com/office/drawing/2014/main" id="{002C4C8B-D101-13ED-170A-C6C643F6F1AD}"/>
              </a:ext>
            </a:extLst>
          </p:cNvPr>
          <p:cNvGraphicFramePr>
            <a:graphicFrameLocks noGrp="1"/>
          </p:cNvGraphicFramePr>
          <p:nvPr>
            <p:extLst>
              <p:ext uri="{D42A27DB-BD31-4B8C-83A1-F6EECF244321}">
                <p14:modId xmlns:p14="http://schemas.microsoft.com/office/powerpoint/2010/main" val="1078456559"/>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897245779"/>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3034013"/>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sp>
        <p:nvSpPr>
          <p:cNvPr id="2" name="Line 50">
            <a:extLst>
              <a:ext uri="{FF2B5EF4-FFF2-40B4-BE49-F238E27FC236}">
                <a16:creationId xmlns:a16="http://schemas.microsoft.com/office/drawing/2014/main" id="{CBD0C040-363B-6CD7-7D68-B35358EC540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0" name="Picture 51">
            <a:extLst>
              <a:ext uri="{FF2B5EF4-FFF2-40B4-BE49-F238E27FC236}">
                <a16:creationId xmlns:a16="http://schemas.microsoft.com/office/drawing/2014/main" id="{B973064B-34FA-D3D0-D1EE-650070A7F8C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3" name="Text Box 52">
            <a:extLst>
              <a:ext uri="{FF2B5EF4-FFF2-40B4-BE49-F238E27FC236}">
                <a16:creationId xmlns:a16="http://schemas.microsoft.com/office/drawing/2014/main" id="{7CA6675A-F0CB-7CD6-F664-504CB7990916}"/>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134" name="Text Box 53">
            <a:extLst>
              <a:ext uri="{FF2B5EF4-FFF2-40B4-BE49-F238E27FC236}">
                <a16:creationId xmlns:a16="http://schemas.microsoft.com/office/drawing/2014/main" id="{8FAD9B39-FEF2-CD10-8F3E-1275662EA0C3}"/>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135" name="Picture 54">
            <a:extLst>
              <a:ext uri="{FF2B5EF4-FFF2-40B4-BE49-F238E27FC236}">
                <a16:creationId xmlns:a16="http://schemas.microsoft.com/office/drawing/2014/main" id="{E4CD02E8-3AFA-5981-3AD5-BCAF8A1CA4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6" name="Group 55">
            <a:extLst>
              <a:ext uri="{FF2B5EF4-FFF2-40B4-BE49-F238E27FC236}">
                <a16:creationId xmlns:a16="http://schemas.microsoft.com/office/drawing/2014/main" id="{6CDEF1AE-77E1-3D83-CB80-0C44B874EA0D}"/>
              </a:ext>
            </a:extLst>
          </p:cNvPr>
          <p:cNvGrpSpPr>
            <a:grpSpLocks/>
          </p:cNvGrpSpPr>
          <p:nvPr/>
        </p:nvGrpSpPr>
        <p:grpSpPr bwMode="auto">
          <a:xfrm>
            <a:off x="1793796" y="1810273"/>
            <a:ext cx="783138" cy="526362"/>
            <a:chOff x="4830" y="1752"/>
            <a:chExt cx="667" cy="477"/>
          </a:xfrm>
          <a:solidFill>
            <a:srgbClr val="FF0000"/>
          </a:solidFill>
        </p:grpSpPr>
        <p:grpSp>
          <p:nvGrpSpPr>
            <p:cNvPr id="137" name="Group 56">
              <a:extLst>
                <a:ext uri="{FF2B5EF4-FFF2-40B4-BE49-F238E27FC236}">
                  <a16:creationId xmlns:a16="http://schemas.microsoft.com/office/drawing/2014/main" id="{A574DFB9-4F33-6A38-C290-B94FAADB5348}"/>
                </a:ext>
              </a:extLst>
            </p:cNvPr>
            <p:cNvGrpSpPr>
              <a:grpSpLocks/>
            </p:cNvGrpSpPr>
            <p:nvPr/>
          </p:nvGrpSpPr>
          <p:grpSpPr bwMode="auto">
            <a:xfrm>
              <a:off x="4830" y="1752"/>
              <a:ext cx="667" cy="477"/>
              <a:chOff x="2949" y="196"/>
              <a:chExt cx="941" cy="598"/>
            </a:xfrm>
            <a:grpFill/>
          </p:grpSpPr>
          <p:sp>
            <p:nvSpPr>
              <p:cNvPr id="139" name="Oval 57">
                <a:extLst>
                  <a:ext uri="{FF2B5EF4-FFF2-40B4-BE49-F238E27FC236}">
                    <a16:creationId xmlns:a16="http://schemas.microsoft.com/office/drawing/2014/main" id="{15E5C1D0-B9BE-E64A-5F2D-5EF91C37230F}"/>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0" name="Oval 58">
                <a:extLst>
                  <a:ext uri="{FF2B5EF4-FFF2-40B4-BE49-F238E27FC236}">
                    <a16:creationId xmlns:a16="http://schemas.microsoft.com/office/drawing/2014/main" id="{CF391DF3-2F64-821F-EC6B-C9355E3ADDE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1" name="Oval 59">
                <a:extLst>
                  <a:ext uri="{FF2B5EF4-FFF2-40B4-BE49-F238E27FC236}">
                    <a16:creationId xmlns:a16="http://schemas.microsoft.com/office/drawing/2014/main" id="{9923C206-3D9F-DA38-810F-B6BCC83D8F0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2" name="Oval 60">
                <a:extLst>
                  <a:ext uri="{FF2B5EF4-FFF2-40B4-BE49-F238E27FC236}">
                    <a16:creationId xmlns:a16="http://schemas.microsoft.com/office/drawing/2014/main" id="{8385B523-905D-25D7-D14E-2387E1E92A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3" name="Oval 61">
                <a:extLst>
                  <a:ext uri="{FF2B5EF4-FFF2-40B4-BE49-F238E27FC236}">
                    <a16:creationId xmlns:a16="http://schemas.microsoft.com/office/drawing/2014/main" id="{D5047B15-76E9-F07F-64B2-1A8AEB85AFF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4" name="Oval 62">
                <a:extLst>
                  <a:ext uri="{FF2B5EF4-FFF2-40B4-BE49-F238E27FC236}">
                    <a16:creationId xmlns:a16="http://schemas.microsoft.com/office/drawing/2014/main" id="{10C6F091-380A-8EBC-454B-4F9AD52BE7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5" name="Oval 63">
                <a:extLst>
                  <a:ext uri="{FF2B5EF4-FFF2-40B4-BE49-F238E27FC236}">
                    <a16:creationId xmlns:a16="http://schemas.microsoft.com/office/drawing/2014/main" id="{7A78BBDD-1C00-1F0F-7EF5-304B8BBC1F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6" name="Oval 64">
                <a:extLst>
                  <a:ext uri="{FF2B5EF4-FFF2-40B4-BE49-F238E27FC236}">
                    <a16:creationId xmlns:a16="http://schemas.microsoft.com/office/drawing/2014/main" id="{0FCDFE13-EB04-16C8-A033-D656B7E8A327}"/>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7" name="Freeform 65">
                <a:extLst>
                  <a:ext uri="{FF2B5EF4-FFF2-40B4-BE49-F238E27FC236}">
                    <a16:creationId xmlns:a16="http://schemas.microsoft.com/office/drawing/2014/main" id="{455B7129-10B3-0648-863D-DCA80BE8ED6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8" name="Freeform 66">
                <a:extLst>
                  <a:ext uri="{FF2B5EF4-FFF2-40B4-BE49-F238E27FC236}">
                    <a16:creationId xmlns:a16="http://schemas.microsoft.com/office/drawing/2014/main" id="{9803ED3D-041C-4B6F-D4AC-3B564CE98F4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9" name="Freeform 67">
                <a:extLst>
                  <a:ext uri="{FF2B5EF4-FFF2-40B4-BE49-F238E27FC236}">
                    <a16:creationId xmlns:a16="http://schemas.microsoft.com/office/drawing/2014/main" id="{5E6A50A2-CDBC-7FEC-1886-2F5A8AD2BDE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138" name="Text Box 68">
              <a:extLst>
                <a:ext uri="{FF2B5EF4-FFF2-40B4-BE49-F238E27FC236}">
                  <a16:creationId xmlns:a16="http://schemas.microsoft.com/office/drawing/2014/main" id="{F1C0FFEB-A4AA-1522-3465-7D6C42D50525}"/>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150" name="Group 69">
            <a:extLst>
              <a:ext uri="{FF2B5EF4-FFF2-40B4-BE49-F238E27FC236}">
                <a16:creationId xmlns:a16="http://schemas.microsoft.com/office/drawing/2014/main" id="{DD0F7675-32AC-AB78-2B39-3E13AC7B47B7}"/>
              </a:ext>
            </a:extLst>
          </p:cNvPr>
          <p:cNvGrpSpPr>
            <a:grpSpLocks/>
          </p:cNvGrpSpPr>
          <p:nvPr/>
        </p:nvGrpSpPr>
        <p:grpSpPr bwMode="auto">
          <a:xfrm>
            <a:off x="6444139" y="1810273"/>
            <a:ext cx="783138" cy="526362"/>
            <a:chOff x="4830" y="1752"/>
            <a:chExt cx="667" cy="477"/>
          </a:xfrm>
          <a:solidFill>
            <a:schemeClr val="bg1"/>
          </a:solidFill>
        </p:grpSpPr>
        <p:grpSp>
          <p:nvGrpSpPr>
            <p:cNvPr id="151" name="Group 70">
              <a:extLst>
                <a:ext uri="{FF2B5EF4-FFF2-40B4-BE49-F238E27FC236}">
                  <a16:creationId xmlns:a16="http://schemas.microsoft.com/office/drawing/2014/main" id="{DDEDA95F-F153-A8EA-1381-5CEA5C410765}"/>
                </a:ext>
              </a:extLst>
            </p:cNvPr>
            <p:cNvGrpSpPr>
              <a:grpSpLocks/>
            </p:cNvGrpSpPr>
            <p:nvPr/>
          </p:nvGrpSpPr>
          <p:grpSpPr bwMode="auto">
            <a:xfrm>
              <a:off x="4830" y="1752"/>
              <a:ext cx="667" cy="477"/>
              <a:chOff x="2949" y="196"/>
              <a:chExt cx="941" cy="598"/>
            </a:xfrm>
            <a:grpFill/>
          </p:grpSpPr>
          <p:sp>
            <p:nvSpPr>
              <p:cNvPr id="153" name="Oval 71">
                <a:extLst>
                  <a:ext uri="{FF2B5EF4-FFF2-40B4-BE49-F238E27FC236}">
                    <a16:creationId xmlns:a16="http://schemas.microsoft.com/office/drawing/2014/main" id="{1BCFE63B-3456-B4C2-5740-0565E020750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4" name="Oval 72">
                <a:extLst>
                  <a:ext uri="{FF2B5EF4-FFF2-40B4-BE49-F238E27FC236}">
                    <a16:creationId xmlns:a16="http://schemas.microsoft.com/office/drawing/2014/main" id="{417C8573-A71B-5475-7EC0-7281073DC78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5" name="Oval 73">
                <a:extLst>
                  <a:ext uri="{FF2B5EF4-FFF2-40B4-BE49-F238E27FC236}">
                    <a16:creationId xmlns:a16="http://schemas.microsoft.com/office/drawing/2014/main" id="{3193A053-B9FF-AD66-48C3-F45A69C9F1AA}"/>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6" name="Oval 74">
                <a:extLst>
                  <a:ext uri="{FF2B5EF4-FFF2-40B4-BE49-F238E27FC236}">
                    <a16:creationId xmlns:a16="http://schemas.microsoft.com/office/drawing/2014/main" id="{7E687FBA-36BE-830B-1A9B-C7118DD627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7" name="Oval 75">
                <a:extLst>
                  <a:ext uri="{FF2B5EF4-FFF2-40B4-BE49-F238E27FC236}">
                    <a16:creationId xmlns:a16="http://schemas.microsoft.com/office/drawing/2014/main" id="{3E0D5E3F-3B46-C721-DB26-86C6D826A17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8" name="Oval 76">
                <a:extLst>
                  <a:ext uri="{FF2B5EF4-FFF2-40B4-BE49-F238E27FC236}">
                    <a16:creationId xmlns:a16="http://schemas.microsoft.com/office/drawing/2014/main" id="{964D7616-65EA-06FD-2DFC-82C4DE92C59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9" name="Oval 77">
                <a:extLst>
                  <a:ext uri="{FF2B5EF4-FFF2-40B4-BE49-F238E27FC236}">
                    <a16:creationId xmlns:a16="http://schemas.microsoft.com/office/drawing/2014/main" id="{46926DE8-0133-AFD8-7AB3-CCB2C0A6A88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0" name="Oval 78">
                <a:extLst>
                  <a:ext uri="{FF2B5EF4-FFF2-40B4-BE49-F238E27FC236}">
                    <a16:creationId xmlns:a16="http://schemas.microsoft.com/office/drawing/2014/main" id="{0FB894E7-69C8-0747-D0A7-61D3C7720C39}"/>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1" name="Freeform 79">
                <a:extLst>
                  <a:ext uri="{FF2B5EF4-FFF2-40B4-BE49-F238E27FC236}">
                    <a16:creationId xmlns:a16="http://schemas.microsoft.com/office/drawing/2014/main" id="{C87D7682-02E9-083A-BE2C-9E6C95EE7E8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2" name="Freeform 80">
                <a:extLst>
                  <a:ext uri="{FF2B5EF4-FFF2-40B4-BE49-F238E27FC236}">
                    <a16:creationId xmlns:a16="http://schemas.microsoft.com/office/drawing/2014/main" id="{F2657A3F-2410-6963-5A96-7922E1D2C68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3" name="Freeform 81">
                <a:extLst>
                  <a:ext uri="{FF2B5EF4-FFF2-40B4-BE49-F238E27FC236}">
                    <a16:creationId xmlns:a16="http://schemas.microsoft.com/office/drawing/2014/main" id="{233B5663-25DA-CD43-5658-D801CCAF939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152" name="Text Box 82">
              <a:extLst>
                <a:ext uri="{FF2B5EF4-FFF2-40B4-BE49-F238E27FC236}">
                  <a16:creationId xmlns:a16="http://schemas.microsoft.com/office/drawing/2014/main" id="{9A74BF5C-5117-5832-68BC-74B0D8B3CB4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164" name="Group 83">
            <a:extLst>
              <a:ext uri="{FF2B5EF4-FFF2-40B4-BE49-F238E27FC236}">
                <a16:creationId xmlns:a16="http://schemas.microsoft.com/office/drawing/2014/main" id="{83F6CFFA-179D-8185-7FC6-FA958CE02C1C}"/>
              </a:ext>
            </a:extLst>
          </p:cNvPr>
          <p:cNvGrpSpPr>
            <a:grpSpLocks/>
          </p:cNvGrpSpPr>
          <p:nvPr/>
        </p:nvGrpSpPr>
        <p:grpSpPr bwMode="auto">
          <a:xfrm>
            <a:off x="4099995" y="1810273"/>
            <a:ext cx="783138" cy="526362"/>
            <a:chOff x="4830" y="1752"/>
            <a:chExt cx="667" cy="477"/>
          </a:xfrm>
          <a:solidFill>
            <a:schemeClr val="bg1"/>
          </a:solidFill>
        </p:grpSpPr>
        <p:grpSp>
          <p:nvGrpSpPr>
            <p:cNvPr id="165" name="Group 84">
              <a:extLst>
                <a:ext uri="{FF2B5EF4-FFF2-40B4-BE49-F238E27FC236}">
                  <a16:creationId xmlns:a16="http://schemas.microsoft.com/office/drawing/2014/main" id="{F8D3EBF7-9CC6-97C5-5B78-2F29A5EBDC95}"/>
                </a:ext>
              </a:extLst>
            </p:cNvPr>
            <p:cNvGrpSpPr>
              <a:grpSpLocks/>
            </p:cNvGrpSpPr>
            <p:nvPr/>
          </p:nvGrpSpPr>
          <p:grpSpPr bwMode="auto">
            <a:xfrm>
              <a:off x="4830" y="1752"/>
              <a:ext cx="667" cy="477"/>
              <a:chOff x="2949" y="196"/>
              <a:chExt cx="941" cy="598"/>
            </a:xfrm>
            <a:grpFill/>
          </p:grpSpPr>
          <p:sp>
            <p:nvSpPr>
              <p:cNvPr id="167" name="Oval 85">
                <a:extLst>
                  <a:ext uri="{FF2B5EF4-FFF2-40B4-BE49-F238E27FC236}">
                    <a16:creationId xmlns:a16="http://schemas.microsoft.com/office/drawing/2014/main" id="{A422086C-5BA0-9AE2-DE81-37D97C5CA9E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8" name="Oval 86">
                <a:extLst>
                  <a:ext uri="{FF2B5EF4-FFF2-40B4-BE49-F238E27FC236}">
                    <a16:creationId xmlns:a16="http://schemas.microsoft.com/office/drawing/2014/main" id="{9FE6B166-2EE9-9A37-0EF4-9F3C728D98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9" name="Oval 87">
                <a:extLst>
                  <a:ext uri="{FF2B5EF4-FFF2-40B4-BE49-F238E27FC236}">
                    <a16:creationId xmlns:a16="http://schemas.microsoft.com/office/drawing/2014/main" id="{B365235D-CE4D-AA92-BB18-A3F1D05C59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0" name="Oval 88">
                <a:extLst>
                  <a:ext uri="{FF2B5EF4-FFF2-40B4-BE49-F238E27FC236}">
                    <a16:creationId xmlns:a16="http://schemas.microsoft.com/office/drawing/2014/main" id="{2F84834A-B0ED-615C-3406-520A8BE6B883}"/>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1" name="Oval 89">
                <a:extLst>
                  <a:ext uri="{FF2B5EF4-FFF2-40B4-BE49-F238E27FC236}">
                    <a16:creationId xmlns:a16="http://schemas.microsoft.com/office/drawing/2014/main" id="{8B3F3AAA-884F-DADF-AD15-837F1B7482C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2" name="Oval 90">
                <a:extLst>
                  <a:ext uri="{FF2B5EF4-FFF2-40B4-BE49-F238E27FC236}">
                    <a16:creationId xmlns:a16="http://schemas.microsoft.com/office/drawing/2014/main" id="{FE81865D-6217-CE0D-59E9-49ED3D41AF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3" name="Oval 91">
                <a:extLst>
                  <a:ext uri="{FF2B5EF4-FFF2-40B4-BE49-F238E27FC236}">
                    <a16:creationId xmlns:a16="http://schemas.microsoft.com/office/drawing/2014/main" id="{D6461B01-F357-2729-3802-DFD47925603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4" name="Oval 92">
                <a:extLst>
                  <a:ext uri="{FF2B5EF4-FFF2-40B4-BE49-F238E27FC236}">
                    <a16:creationId xmlns:a16="http://schemas.microsoft.com/office/drawing/2014/main" id="{3C59DB4D-0E52-5682-9AF3-87914A04FC8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5" name="Freeform 93">
                <a:extLst>
                  <a:ext uri="{FF2B5EF4-FFF2-40B4-BE49-F238E27FC236}">
                    <a16:creationId xmlns:a16="http://schemas.microsoft.com/office/drawing/2014/main" id="{9844358A-F55F-DCCD-30F0-4A88547978E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6" name="Freeform 94">
                <a:extLst>
                  <a:ext uri="{FF2B5EF4-FFF2-40B4-BE49-F238E27FC236}">
                    <a16:creationId xmlns:a16="http://schemas.microsoft.com/office/drawing/2014/main" id="{10E473F3-E789-3CE5-FA70-2E290A8ACB2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7" name="Freeform 95">
                <a:extLst>
                  <a:ext uri="{FF2B5EF4-FFF2-40B4-BE49-F238E27FC236}">
                    <a16:creationId xmlns:a16="http://schemas.microsoft.com/office/drawing/2014/main" id="{06BE0C67-11EB-917B-1C8A-354528C6FDE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166" name="Text Box 96">
              <a:extLst>
                <a:ext uri="{FF2B5EF4-FFF2-40B4-BE49-F238E27FC236}">
                  <a16:creationId xmlns:a16="http://schemas.microsoft.com/office/drawing/2014/main" id="{FA51BCA4-78E7-0DCC-4D58-0E5EBFD4BB4E}"/>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78" name="Line 2">
            <a:extLst>
              <a:ext uri="{FF2B5EF4-FFF2-40B4-BE49-F238E27FC236}">
                <a16:creationId xmlns:a16="http://schemas.microsoft.com/office/drawing/2014/main" id="{0B253F46-451A-485D-6863-EE5B9C7C8658}"/>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79" name="Picture 3">
            <a:extLst>
              <a:ext uri="{FF2B5EF4-FFF2-40B4-BE49-F238E27FC236}">
                <a16:creationId xmlns:a16="http://schemas.microsoft.com/office/drawing/2014/main" id="{486CFA3F-21B7-A1FF-2090-5C5C123B494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0" name="Text Box 4">
            <a:extLst>
              <a:ext uri="{FF2B5EF4-FFF2-40B4-BE49-F238E27FC236}">
                <a16:creationId xmlns:a16="http://schemas.microsoft.com/office/drawing/2014/main" id="{6D4DA6BB-052E-83D8-7C19-B68B4231F56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81" name="Text Box 5">
            <a:extLst>
              <a:ext uri="{FF2B5EF4-FFF2-40B4-BE49-F238E27FC236}">
                <a16:creationId xmlns:a16="http://schemas.microsoft.com/office/drawing/2014/main" id="{647A87A0-8E91-45CA-BBE1-64E4523ED15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2" name="Picture 6">
            <a:extLst>
              <a:ext uri="{FF2B5EF4-FFF2-40B4-BE49-F238E27FC236}">
                <a16:creationId xmlns:a16="http://schemas.microsoft.com/office/drawing/2014/main" id="{28749127-209A-8904-C869-D58796FC513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83" name="Group 7">
            <a:extLst>
              <a:ext uri="{FF2B5EF4-FFF2-40B4-BE49-F238E27FC236}">
                <a16:creationId xmlns:a16="http://schemas.microsoft.com/office/drawing/2014/main" id="{F6F1DE82-CC1E-60C3-C9DA-BE961CC30C21}"/>
              </a:ext>
            </a:extLst>
          </p:cNvPr>
          <p:cNvGrpSpPr>
            <a:grpSpLocks/>
          </p:cNvGrpSpPr>
          <p:nvPr/>
        </p:nvGrpSpPr>
        <p:grpSpPr bwMode="auto">
          <a:xfrm>
            <a:off x="1793796" y="968576"/>
            <a:ext cx="783138" cy="526361"/>
            <a:chOff x="4830" y="1752"/>
            <a:chExt cx="667" cy="477"/>
          </a:xfrm>
          <a:solidFill>
            <a:schemeClr val="bg1"/>
          </a:solidFill>
        </p:grpSpPr>
        <p:grpSp>
          <p:nvGrpSpPr>
            <p:cNvPr id="184" name="Group 8">
              <a:extLst>
                <a:ext uri="{FF2B5EF4-FFF2-40B4-BE49-F238E27FC236}">
                  <a16:creationId xmlns:a16="http://schemas.microsoft.com/office/drawing/2014/main" id="{3CB62DE0-1BAD-B088-CCC5-061005CB2A6B}"/>
                </a:ext>
              </a:extLst>
            </p:cNvPr>
            <p:cNvGrpSpPr>
              <a:grpSpLocks/>
            </p:cNvGrpSpPr>
            <p:nvPr/>
          </p:nvGrpSpPr>
          <p:grpSpPr bwMode="auto">
            <a:xfrm>
              <a:off x="4830" y="1752"/>
              <a:ext cx="667" cy="477"/>
              <a:chOff x="2949" y="196"/>
              <a:chExt cx="941" cy="598"/>
            </a:xfrm>
            <a:grpFill/>
          </p:grpSpPr>
          <p:sp>
            <p:nvSpPr>
              <p:cNvPr id="186" name="Oval 9">
                <a:extLst>
                  <a:ext uri="{FF2B5EF4-FFF2-40B4-BE49-F238E27FC236}">
                    <a16:creationId xmlns:a16="http://schemas.microsoft.com/office/drawing/2014/main" id="{C24CC004-46D0-A49B-CE70-8304B3F92E55}"/>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7" name="Oval 10">
                <a:extLst>
                  <a:ext uri="{FF2B5EF4-FFF2-40B4-BE49-F238E27FC236}">
                    <a16:creationId xmlns:a16="http://schemas.microsoft.com/office/drawing/2014/main" id="{8A82DD35-C3EE-2A82-EC63-B1FC453E867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8" name="Oval 11">
                <a:extLst>
                  <a:ext uri="{FF2B5EF4-FFF2-40B4-BE49-F238E27FC236}">
                    <a16:creationId xmlns:a16="http://schemas.microsoft.com/office/drawing/2014/main" id="{F25830C5-998B-7D6B-6652-B506E0C06C3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9" name="Oval 12">
                <a:extLst>
                  <a:ext uri="{FF2B5EF4-FFF2-40B4-BE49-F238E27FC236}">
                    <a16:creationId xmlns:a16="http://schemas.microsoft.com/office/drawing/2014/main" id="{54190984-B099-3560-484E-7B07B9A9BD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0" name="Oval 13">
                <a:extLst>
                  <a:ext uri="{FF2B5EF4-FFF2-40B4-BE49-F238E27FC236}">
                    <a16:creationId xmlns:a16="http://schemas.microsoft.com/office/drawing/2014/main" id="{21542A0E-4804-F86E-9383-3CBB741440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1" name="Oval 14">
                <a:extLst>
                  <a:ext uri="{FF2B5EF4-FFF2-40B4-BE49-F238E27FC236}">
                    <a16:creationId xmlns:a16="http://schemas.microsoft.com/office/drawing/2014/main" id="{FC30A7E3-621C-0120-798F-4477B3D2D611}"/>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2" name="Oval 15">
                <a:extLst>
                  <a:ext uri="{FF2B5EF4-FFF2-40B4-BE49-F238E27FC236}">
                    <a16:creationId xmlns:a16="http://schemas.microsoft.com/office/drawing/2014/main" id="{045314FB-EB19-7FDD-35F3-A9E2D766D684}"/>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3" name="Oval 16">
                <a:extLst>
                  <a:ext uri="{FF2B5EF4-FFF2-40B4-BE49-F238E27FC236}">
                    <a16:creationId xmlns:a16="http://schemas.microsoft.com/office/drawing/2014/main" id="{D1065264-54A9-AF43-EFF7-3458C8188A7D}"/>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4" name="Freeform 17">
                <a:extLst>
                  <a:ext uri="{FF2B5EF4-FFF2-40B4-BE49-F238E27FC236}">
                    <a16:creationId xmlns:a16="http://schemas.microsoft.com/office/drawing/2014/main" id="{02DE6179-8EB5-EFC6-11EC-C82426144D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5" name="Freeform 18">
                <a:extLst>
                  <a:ext uri="{FF2B5EF4-FFF2-40B4-BE49-F238E27FC236}">
                    <a16:creationId xmlns:a16="http://schemas.microsoft.com/office/drawing/2014/main" id="{C8F3CEE4-57DE-AAB0-6688-3BE48A85F7A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6" name="Freeform 19">
                <a:extLst>
                  <a:ext uri="{FF2B5EF4-FFF2-40B4-BE49-F238E27FC236}">
                    <a16:creationId xmlns:a16="http://schemas.microsoft.com/office/drawing/2014/main" id="{9088A7D8-1580-2E92-50A5-8529F6A0ED5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85" name="Text Box 20">
              <a:extLst>
                <a:ext uri="{FF2B5EF4-FFF2-40B4-BE49-F238E27FC236}">
                  <a16:creationId xmlns:a16="http://schemas.microsoft.com/office/drawing/2014/main" id="{D3D74A00-5772-5E2E-7100-D0B05043EA13}"/>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97" name="Group 21">
            <a:extLst>
              <a:ext uri="{FF2B5EF4-FFF2-40B4-BE49-F238E27FC236}">
                <a16:creationId xmlns:a16="http://schemas.microsoft.com/office/drawing/2014/main" id="{B5A80012-1C37-6CD0-56D3-747503096052}"/>
              </a:ext>
            </a:extLst>
          </p:cNvPr>
          <p:cNvGrpSpPr>
            <a:grpSpLocks/>
          </p:cNvGrpSpPr>
          <p:nvPr/>
        </p:nvGrpSpPr>
        <p:grpSpPr bwMode="auto">
          <a:xfrm>
            <a:off x="6444139" y="968580"/>
            <a:ext cx="783138" cy="526362"/>
            <a:chOff x="4830" y="1752"/>
            <a:chExt cx="667" cy="477"/>
          </a:xfrm>
          <a:solidFill>
            <a:schemeClr val="bg1"/>
          </a:solidFill>
        </p:grpSpPr>
        <p:grpSp>
          <p:nvGrpSpPr>
            <p:cNvPr id="198" name="Group 22">
              <a:extLst>
                <a:ext uri="{FF2B5EF4-FFF2-40B4-BE49-F238E27FC236}">
                  <a16:creationId xmlns:a16="http://schemas.microsoft.com/office/drawing/2014/main" id="{E93BBE06-C4AA-6C5C-F396-31D5D8AC8974}"/>
                </a:ext>
              </a:extLst>
            </p:cNvPr>
            <p:cNvGrpSpPr>
              <a:grpSpLocks/>
            </p:cNvGrpSpPr>
            <p:nvPr/>
          </p:nvGrpSpPr>
          <p:grpSpPr bwMode="auto">
            <a:xfrm>
              <a:off x="4830" y="1752"/>
              <a:ext cx="667" cy="477"/>
              <a:chOff x="2949" y="196"/>
              <a:chExt cx="941" cy="598"/>
            </a:xfrm>
            <a:grpFill/>
          </p:grpSpPr>
          <p:sp>
            <p:nvSpPr>
              <p:cNvPr id="200" name="Oval 23">
                <a:extLst>
                  <a:ext uri="{FF2B5EF4-FFF2-40B4-BE49-F238E27FC236}">
                    <a16:creationId xmlns:a16="http://schemas.microsoft.com/office/drawing/2014/main" id="{98C05F75-2CEA-D11D-3DAA-23DEBACE874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1" name="Oval 24">
                <a:extLst>
                  <a:ext uri="{FF2B5EF4-FFF2-40B4-BE49-F238E27FC236}">
                    <a16:creationId xmlns:a16="http://schemas.microsoft.com/office/drawing/2014/main" id="{449F0A64-E169-08B4-6A69-FF25C8CDCC0C}"/>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2" name="Oval 25">
                <a:extLst>
                  <a:ext uri="{FF2B5EF4-FFF2-40B4-BE49-F238E27FC236}">
                    <a16:creationId xmlns:a16="http://schemas.microsoft.com/office/drawing/2014/main" id="{D14F0D3F-65BC-193C-9675-A2CD0238D0CD}"/>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3" name="Oval 26">
                <a:extLst>
                  <a:ext uri="{FF2B5EF4-FFF2-40B4-BE49-F238E27FC236}">
                    <a16:creationId xmlns:a16="http://schemas.microsoft.com/office/drawing/2014/main" id="{AFAD1ABC-89D4-F128-E85C-985721AA5207}"/>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4" name="Oval 27">
                <a:extLst>
                  <a:ext uri="{FF2B5EF4-FFF2-40B4-BE49-F238E27FC236}">
                    <a16:creationId xmlns:a16="http://schemas.microsoft.com/office/drawing/2014/main" id="{46BA3457-805C-66FB-FB84-B60C72B43D3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5" name="Oval 28">
                <a:extLst>
                  <a:ext uri="{FF2B5EF4-FFF2-40B4-BE49-F238E27FC236}">
                    <a16:creationId xmlns:a16="http://schemas.microsoft.com/office/drawing/2014/main" id="{D6E478B0-0FE8-976F-3EF8-7419A7B4AE8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6" name="Oval 29">
                <a:extLst>
                  <a:ext uri="{FF2B5EF4-FFF2-40B4-BE49-F238E27FC236}">
                    <a16:creationId xmlns:a16="http://schemas.microsoft.com/office/drawing/2014/main" id="{B146A1F4-FB22-07F0-344C-34C634C8F1B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30">
                <a:extLst>
                  <a:ext uri="{FF2B5EF4-FFF2-40B4-BE49-F238E27FC236}">
                    <a16:creationId xmlns:a16="http://schemas.microsoft.com/office/drawing/2014/main" id="{DD5967F1-3CB9-102D-4CBC-AFA5259CF5DF}"/>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Freeform 31">
                <a:extLst>
                  <a:ext uri="{FF2B5EF4-FFF2-40B4-BE49-F238E27FC236}">
                    <a16:creationId xmlns:a16="http://schemas.microsoft.com/office/drawing/2014/main" id="{A216401B-05BC-53DE-3ECD-CD5A6ADA788A}"/>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09" name="Freeform 32">
                <a:extLst>
                  <a:ext uri="{FF2B5EF4-FFF2-40B4-BE49-F238E27FC236}">
                    <a16:creationId xmlns:a16="http://schemas.microsoft.com/office/drawing/2014/main" id="{5F72ABA9-9DD0-D84E-CD03-2703F29A857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0" name="Freeform 33">
                <a:extLst>
                  <a:ext uri="{FF2B5EF4-FFF2-40B4-BE49-F238E27FC236}">
                    <a16:creationId xmlns:a16="http://schemas.microsoft.com/office/drawing/2014/main" id="{64C83A67-47F9-7E33-6D22-D7ACEDF3A437}"/>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99" name="Text Box 34">
              <a:extLst>
                <a:ext uri="{FF2B5EF4-FFF2-40B4-BE49-F238E27FC236}">
                  <a16:creationId xmlns:a16="http://schemas.microsoft.com/office/drawing/2014/main" id="{67D8E7A7-59A5-FD80-51D9-9143F434F360}"/>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11" name="Group 35">
            <a:extLst>
              <a:ext uri="{FF2B5EF4-FFF2-40B4-BE49-F238E27FC236}">
                <a16:creationId xmlns:a16="http://schemas.microsoft.com/office/drawing/2014/main" id="{5E1D9F62-C643-F9D7-9FAE-CC12491C771D}"/>
              </a:ext>
            </a:extLst>
          </p:cNvPr>
          <p:cNvGrpSpPr>
            <a:grpSpLocks/>
          </p:cNvGrpSpPr>
          <p:nvPr/>
        </p:nvGrpSpPr>
        <p:grpSpPr bwMode="auto">
          <a:xfrm>
            <a:off x="4099995" y="968580"/>
            <a:ext cx="783138" cy="526362"/>
            <a:chOff x="4830" y="1752"/>
            <a:chExt cx="667" cy="477"/>
          </a:xfrm>
          <a:solidFill>
            <a:schemeClr val="bg1"/>
          </a:solidFill>
        </p:grpSpPr>
        <p:grpSp>
          <p:nvGrpSpPr>
            <p:cNvPr id="212" name="Group 36">
              <a:extLst>
                <a:ext uri="{FF2B5EF4-FFF2-40B4-BE49-F238E27FC236}">
                  <a16:creationId xmlns:a16="http://schemas.microsoft.com/office/drawing/2014/main" id="{70676801-EE91-19AF-38D3-B20B3285B4DB}"/>
                </a:ext>
              </a:extLst>
            </p:cNvPr>
            <p:cNvGrpSpPr>
              <a:grpSpLocks/>
            </p:cNvGrpSpPr>
            <p:nvPr/>
          </p:nvGrpSpPr>
          <p:grpSpPr bwMode="auto">
            <a:xfrm>
              <a:off x="4830" y="1752"/>
              <a:ext cx="667" cy="477"/>
              <a:chOff x="2949" y="196"/>
              <a:chExt cx="941" cy="598"/>
            </a:xfrm>
            <a:grpFill/>
          </p:grpSpPr>
          <p:sp>
            <p:nvSpPr>
              <p:cNvPr id="214" name="Oval 37">
                <a:extLst>
                  <a:ext uri="{FF2B5EF4-FFF2-40B4-BE49-F238E27FC236}">
                    <a16:creationId xmlns:a16="http://schemas.microsoft.com/office/drawing/2014/main" id="{81E53A76-7072-631C-47D9-AACCB0E1A3B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5" name="Oval 38">
                <a:extLst>
                  <a:ext uri="{FF2B5EF4-FFF2-40B4-BE49-F238E27FC236}">
                    <a16:creationId xmlns:a16="http://schemas.microsoft.com/office/drawing/2014/main" id="{08430628-BBEB-1051-F96C-60DA650A3F9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6" name="Oval 39">
                <a:extLst>
                  <a:ext uri="{FF2B5EF4-FFF2-40B4-BE49-F238E27FC236}">
                    <a16:creationId xmlns:a16="http://schemas.microsoft.com/office/drawing/2014/main" id="{11B5B494-041A-813D-8FD8-1531568F7D7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7" name="Oval 40">
                <a:extLst>
                  <a:ext uri="{FF2B5EF4-FFF2-40B4-BE49-F238E27FC236}">
                    <a16:creationId xmlns:a16="http://schemas.microsoft.com/office/drawing/2014/main" id="{A61D0005-D1B5-99E9-C5DA-83172890D8F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8" name="Oval 41">
                <a:extLst>
                  <a:ext uri="{FF2B5EF4-FFF2-40B4-BE49-F238E27FC236}">
                    <a16:creationId xmlns:a16="http://schemas.microsoft.com/office/drawing/2014/main" id="{8F93A139-705E-9AF0-0905-5B5957EC993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9" name="Oval 42">
                <a:extLst>
                  <a:ext uri="{FF2B5EF4-FFF2-40B4-BE49-F238E27FC236}">
                    <a16:creationId xmlns:a16="http://schemas.microsoft.com/office/drawing/2014/main" id="{A35859C3-6900-5C25-CAEE-5D8876B5013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43">
                <a:extLst>
                  <a:ext uri="{FF2B5EF4-FFF2-40B4-BE49-F238E27FC236}">
                    <a16:creationId xmlns:a16="http://schemas.microsoft.com/office/drawing/2014/main" id="{16F57ADA-DE04-B007-FC60-D29B649171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44">
                <a:extLst>
                  <a:ext uri="{FF2B5EF4-FFF2-40B4-BE49-F238E27FC236}">
                    <a16:creationId xmlns:a16="http://schemas.microsoft.com/office/drawing/2014/main" id="{93188E93-CFA1-82B9-92BF-D2E58F0039A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Freeform 45">
                <a:extLst>
                  <a:ext uri="{FF2B5EF4-FFF2-40B4-BE49-F238E27FC236}">
                    <a16:creationId xmlns:a16="http://schemas.microsoft.com/office/drawing/2014/main" id="{EB416DA8-7B13-BB38-0251-BA490290BE0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3" name="Freeform 46">
                <a:extLst>
                  <a:ext uri="{FF2B5EF4-FFF2-40B4-BE49-F238E27FC236}">
                    <a16:creationId xmlns:a16="http://schemas.microsoft.com/office/drawing/2014/main" id="{345556F5-F1C8-0781-BF6C-74026DDF3A0C}"/>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4" name="Freeform 47">
                <a:extLst>
                  <a:ext uri="{FF2B5EF4-FFF2-40B4-BE49-F238E27FC236}">
                    <a16:creationId xmlns:a16="http://schemas.microsoft.com/office/drawing/2014/main" id="{34A9C9E7-6D89-4E39-2882-37F3135086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3" name="Text Box 48">
              <a:extLst>
                <a:ext uri="{FF2B5EF4-FFF2-40B4-BE49-F238E27FC236}">
                  <a16:creationId xmlns:a16="http://schemas.microsoft.com/office/drawing/2014/main" id="{387A7CB5-49B2-F707-D284-252E9AFF7D2E}"/>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25" name="表格 224">
            <a:extLst>
              <a:ext uri="{FF2B5EF4-FFF2-40B4-BE49-F238E27FC236}">
                <a16:creationId xmlns:a16="http://schemas.microsoft.com/office/drawing/2014/main" id="{6204C94E-39E7-3080-E92E-EFC6322ACB5B}"/>
              </a:ext>
            </a:extLst>
          </p:cNvPr>
          <p:cNvGraphicFramePr>
            <a:graphicFrameLocks noGrp="1"/>
          </p:cNvGraphicFramePr>
          <p:nvPr>
            <p:extLst>
              <p:ext uri="{D42A27DB-BD31-4B8C-83A1-F6EECF244321}">
                <p14:modId xmlns:p14="http://schemas.microsoft.com/office/powerpoint/2010/main" val="1500418713"/>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6" name="表格 225">
            <a:extLst>
              <a:ext uri="{FF2B5EF4-FFF2-40B4-BE49-F238E27FC236}">
                <a16:creationId xmlns:a16="http://schemas.microsoft.com/office/drawing/2014/main" id="{653243A3-3D91-E6B1-1BAF-BF9731ED4080}"/>
              </a:ext>
            </a:extLst>
          </p:cNvPr>
          <p:cNvGraphicFramePr>
            <a:graphicFrameLocks noGrp="1"/>
          </p:cNvGraphicFramePr>
          <p:nvPr>
            <p:extLst>
              <p:ext uri="{D42A27DB-BD31-4B8C-83A1-F6EECF244321}">
                <p14:modId xmlns:p14="http://schemas.microsoft.com/office/powerpoint/2010/main" val="283451696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7" name="表格 226">
            <a:extLst>
              <a:ext uri="{FF2B5EF4-FFF2-40B4-BE49-F238E27FC236}">
                <a16:creationId xmlns:a16="http://schemas.microsoft.com/office/drawing/2014/main" id="{C73B636B-4213-CAEF-156A-5BFB6AE025EA}"/>
              </a:ext>
            </a:extLst>
          </p:cNvPr>
          <p:cNvGraphicFramePr>
            <a:graphicFrameLocks noGrp="1"/>
          </p:cNvGraphicFramePr>
          <p:nvPr>
            <p:extLst>
              <p:ext uri="{D42A27DB-BD31-4B8C-83A1-F6EECF244321}">
                <p14:modId xmlns:p14="http://schemas.microsoft.com/office/powerpoint/2010/main" val="3975548880"/>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8" name="表格 227">
            <a:extLst>
              <a:ext uri="{FF2B5EF4-FFF2-40B4-BE49-F238E27FC236}">
                <a16:creationId xmlns:a16="http://schemas.microsoft.com/office/drawing/2014/main" id="{56BEC80B-CBDD-6F78-C648-F41540B45F12}"/>
              </a:ext>
            </a:extLst>
          </p:cNvPr>
          <p:cNvGraphicFramePr>
            <a:graphicFrameLocks noGrp="1"/>
          </p:cNvGraphicFramePr>
          <p:nvPr>
            <p:extLst>
              <p:ext uri="{D42A27DB-BD31-4B8C-83A1-F6EECF244321}">
                <p14:modId xmlns:p14="http://schemas.microsoft.com/office/powerpoint/2010/main" val="14795476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9" name="表格 228">
            <a:extLst>
              <a:ext uri="{FF2B5EF4-FFF2-40B4-BE49-F238E27FC236}">
                <a16:creationId xmlns:a16="http://schemas.microsoft.com/office/drawing/2014/main" id="{D0DF799C-2712-C4D6-F0EB-F2B7DD0E4DB4}"/>
              </a:ext>
            </a:extLst>
          </p:cNvPr>
          <p:cNvGraphicFramePr>
            <a:graphicFrameLocks noGrp="1"/>
          </p:cNvGraphicFramePr>
          <p:nvPr>
            <p:extLst>
              <p:ext uri="{D42A27DB-BD31-4B8C-83A1-F6EECF244321}">
                <p14:modId xmlns:p14="http://schemas.microsoft.com/office/powerpoint/2010/main" val="24721287"/>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2168112474"/>
              </p:ext>
            </p:extLst>
          </p:nvPr>
        </p:nvGraphicFramePr>
        <p:xfrm>
          <a:off x="4897954"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4055865"/>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a:t>
            </a:r>
            <a:r>
              <a:rPr lang="zh-CN" altLang="en-US"/>
              <a:t>更新下去</a:t>
            </a:r>
            <a:endParaRPr lang="en-US" altLang="zh-CN" dirty="0"/>
          </a:p>
          <a:p>
            <a:pPr algn="just"/>
            <a:r>
              <a:rPr lang="zh-CN" altLang="en-US"/>
              <a:t>直到 </a:t>
            </a:r>
            <a:r>
              <a:rPr lang="en-US" altLang="zh-CN"/>
              <a:t>R1</a:t>
            </a:r>
            <a:r>
              <a:rPr lang="en-US" altLang="zh-CN" dirty="0"/>
              <a:t> </a:t>
            </a:r>
            <a:r>
              <a:rPr lang="zh-CN" altLang="en-US"/>
              <a:t>和 </a:t>
            </a:r>
            <a:r>
              <a:rPr lang="en-US" altLang="zh-CN"/>
              <a:t>R</a:t>
            </a:r>
            <a:r>
              <a:rPr lang="en-US" altLang="zh-CN" dirty="0"/>
              <a:t>2 </a:t>
            </a:r>
            <a:r>
              <a:rPr lang="zh-CN" altLang="en-US" dirty="0"/>
              <a:t>到</a:t>
            </a:r>
            <a:r>
              <a:rPr lang="zh-CN" altLang="en-US"/>
              <a:t>网 </a:t>
            </a:r>
            <a:r>
              <a:rPr lang="en-US" altLang="zh-CN" dirty="0"/>
              <a:t>1 </a:t>
            </a:r>
            <a:r>
              <a:rPr lang="zh-CN" altLang="en-US" dirty="0"/>
              <a:t>的距离都增大</a:t>
            </a:r>
            <a:r>
              <a:rPr lang="zh-CN" altLang="en-US"/>
              <a:t>到 </a:t>
            </a:r>
            <a:r>
              <a:rPr lang="en-US" altLang="zh-CN" dirty="0"/>
              <a:t>16 </a:t>
            </a:r>
            <a:r>
              <a:rPr lang="zh-CN" altLang="en-US"/>
              <a:t>时，</a:t>
            </a:r>
            <a:r>
              <a:rPr lang="en-US" altLang="zh-CN"/>
              <a:t> R1</a:t>
            </a:r>
            <a:r>
              <a:rPr lang="en-US" altLang="zh-CN" dirty="0"/>
              <a:t> </a:t>
            </a:r>
            <a:r>
              <a:rPr lang="zh-CN" altLang="en-US"/>
              <a:t>和 </a:t>
            </a:r>
            <a:r>
              <a:rPr lang="en-US" altLang="zh-CN"/>
              <a:t>R</a:t>
            </a:r>
            <a:r>
              <a:rPr lang="en-US" altLang="zh-CN" dirty="0"/>
              <a:t>2 </a:t>
            </a:r>
            <a:r>
              <a:rPr lang="zh-CN" altLang="en-US" dirty="0"/>
              <a:t>才知道</a:t>
            </a:r>
            <a:r>
              <a:rPr lang="zh-CN" altLang="en-US"/>
              <a:t>网 </a:t>
            </a:r>
            <a:r>
              <a:rPr lang="en-US" altLang="zh-CN" dirty="0"/>
              <a:t>1 </a:t>
            </a:r>
            <a:r>
              <a:rPr lang="zh-CN" altLang="en-US" dirty="0"/>
              <a:t>是不可达的</a:t>
            </a:r>
          </a:p>
        </p:txBody>
      </p:sp>
      <p:sp>
        <p:nvSpPr>
          <p:cNvPr id="2" name="Line 50">
            <a:extLst>
              <a:ext uri="{FF2B5EF4-FFF2-40B4-BE49-F238E27FC236}">
                <a16:creationId xmlns:a16="http://schemas.microsoft.com/office/drawing/2014/main" id="{2D816868-C59D-FD52-E4CB-DC54FD0A843D}"/>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3" name="Picture 51">
            <a:extLst>
              <a:ext uri="{FF2B5EF4-FFF2-40B4-BE49-F238E27FC236}">
                <a16:creationId xmlns:a16="http://schemas.microsoft.com/office/drawing/2014/main" id="{51D21563-5B2B-0DE0-15F6-BB20CFD45F3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 name="Text Box 52">
            <a:extLst>
              <a:ext uri="{FF2B5EF4-FFF2-40B4-BE49-F238E27FC236}">
                <a16:creationId xmlns:a16="http://schemas.microsoft.com/office/drawing/2014/main" id="{ECD52007-BB3D-2B0D-11EE-D58DF472C05F}"/>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 name="Text Box 53">
            <a:extLst>
              <a:ext uri="{FF2B5EF4-FFF2-40B4-BE49-F238E27FC236}">
                <a16:creationId xmlns:a16="http://schemas.microsoft.com/office/drawing/2014/main" id="{B07ABBE8-4AAB-853A-8B18-DBCD7816B9DE}"/>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6" name="Picture 54">
            <a:extLst>
              <a:ext uri="{FF2B5EF4-FFF2-40B4-BE49-F238E27FC236}">
                <a16:creationId xmlns:a16="http://schemas.microsoft.com/office/drawing/2014/main" id="{592B28FD-F666-005D-141D-8A14BDAAC21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 name="Group 55">
            <a:extLst>
              <a:ext uri="{FF2B5EF4-FFF2-40B4-BE49-F238E27FC236}">
                <a16:creationId xmlns:a16="http://schemas.microsoft.com/office/drawing/2014/main" id="{CE73DF66-136C-392A-A630-4A573A8A5738}"/>
              </a:ext>
            </a:extLst>
          </p:cNvPr>
          <p:cNvGrpSpPr>
            <a:grpSpLocks/>
          </p:cNvGrpSpPr>
          <p:nvPr/>
        </p:nvGrpSpPr>
        <p:grpSpPr bwMode="auto">
          <a:xfrm>
            <a:off x="1793796" y="1810273"/>
            <a:ext cx="783138" cy="526362"/>
            <a:chOff x="4830" y="1752"/>
            <a:chExt cx="667" cy="477"/>
          </a:xfrm>
          <a:solidFill>
            <a:srgbClr val="FF0000"/>
          </a:solidFill>
        </p:grpSpPr>
        <p:grpSp>
          <p:nvGrpSpPr>
            <p:cNvPr id="8" name="Group 56">
              <a:extLst>
                <a:ext uri="{FF2B5EF4-FFF2-40B4-BE49-F238E27FC236}">
                  <a16:creationId xmlns:a16="http://schemas.microsoft.com/office/drawing/2014/main" id="{D9DC8D39-047F-4EEE-7083-7417049829EE}"/>
                </a:ext>
              </a:extLst>
            </p:cNvPr>
            <p:cNvGrpSpPr>
              <a:grpSpLocks/>
            </p:cNvGrpSpPr>
            <p:nvPr/>
          </p:nvGrpSpPr>
          <p:grpSpPr bwMode="auto">
            <a:xfrm>
              <a:off x="4830" y="1752"/>
              <a:ext cx="667" cy="477"/>
              <a:chOff x="2949" y="196"/>
              <a:chExt cx="941" cy="598"/>
            </a:xfrm>
            <a:grpFill/>
          </p:grpSpPr>
          <p:sp>
            <p:nvSpPr>
              <p:cNvPr id="10" name="Oval 57">
                <a:extLst>
                  <a:ext uri="{FF2B5EF4-FFF2-40B4-BE49-F238E27FC236}">
                    <a16:creationId xmlns:a16="http://schemas.microsoft.com/office/drawing/2014/main" id="{7B59ADFC-AB32-37BE-821D-786F88B52D4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1" name="Oval 58">
                <a:extLst>
                  <a:ext uri="{FF2B5EF4-FFF2-40B4-BE49-F238E27FC236}">
                    <a16:creationId xmlns:a16="http://schemas.microsoft.com/office/drawing/2014/main" id="{8DE9298B-D2DA-905B-46E2-44A01211BD4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2" name="Oval 59">
                <a:extLst>
                  <a:ext uri="{FF2B5EF4-FFF2-40B4-BE49-F238E27FC236}">
                    <a16:creationId xmlns:a16="http://schemas.microsoft.com/office/drawing/2014/main" id="{08DE0A9B-9EDF-B0D6-B44C-A8D783DBD754}"/>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3" name="Oval 60">
                <a:extLst>
                  <a:ext uri="{FF2B5EF4-FFF2-40B4-BE49-F238E27FC236}">
                    <a16:creationId xmlns:a16="http://schemas.microsoft.com/office/drawing/2014/main" id="{D4D80C85-93C8-BEA4-8A1C-FC79098F01F1}"/>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 name="Oval 61">
                <a:extLst>
                  <a:ext uri="{FF2B5EF4-FFF2-40B4-BE49-F238E27FC236}">
                    <a16:creationId xmlns:a16="http://schemas.microsoft.com/office/drawing/2014/main" id="{323D1948-009F-A94B-C5FC-22496323658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5" name="Oval 62">
                <a:extLst>
                  <a:ext uri="{FF2B5EF4-FFF2-40B4-BE49-F238E27FC236}">
                    <a16:creationId xmlns:a16="http://schemas.microsoft.com/office/drawing/2014/main" id="{95A16759-61E5-62E4-C785-E31099E5D90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6" name="Oval 63">
                <a:extLst>
                  <a:ext uri="{FF2B5EF4-FFF2-40B4-BE49-F238E27FC236}">
                    <a16:creationId xmlns:a16="http://schemas.microsoft.com/office/drawing/2014/main" id="{6245B138-811A-9EA6-B170-7AC03A8231FE}"/>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7" name="Oval 64">
                <a:extLst>
                  <a:ext uri="{FF2B5EF4-FFF2-40B4-BE49-F238E27FC236}">
                    <a16:creationId xmlns:a16="http://schemas.microsoft.com/office/drawing/2014/main" id="{6317B961-C4A4-1FFE-D367-55CC0E00730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8" name="Freeform 65">
                <a:extLst>
                  <a:ext uri="{FF2B5EF4-FFF2-40B4-BE49-F238E27FC236}">
                    <a16:creationId xmlns:a16="http://schemas.microsoft.com/office/drawing/2014/main" id="{2261C643-CA70-FDF4-B6A2-1F591765B9A7}"/>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9" name="Freeform 66">
                <a:extLst>
                  <a:ext uri="{FF2B5EF4-FFF2-40B4-BE49-F238E27FC236}">
                    <a16:creationId xmlns:a16="http://schemas.microsoft.com/office/drawing/2014/main" id="{2FADB40B-ED27-C5AB-4E09-8DF32AA7CB6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0" name="Freeform 67">
                <a:extLst>
                  <a:ext uri="{FF2B5EF4-FFF2-40B4-BE49-F238E27FC236}">
                    <a16:creationId xmlns:a16="http://schemas.microsoft.com/office/drawing/2014/main" id="{B3CE208A-662C-2E9A-E594-3681212FB57B}"/>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9" name="Text Box 68">
              <a:extLst>
                <a:ext uri="{FF2B5EF4-FFF2-40B4-BE49-F238E27FC236}">
                  <a16:creationId xmlns:a16="http://schemas.microsoft.com/office/drawing/2014/main" id="{D2DEBD6C-3888-2425-46B5-2D0153BEDB21}"/>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1" name="Group 69">
            <a:extLst>
              <a:ext uri="{FF2B5EF4-FFF2-40B4-BE49-F238E27FC236}">
                <a16:creationId xmlns:a16="http://schemas.microsoft.com/office/drawing/2014/main" id="{7CB0ACAA-F89D-1541-8083-33F2CDD36817}"/>
              </a:ext>
            </a:extLst>
          </p:cNvPr>
          <p:cNvGrpSpPr>
            <a:grpSpLocks/>
          </p:cNvGrpSpPr>
          <p:nvPr/>
        </p:nvGrpSpPr>
        <p:grpSpPr bwMode="auto">
          <a:xfrm>
            <a:off x="6444139" y="1810273"/>
            <a:ext cx="783138" cy="526362"/>
            <a:chOff x="4830" y="1752"/>
            <a:chExt cx="667" cy="477"/>
          </a:xfrm>
          <a:solidFill>
            <a:schemeClr val="bg1"/>
          </a:solidFill>
        </p:grpSpPr>
        <p:grpSp>
          <p:nvGrpSpPr>
            <p:cNvPr id="22" name="Group 70">
              <a:extLst>
                <a:ext uri="{FF2B5EF4-FFF2-40B4-BE49-F238E27FC236}">
                  <a16:creationId xmlns:a16="http://schemas.microsoft.com/office/drawing/2014/main" id="{6F402298-90BC-E10A-2D51-22BEC1872D54}"/>
                </a:ext>
              </a:extLst>
            </p:cNvPr>
            <p:cNvGrpSpPr>
              <a:grpSpLocks/>
            </p:cNvGrpSpPr>
            <p:nvPr/>
          </p:nvGrpSpPr>
          <p:grpSpPr bwMode="auto">
            <a:xfrm>
              <a:off x="4830" y="1752"/>
              <a:ext cx="667" cy="477"/>
              <a:chOff x="2949" y="196"/>
              <a:chExt cx="941" cy="598"/>
            </a:xfrm>
            <a:grpFill/>
          </p:grpSpPr>
          <p:sp>
            <p:nvSpPr>
              <p:cNvPr id="24" name="Oval 71">
                <a:extLst>
                  <a:ext uri="{FF2B5EF4-FFF2-40B4-BE49-F238E27FC236}">
                    <a16:creationId xmlns:a16="http://schemas.microsoft.com/office/drawing/2014/main" id="{1A2C4791-A3B6-2E00-9E15-F8E0947CC87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 name="Oval 72">
                <a:extLst>
                  <a:ext uri="{FF2B5EF4-FFF2-40B4-BE49-F238E27FC236}">
                    <a16:creationId xmlns:a16="http://schemas.microsoft.com/office/drawing/2014/main" id="{94D96474-2FA0-00ED-C749-CE960D245A0E}"/>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6" name="Oval 73">
                <a:extLst>
                  <a:ext uri="{FF2B5EF4-FFF2-40B4-BE49-F238E27FC236}">
                    <a16:creationId xmlns:a16="http://schemas.microsoft.com/office/drawing/2014/main" id="{879D0C30-4CCF-15DE-EBD5-7DE1D401F55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7" name="Oval 74">
                <a:extLst>
                  <a:ext uri="{FF2B5EF4-FFF2-40B4-BE49-F238E27FC236}">
                    <a16:creationId xmlns:a16="http://schemas.microsoft.com/office/drawing/2014/main" id="{ACD47717-00B7-1E01-E4C4-FF37BDBB2FD8}"/>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8" name="Oval 75">
                <a:extLst>
                  <a:ext uri="{FF2B5EF4-FFF2-40B4-BE49-F238E27FC236}">
                    <a16:creationId xmlns:a16="http://schemas.microsoft.com/office/drawing/2014/main" id="{3115CEE0-9C96-97A1-823B-909DCF1BCAE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9" name="Oval 76">
                <a:extLst>
                  <a:ext uri="{FF2B5EF4-FFF2-40B4-BE49-F238E27FC236}">
                    <a16:creationId xmlns:a16="http://schemas.microsoft.com/office/drawing/2014/main" id="{EB6A81BA-3D89-2A3B-53B2-B71862D92A2C}"/>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0" name="Oval 77">
                <a:extLst>
                  <a:ext uri="{FF2B5EF4-FFF2-40B4-BE49-F238E27FC236}">
                    <a16:creationId xmlns:a16="http://schemas.microsoft.com/office/drawing/2014/main" id="{8693E5A9-38C8-DDF5-9C7C-CDFABE2C2499}"/>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1" name="Oval 78">
                <a:extLst>
                  <a:ext uri="{FF2B5EF4-FFF2-40B4-BE49-F238E27FC236}">
                    <a16:creationId xmlns:a16="http://schemas.microsoft.com/office/drawing/2014/main" id="{B37D866E-84A9-5FD6-FDE3-83E7F65F2748}"/>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2" name="Freeform 79">
                <a:extLst>
                  <a:ext uri="{FF2B5EF4-FFF2-40B4-BE49-F238E27FC236}">
                    <a16:creationId xmlns:a16="http://schemas.microsoft.com/office/drawing/2014/main" id="{24663935-21BA-E02F-77B3-34F7612CAFA3}"/>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3" name="Freeform 80">
                <a:extLst>
                  <a:ext uri="{FF2B5EF4-FFF2-40B4-BE49-F238E27FC236}">
                    <a16:creationId xmlns:a16="http://schemas.microsoft.com/office/drawing/2014/main" id="{E7C3E124-3307-DF09-BAB9-2F09DE59AB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4" name="Freeform 81">
                <a:extLst>
                  <a:ext uri="{FF2B5EF4-FFF2-40B4-BE49-F238E27FC236}">
                    <a16:creationId xmlns:a16="http://schemas.microsoft.com/office/drawing/2014/main" id="{A3E5DE04-B441-5CB6-1FE4-49B9E02E1FF6}"/>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3" name="Text Box 82">
              <a:extLst>
                <a:ext uri="{FF2B5EF4-FFF2-40B4-BE49-F238E27FC236}">
                  <a16:creationId xmlns:a16="http://schemas.microsoft.com/office/drawing/2014/main" id="{560A06C9-9149-6FDA-63E2-2F309E2FEF4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35" name="Group 83">
            <a:extLst>
              <a:ext uri="{FF2B5EF4-FFF2-40B4-BE49-F238E27FC236}">
                <a16:creationId xmlns:a16="http://schemas.microsoft.com/office/drawing/2014/main" id="{FEC5E58E-293F-F500-8296-0D70C342F319}"/>
              </a:ext>
            </a:extLst>
          </p:cNvPr>
          <p:cNvGrpSpPr>
            <a:grpSpLocks/>
          </p:cNvGrpSpPr>
          <p:nvPr/>
        </p:nvGrpSpPr>
        <p:grpSpPr bwMode="auto">
          <a:xfrm>
            <a:off x="4099995" y="1810273"/>
            <a:ext cx="783138" cy="526362"/>
            <a:chOff x="4830" y="1752"/>
            <a:chExt cx="667" cy="477"/>
          </a:xfrm>
          <a:solidFill>
            <a:schemeClr val="bg1"/>
          </a:solidFill>
        </p:grpSpPr>
        <p:grpSp>
          <p:nvGrpSpPr>
            <p:cNvPr id="36" name="Group 84">
              <a:extLst>
                <a:ext uri="{FF2B5EF4-FFF2-40B4-BE49-F238E27FC236}">
                  <a16:creationId xmlns:a16="http://schemas.microsoft.com/office/drawing/2014/main" id="{2AA756E8-C5DA-3966-A905-37A677A79312}"/>
                </a:ext>
              </a:extLst>
            </p:cNvPr>
            <p:cNvGrpSpPr>
              <a:grpSpLocks/>
            </p:cNvGrpSpPr>
            <p:nvPr/>
          </p:nvGrpSpPr>
          <p:grpSpPr bwMode="auto">
            <a:xfrm>
              <a:off x="4830" y="1752"/>
              <a:ext cx="667" cy="477"/>
              <a:chOff x="2949" y="196"/>
              <a:chExt cx="941" cy="598"/>
            </a:xfrm>
            <a:grpFill/>
          </p:grpSpPr>
          <p:sp>
            <p:nvSpPr>
              <p:cNvPr id="38" name="Oval 85">
                <a:extLst>
                  <a:ext uri="{FF2B5EF4-FFF2-40B4-BE49-F238E27FC236}">
                    <a16:creationId xmlns:a16="http://schemas.microsoft.com/office/drawing/2014/main" id="{A087B0D8-F89B-0AED-507F-B11E1ED7D4DB}"/>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39" name="Oval 86">
                <a:extLst>
                  <a:ext uri="{FF2B5EF4-FFF2-40B4-BE49-F238E27FC236}">
                    <a16:creationId xmlns:a16="http://schemas.microsoft.com/office/drawing/2014/main" id="{E629185D-DAF5-6001-8624-3CACBE71C061}"/>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0" name="Oval 87">
                <a:extLst>
                  <a:ext uri="{FF2B5EF4-FFF2-40B4-BE49-F238E27FC236}">
                    <a16:creationId xmlns:a16="http://schemas.microsoft.com/office/drawing/2014/main" id="{5BB3ACBE-6F0B-AC33-0754-280BC9D01CB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1" name="Oval 88">
                <a:extLst>
                  <a:ext uri="{FF2B5EF4-FFF2-40B4-BE49-F238E27FC236}">
                    <a16:creationId xmlns:a16="http://schemas.microsoft.com/office/drawing/2014/main" id="{F8B697A1-6E05-228B-79A1-04CA35AB25D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2" name="Oval 89">
                <a:extLst>
                  <a:ext uri="{FF2B5EF4-FFF2-40B4-BE49-F238E27FC236}">
                    <a16:creationId xmlns:a16="http://schemas.microsoft.com/office/drawing/2014/main" id="{55D8A365-5F1B-8F6A-F8A1-4D5B4F909DA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3" name="Oval 90">
                <a:extLst>
                  <a:ext uri="{FF2B5EF4-FFF2-40B4-BE49-F238E27FC236}">
                    <a16:creationId xmlns:a16="http://schemas.microsoft.com/office/drawing/2014/main" id="{7E8C1AD9-5A76-D9B2-1104-80CEEC59A4A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4" name="Oval 91">
                <a:extLst>
                  <a:ext uri="{FF2B5EF4-FFF2-40B4-BE49-F238E27FC236}">
                    <a16:creationId xmlns:a16="http://schemas.microsoft.com/office/drawing/2014/main" id="{588D5DDF-F0A4-1B2C-132A-0678B9B4DBF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5" name="Oval 92">
                <a:extLst>
                  <a:ext uri="{FF2B5EF4-FFF2-40B4-BE49-F238E27FC236}">
                    <a16:creationId xmlns:a16="http://schemas.microsoft.com/office/drawing/2014/main" id="{A91C8174-74E8-504D-27E4-D60E28E86C7B}"/>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6" name="Freeform 93">
                <a:extLst>
                  <a:ext uri="{FF2B5EF4-FFF2-40B4-BE49-F238E27FC236}">
                    <a16:creationId xmlns:a16="http://schemas.microsoft.com/office/drawing/2014/main" id="{2E57013A-DDC5-40E2-B473-4A125A7794A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7" name="Freeform 94">
                <a:extLst>
                  <a:ext uri="{FF2B5EF4-FFF2-40B4-BE49-F238E27FC236}">
                    <a16:creationId xmlns:a16="http://schemas.microsoft.com/office/drawing/2014/main" id="{5767509E-0172-ACC8-B4E1-0CC9149E956A}"/>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8" name="Freeform 95">
                <a:extLst>
                  <a:ext uri="{FF2B5EF4-FFF2-40B4-BE49-F238E27FC236}">
                    <a16:creationId xmlns:a16="http://schemas.microsoft.com/office/drawing/2014/main" id="{8138AB92-217A-B944-5787-E071A83B8DA0}"/>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37" name="Text Box 96">
              <a:extLst>
                <a:ext uri="{FF2B5EF4-FFF2-40B4-BE49-F238E27FC236}">
                  <a16:creationId xmlns:a16="http://schemas.microsoft.com/office/drawing/2014/main" id="{1C1E2622-7044-7E4A-EDA8-EA46AB541A8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49" name="Line 2">
            <a:extLst>
              <a:ext uri="{FF2B5EF4-FFF2-40B4-BE49-F238E27FC236}">
                <a16:creationId xmlns:a16="http://schemas.microsoft.com/office/drawing/2014/main" id="{263A7A80-988B-3AE8-6E04-EBF71AF49E85}"/>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1" name="Picture 3">
            <a:extLst>
              <a:ext uri="{FF2B5EF4-FFF2-40B4-BE49-F238E27FC236}">
                <a16:creationId xmlns:a16="http://schemas.microsoft.com/office/drawing/2014/main" id="{9BF21CBC-DCB9-EBEC-D14F-6E6E66721E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4">
            <a:extLst>
              <a:ext uri="{FF2B5EF4-FFF2-40B4-BE49-F238E27FC236}">
                <a16:creationId xmlns:a16="http://schemas.microsoft.com/office/drawing/2014/main" id="{92D147B2-9390-040E-A9A5-177C899F4E08}"/>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03" name="Text Box 5">
            <a:extLst>
              <a:ext uri="{FF2B5EF4-FFF2-40B4-BE49-F238E27FC236}">
                <a16:creationId xmlns:a16="http://schemas.microsoft.com/office/drawing/2014/main" id="{F200D996-3FE8-AEF1-4227-EB9524353ABA}"/>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04" name="Picture 6">
            <a:extLst>
              <a:ext uri="{FF2B5EF4-FFF2-40B4-BE49-F238E27FC236}">
                <a16:creationId xmlns:a16="http://schemas.microsoft.com/office/drawing/2014/main" id="{E92E3AFA-7098-8EAB-15C1-6FFF2B4FBD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5" name="Group 7">
            <a:extLst>
              <a:ext uri="{FF2B5EF4-FFF2-40B4-BE49-F238E27FC236}">
                <a16:creationId xmlns:a16="http://schemas.microsoft.com/office/drawing/2014/main" id="{0EF93B31-D2DB-0E9F-FF1E-B6D7C0C16D5F}"/>
              </a:ext>
            </a:extLst>
          </p:cNvPr>
          <p:cNvGrpSpPr>
            <a:grpSpLocks/>
          </p:cNvGrpSpPr>
          <p:nvPr/>
        </p:nvGrpSpPr>
        <p:grpSpPr bwMode="auto">
          <a:xfrm>
            <a:off x="1793796" y="968576"/>
            <a:ext cx="783138" cy="526361"/>
            <a:chOff x="4830" y="1752"/>
            <a:chExt cx="667" cy="477"/>
          </a:xfrm>
          <a:solidFill>
            <a:schemeClr val="bg1"/>
          </a:solidFill>
        </p:grpSpPr>
        <p:grpSp>
          <p:nvGrpSpPr>
            <p:cNvPr id="111" name="Group 8">
              <a:extLst>
                <a:ext uri="{FF2B5EF4-FFF2-40B4-BE49-F238E27FC236}">
                  <a16:creationId xmlns:a16="http://schemas.microsoft.com/office/drawing/2014/main" id="{3A9369F9-E57D-F123-5D7E-0E7886D41050}"/>
                </a:ext>
              </a:extLst>
            </p:cNvPr>
            <p:cNvGrpSpPr>
              <a:grpSpLocks/>
            </p:cNvGrpSpPr>
            <p:nvPr/>
          </p:nvGrpSpPr>
          <p:grpSpPr bwMode="auto">
            <a:xfrm>
              <a:off x="4830" y="1752"/>
              <a:ext cx="667" cy="477"/>
              <a:chOff x="2949" y="196"/>
              <a:chExt cx="941" cy="598"/>
            </a:xfrm>
            <a:grpFill/>
          </p:grpSpPr>
          <p:sp>
            <p:nvSpPr>
              <p:cNvPr id="113" name="Oval 9">
                <a:extLst>
                  <a:ext uri="{FF2B5EF4-FFF2-40B4-BE49-F238E27FC236}">
                    <a16:creationId xmlns:a16="http://schemas.microsoft.com/office/drawing/2014/main" id="{6A047547-F136-3375-A181-F0C4EA80348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14" name="Oval 10">
                <a:extLst>
                  <a:ext uri="{FF2B5EF4-FFF2-40B4-BE49-F238E27FC236}">
                    <a16:creationId xmlns:a16="http://schemas.microsoft.com/office/drawing/2014/main" id="{9B5DBF59-26B0-D1E6-5090-5EF2ECEBBF1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11">
                <a:extLst>
                  <a:ext uri="{FF2B5EF4-FFF2-40B4-BE49-F238E27FC236}">
                    <a16:creationId xmlns:a16="http://schemas.microsoft.com/office/drawing/2014/main" id="{F9E67B38-2CDB-AC60-DF6A-379CBF54688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Oval 12">
                <a:extLst>
                  <a:ext uri="{FF2B5EF4-FFF2-40B4-BE49-F238E27FC236}">
                    <a16:creationId xmlns:a16="http://schemas.microsoft.com/office/drawing/2014/main" id="{EF493470-EBBF-3093-908D-02059FE2E62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9" name="Oval 13">
                <a:extLst>
                  <a:ext uri="{FF2B5EF4-FFF2-40B4-BE49-F238E27FC236}">
                    <a16:creationId xmlns:a16="http://schemas.microsoft.com/office/drawing/2014/main" id="{2B55FE50-4888-DD85-7626-3D23FE3BCF6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0" name="Oval 14">
                <a:extLst>
                  <a:ext uri="{FF2B5EF4-FFF2-40B4-BE49-F238E27FC236}">
                    <a16:creationId xmlns:a16="http://schemas.microsoft.com/office/drawing/2014/main" id="{BBCFE6B7-E0B4-0B75-0631-D0F9547A7E1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1" name="Oval 15">
                <a:extLst>
                  <a:ext uri="{FF2B5EF4-FFF2-40B4-BE49-F238E27FC236}">
                    <a16:creationId xmlns:a16="http://schemas.microsoft.com/office/drawing/2014/main" id="{4C0D245E-8225-2E61-0A04-F3941E6805B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2" name="Oval 16">
                <a:extLst>
                  <a:ext uri="{FF2B5EF4-FFF2-40B4-BE49-F238E27FC236}">
                    <a16:creationId xmlns:a16="http://schemas.microsoft.com/office/drawing/2014/main" id="{82E898B0-3A7F-490A-D5D3-0305E08434F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3" name="Freeform 17">
                <a:extLst>
                  <a:ext uri="{FF2B5EF4-FFF2-40B4-BE49-F238E27FC236}">
                    <a16:creationId xmlns:a16="http://schemas.microsoft.com/office/drawing/2014/main" id="{B0F1EA5D-8E6C-EBE0-F18B-D06D3282516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4" name="Freeform 18">
                <a:extLst>
                  <a:ext uri="{FF2B5EF4-FFF2-40B4-BE49-F238E27FC236}">
                    <a16:creationId xmlns:a16="http://schemas.microsoft.com/office/drawing/2014/main" id="{810C22E1-1E82-AD04-6627-FF290ABDF8F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5" name="Freeform 19">
                <a:extLst>
                  <a:ext uri="{FF2B5EF4-FFF2-40B4-BE49-F238E27FC236}">
                    <a16:creationId xmlns:a16="http://schemas.microsoft.com/office/drawing/2014/main" id="{D37C3CF3-1BE4-2689-351E-B290EB17B60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12" name="Text Box 20">
              <a:extLst>
                <a:ext uri="{FF2B5EF4-FFF2-40B4-BE49-F238E27FC236}">
                  <a16:creationId xmlns:a16="http://schemas.microsoft.com/office/drawing/2014/main" id="{3210D4F2-3FBA-32C8-38F4-300CAD89E301}"/>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16" name="Group 21">
            <a:extLst>
              <a:ext uri="{FF2B5EF4-FFF2-40B4-BE49-F238E27FC236}">
                <a16:creationId xmlns:a16="http://schemas.microsoft.com/office/drawing/2014/main" id="{0B38A457-E693-2932-A337-01206B105068}"/>
              </a:ext>
            </a:extLst>
          </p:cNvPr>
          <p:cNvGrpSpPr>
            <a:grpSpLocks/>
          </p:cNvGrpSpPr>
          <p:nvPr/>
        </p:nvGrpSpPr>
        <p:grpSpPr bwMode="auto">
          <a:xfrm>
            <a:off x="6444139" y="968580"/>
            <a:ext cx="783138" cy="526362"/>
            <a:chOff x="4830" y="1752"/>
            <a:chExt cx="667" cy="477"/>
          </a:xfrm>
          <a:solidFill>
            <a:schemeClr val="bg1"/>
          </a:solidFill>
        </p:grpSpPr>
        <p:grpSp>
          <p:nvGrpSpPr>
            <p:cNvPr id="217" name="Group 22">
              <a:extLst>
                <a:ext uri="{FF2B5EF4-FFF2-40B4-BE49-F238E27FC236}">
                  <a16:creationId xmlns:a16="http://schemas.microsoft.com/office/drawing/2014/main" id="{121271E3-3143-A32A-E28E-A0A0DDF0C2D4}"/>
                </a:ext>
              </a:extLst>
            </p:cNvPr>
            <p:cNvGrpSpPr>
              <a:grpSpLocks/>
            </p:cNvGrpSpPr>
            <p:nvPr/>
          </p:nvGrpSpPr>
          <p:grpSpPr bwMode="auto">
            <a:xfrm>
              <a:off x="4830" y="1752"/>
              <a:ext cx="667" cy="477"/>
              <a:chOff x="2949" y="196"/>
              <a:chExt cx="941" cy="598"/>
            </a:xfrm>
            <a:grpFill/>
          </p:grpSpPr>
          <p:sp>
            <p:nvSpPr>
              <p:cNvPr id="219" name="Oval 23">
                <a:extLst>
                  <a:ext uri="{FF2B5EF4-FFF2-40B4-BE49-F238E27FC236}">
                    <a16:creationId xmlns:a16="http://schemas.microsoft.com/office/drawing/2014/main" id="{82407CC3-07C7-5FB8-4ACC-EDC78A6DD219}"/>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24">
                <a:extLst>
                  <a:ext uri="{FF2B5EF4-FFF2-40B4-BE49-F238E27FC236}">
                    <a16:creationId xmlns:a16="http://schemas.microsoft.com/office/drawing/2014/main" id="{3771443F-DDBB-3B1F-6C19-27CABBB7780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25">
                <a:extLst>
                  <a:ext uri="{FF2B5EF4-FFF2-40B4-BE49-F238E27FC236}">
                    <a16:creationId xmlns:a16="http://schemas.microsoft.com/office/drawing/2014/main" id="{795D7D6A-D4A7-874E-D43F-148D5745FBD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Oval 26">
                <a:extLst>
                  <a:ext uri="{FF2B5EF4-FFF2-40B4-BE49-F238E27FC236}">
                    <a16:creationId xmlns:a16="http://schemas.microsoft.com/office/drawing/2014/main" id="{34A2FC5E-DC26-2B69-2148-A67464BA4CD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3" name="Oval 27">
                <a:extLst>
                  <a:ext uri="{FF2B5EF4-FFF2-40B4-BE49-F238E27FC236}">
                    <a16:creationId xmlns:a16="http://schemas.microsoft.com/office/drawing/2014/main" id="{AE04E374-AA6C-7A04-BF32-A5E00AD90BA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4" name="Oval 28">
                <a:extLst>
                  <a:ext uri="{FF2B5EF4-FFF2-40B4-BE49-F238E27FC236}">
                    <a16:creationId xmlns:a16="http://schemas.microsoft.com/office/drawing/2014/main" id="{477D7C3B-6219-3E2C-8E54-21E11C20A50F}"/>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5" name="Oval 29">
                <a:extLst>
                  <a:ext uri="{FF2B5EF4-FFF2-40B4-BE49-F238E27FC236}">
                    <a16:creationId xmlns:a16="http://schemas.microsoft.com/office/drawing/2014/main" id="{C81F391E-1015-99A3-E487-D54BFB3EE23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6" name="Oval 30">
                <a:extLst>
                  <a:ext uri="{FF2B5EF4-FFF2-40B4-BE49-F238E27FC236}">
                    <a16:creationId xmlns:a16="http://schemas.microsoft.com/office/drawing/2014/main" id="{63F38DFF-5518-4D0F-9CBE-C0A8074CBDE2}"/>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7" name="Freeform 31">
                <a:extLst>
                  <a:ext uri="{FF2B5EF4-FFF2-40B4-BE49-F238E27FC236}">
                    <a16:creationId xmlns:a16="http://schemas.microsoft.com/office/drawing/2014/main" id="{0F655A98-3597-83FB-EB3A-658680746FA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8" name="Freeform 32">
                <a:extLst>
                  <a:ext uri="{FF2B5EF4-FFF2-40B4-BE49-F238E27FC236}">
                    <a16:creationId xmlns:a16="http://schemas.microsoft.com/office/drawing/2014/main" id="{CFACCB14-F78E-F034-06BA-BB8FECA096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9" name="Freeform 33">
                <a:extLst>
                  <a:ext uri="{FF2B5EF4-FFF2-40B4-BE49-F238E27FC236}">
                    <a16:creationId xmlns:a16="http://schemas.microsoft.com/office/drawing/2014/main" id="{0EE7AF1C-F9AF-95F7-7ACC-141EDF2CFAB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8" name="Text Box 34">
              <a:extLst>
                <a:ext uri="{FF2B5EF4-FFF2-40B4-BE49-F238E27FC236}">
                  <a16:creationId xmlns:a16="http://schemas.microsoft.com/office/drawing/2014/main" id="{136F5817-BAEC-95EA-D1A8-882859E4E7A3}"/>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30" name="Group 35">
            <a:extLst>
              <a:ext uri="{FF2B5EF4-FFF2-40B4-BE49-F238E27FC236}">
                <a16:creationId xmlns:a16="http://schemas.microsoft.com/office/drawing/2014/main" id="{DCDBD7AE-A969-80FD-6A93-0914AD30F8B2}"/>
              </a:ext>
            </a:extLst>
          </p:cNvPr>
          <p:cNvGrpSpPr>
            <a:grpSpLocks/>
          </p:cNvGrpSpPr>
          <p:nvPr/>
        </p:nvGrpSpPr>
        <p:grpSpPr bwMode="auto">
          <a:xfrm>
            <a:off x="4099995" y="968580"/>
            <a:ext cx="783138" cy="526362"/>
            <a:chOff x="4830" y="1752"/>
            <a:chExt cx="667" cy="477"/>
          </a:xfrm>
          <a:solidFill>
            <a:schemeClr val="bg1"/>
          </a:solidFill>
        </p:grpSpPr>
        <p:grpSp>
          <p:nvGrpSpPr>
            <p:cNvPr id="231" name="Group 36">
              <a:extLst>
                <a:ext uri="{FF2B5EF4-FFF2-40B4-BE49-F238E27FC236}">
                  <a16:creationId xmlns:a16="http://schemas.microsoft.com/office/drawing/2014/main" id="{CDF1AE72-B242-4D37-6203-B1166126FB2F}"/>
                </a:ext>
              </a:extLst>
            </p:cNvPr>
            <p:cNvGrpSpPr>
              <a:grpSpLocks/>
            </p:cNvGrpSpPr>
            <p:nvPr/>
          </p:nvGrpSpPr>
          <p:grpSpPr bwMode="auto">
            <a:xfrm>
              <a:off x="4830" y="1752"/>
              <a:ext cx="667" cy="477"/>
              <a:chOff x="2949" y="196"/>
              <a:chExt cx="941" cy="598"/>
            </a:xfrm>
            <a:grpFill/>
          </p:grpSpPr>
          <p:sp>
            <p:nvSpPr>
              <p:cNvPr id="233" name="Oval 37">
                <a:extLst>
                  <a:ext uri="{FF2B5EF4-FFF2-40B4-BE49-F238E27FC236}">
                    <a16:creationId xmlns:a16="http://schemas.microsoft.com/office/drawing/2014/main" id="{A8984857-254E-1CFC-2AFC-FA508AA71DD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4" name="Oval 38">
                <a:extLst>
                  <a:ext uri="{FF2B5EF4-FFF2-40B4-BE49-F238E27FC236}">
                    <a16:creationId xmlns:a16="http://schemas.microsoft.com/office/drawing/2014/main" id="{5DF6151C-34CF-9F7A-C651-CFF9024F31B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5" name="Oval 39">
                <a:extLst>
                  <a:ext uri="{FF2B5EF4-FFF2-40B4-BE49-F238E27FC236}">
                    <a16:creationId xmlns:a16="http://schemas.microsoft.com/office/drawing/2014/main" id="{1EB3CC33-3F21-8F6C-383A-1DBA0B77AF3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6" name="Oval 40">
                <a:extLst>
                  <a:ext uri="{FF2B5EF4-FFF2-40B4-BE49-F238E27FC236}">
                    <a16:creationId xmlns:a16="http://schemas.microsoft.com/office/drawing/2014/main" id="{329B9932-E9C9-A2F0-637F-8E07B0BF5BB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7" name="Oval 41">
                <a:extLst>
                  <a:ext uri="{FF2B5EF4-FFF2-40B4-BE49-F238E27FC236}">
                    <a16:creationId xmlns:a16="http://schemas.microsoft.com/office/drawing/2014/main" id="{84F67169-2C58-E597-A635-1A17B36FBA2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8" name="Oval 42">
                <a:extLst>
                  <a:ext uri="{FF2B5EF4-FFF2-40B4-BE49-F238E27FC236}">
                    <a16:creationId xmlns:a16="http://schemas.microsoft.com/office/drawing/2014/main" id="{17CEB103-1218-9B04-E6A3-CA7CE3AF6E8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9" name="Oval 43">
                <a:extLst>
                  <a:ext uri="{FF2B5EF4-FFF2-40B4-BE49-F238E27FC236}">
                    <a16:creationId xmlns:a16="http://schemas.microsoft.com/office/drawing/2014/main" id="{87A4CB8A-9F90-FFE1-E1BE-EC1A9E3F2E21}"/>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0" name="Oval 44">
                <a:extLst>
                  <a:ext uri="{FF2B5EF4-FFF2-40B4-BE49-F238E27FC236}">
                    <a16:creationId xmlns:a16="http://schemas.microsoft.com/office/drawing/2014/main" id="{E9112950-6771-36F2-F42C-ECE96F45EC75}"/>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1" name="Freeform 45">
                <a:extLst>
                  <a:ext uri="{FF2B5EF4-FFF2-40B4-BE49-F238E27FC236}">
                    <a16:creationId xmlns:a16="http://schemas.microsoft.com/office/drawing/2014/main" id="{C96C1E10-B97F-A981-71F5-78C31A631CFC}"/>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2" name="Freeform 46">
                <a:extLst>
                  <a:ext uri="{FF2B5EF4-FFF2-40B4-BE49-F238E27FC236}">
                    <a16:creationId xmlns:a16="http://schemas.microsoft.com/office/drawing/2014/main" id="{E757EAA4-7381-BDA8-6030-93F9A09CA1B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3" name="Freeform 47">
                <a:extLst>
                  <a:ext uri="{FF2B5EF4-FFF2-40B4-BE49-F238E27FC236}">
                    <a16:creationId xmlns:a16="http://schemas.microsoft.com/office/drawing/2014/main" id="{1E06A38B-0F08-D05A-9C90-516DA8ED709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32" name="Text Box 48">
              <a:extLst>
                <a:ext uri="{FF2B5EF4-FFF2-40B4-BE49-F238E27FC236}">
                  <a16:creationId xmlns:a16="http://schemas.microsoft.com/office/drawing/2014/main" id="{ACDBBC54-495E-1FB8-D3DD-8DF9427A3C87}"/>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44" name="表格 243">
            <a:extLst>
              <a:ext uri="{FF2B5EF4-FFF2-40B4-BE49-F238E27FC236}">
                <a16:creationId xmlns:a16="http://schemas.microsoft.com/office/drawing/2014/main" id="{F96982B4-8951-592E-C093-F07627A7EE69}"/>
              </a:ext>
            </a:extLst>
          </p:cNvPr>
          <p:cNvGraphicFramePr>
            <a:graphicFrameLocks noGrp="1"/>
          </p:cNvGraphicFramePr>
          <p:nvPr>
            <p:extLst>
              <p:ext uri="{D42A27DB-BD31-4B8C-83A1-F6EECF244321}">
                <p14:modId xmlns:p14="http://schemas.microsoft.com/office/powerpoint/2010/main" val="1228947717"/>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5" name="表格 244">
            <a:extLst>
              <a:ext uri="{FF2B5EF4-FFF2-40B4-BE49-F238E27FC236}">
                <a16:creationId xmlns:a16="http://schemas.microsoft.com/office/drawing/2014/main" id="{6F58DB11-1B50-59DB-A9CF-EAA95EB0C53B}"/>
              </a:ext>
            </a:extLst>
          </p:cNvPr>
          <p:cNvGraphicFramePr>
            <a:graphicFrameLocks noGrp="1"/>
          </p:cNvGraphicFramePr>
          <p:nvPr>
            <p:extLst>
              <p:ext uri="{D42A27DB-BD31-4B8C-83A1-F6EECF244321}">
                <p14:modId xmlns:p14="http://schemas.microsoft.com/office/powerpoint/2010/main" val="23708396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6" name="表格 245">
            <a:extLst>
              <a:ext uri="{FF2B5EF4-FFF2-40B4-BE49-F238E27FC236}">
                <a16:creationId xmlns:a16="http://schemas.microsoft.com/office/drawing/2014/main" id="{8EF5BF7F-BC52-F625-4042-F495D302BD03}"/>
              </a:ext>
            </a:extLst>
          </p:cNvPr>
          <p:cNvGraphicFramePr>
            <a:graphicFrameLocks noGrp="1"/>
          </p:cNvGraphicFramePr>
          <p:nvPr>
            <p:extLst>
              <p:ext uri="{D42A27DB-BD31-4B8C-83A1-F6EECF244321}">
                <p14:modId xmlns:p14="http://schemas.microsoft.com/office/powerpoint/2010/main" val="47163457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7" name="表格 246">
            <a:extLst>
              <a:ext uri="{FF2B5EF4-FFF2-40B4-BE49-F238E27FC236}">
                <a16:creationId xmlns:a16="http://schemas.microsoft.com/office/drawing/2014/main" id="{C0102673-BED8-A676-12F2-77C6A4A68B18}"/>
              </a:ext>
            </a:extLst>
          </p:cNvPr>
          <p:cNvGraphicFramePr>
            <a:graphicFrameLocks noGrp="1"/>
          </p:cNvGraphicFramePr>
          <p:nvPr>
            <p:extLst>
              <p:ext uri="{D42A27DB-BD31-4B8C-83A1-F6EECF244321}">
                <p14:modId xmlns:p14="http://schemas.microsoft.com/office/powerpoint/2010/main" val="938954286"/>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8" name="表格 247">
            <a:extLst>
              <a:ext uri="{FF2B5EF4-FFF2-40B4-BE49-F238E27FC236}">
                <a16:creationId xmlns:a16="http://schemas.microsoft.com/office/drawing/2014/main" id="{5FDD7419-F343-AE87-19E8-6B6322E91A5A}"/>
              </a:ext>
            </a:extLst>
          </p:cNvPr>
          <p:cNvGraphicFramePr>
            <a:graphicFrameLocks noGrp="1"/>
          </p:cNvGraphicFramePr>
          <p:nvPr>
            <p:extLst>
              <p:ext uri="{D42A27DB-BD31-4B8C-83A1-F6EECF244321}">
                <p14:modId xmlns:p14="http://schemas.microsoft.com/office/powerpoint/2010/main" val="1497200685"/>
              </p:ext>
            </p:extLst>
          </p:nvPr>
        </p:nvGraphicFramePr>
        <p:xfrm>
          <a:off x="2553388"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9" name="表格 248">
            <a:extLst>
              <a:ext uri="{FF2B5EF4-FFF2-40B4-BE49-F238E27FC236}">
                <a16:creationId xmlns:a16="http://schemas.microsoft.com/office/drawing/2014/main" id="{3E127D8F-1A04-067A-623A-AA70E7062D89}"/>
              </a:ext>
            </a:extLst>
          </p:cNvPr>
          <p:cNvGraphicFramePr>
            <a:graphicFrameLocks noGrp="1"/>
          </p:cNvGraphicFramePr>
          <p:nvPr>
            <p:extLst>
              <p:ext uri="{D42A27DB-BD31-4B8C-83A1-F6EECF244321}">
                <p14:modId xmlns:p14="http://schemas.microsoft.com/office/powerpoint/2010/main" val="2843286138"/>
              </p:ext>
            </p:extLst>
          </p:nvPr>
        </p:nvGraphicFramePr>
        <p:xfrm>
          <a:off x="4897954"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3516004655"/>
              </p:ext>
            </p:extLst>
          </p:nvPr>
        </p:nvGraphicFramePr>
        <p:xfrm>
          <a:off x="2553388"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3909295978"/>
              </p:ext>
            </p:extLst>
          </p:nvPr>
        </p:nvGraphicFramePr>
        <p:xfrm>
          <a:off x="4897954"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510985077"/>
              </p:ext>
            </p:extLst>
          </p:nvPr>
        </p:nvGraphicFramePr>
        <p:xfrm>
          <a:off x="2553388"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1578829279"/>
              </p:ext>
            </p:extLst>
          </p:nvPr>
        </p:nvGraphicFramePr>
        <p:xfrm>
          <a:off x="4897954"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
        <p:nvSpPr>
          <p:cNvPr id="3" name="Line 155">
            <a:extLst>
              <a:ext uri="{FF2B5EF4-FFF2-40B4-BE49-F238E27FC236}">
                <a16:creationId xmlns:a16="http://schemas.microsoft.com/office/drawing/2014/main" id="{4C18F1E2-CC4E-8C71-4022-19C16990B14C}"/>
              </a:ext>
            </a:extLst>
          </p:cNvPr>
          <p:cNvSpPr>
            <a:spLocks noChangeShapeType="1"/>
          </p:cNvSpPr>
          <p:nvPr/>
        </p:nvSpPr>
        <p:spPr bwMode="auto">
          <a:xfrm flipV="1">
            <a:off x="3705815" y="2982247"/>
            <a:ext cx="1732370" cy="18145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2770359"/>
            <a:ext cx="1157263" cy="714104"/>
            <a:chOff x="912" y="768"/>
            <a:chExt cx="2400" cy="1584"/>
          </a:xfrm>
          <a:solidFill>
            <a:schemeClr val="bg2"/>
          </a:solidFill>
          <a:effectLst>
            <a:outerShdw blurRad="50800" dist="38100" dir="2700000" algn="tl" rotWithShape="0">
              <a:prstClr val="black">
                <a:alpha val="40000"/>
              </a:prstClr>
            </a:outerShdw>
          </a:effectLst>
        </p:grpSpPr>
        <p:sp>
          <p:nvSpPr>
            <p:cNvPr id="5"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5"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6"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17"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8"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7"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50" name="任意多边形: 形状 49">
            <a:extLst>
              <a:ext uri="{FF2B5EF4-FFF2-40B4-BE49-F238E27FC236}">
                <a16:creationId xmlns:a16="http://schemas.microsoft.com/office/drawing/2014/main" id="{62B7A8A0-5C2F-A914-21E6-A66577337C61}"/>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4035299"/>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54" name="云形 53">
            <a:extLst>
              <a:ext uri="{FF2B5EF4-FFF2-40B4-BE49-F238E27FC236}">
                <a16:creationId xmlns:a16="http://schemas.microsoft.com/office/drawing/2014/main" id="{D9818E91-3D52-B35B-F267-A488D1C6DFA6}"/>
              </a:ext>
            </a:extLst>
          </p:cNvPr>
          <p:cNvSpPr/>
          <p:nvPr/>
        </p:nvSpPr>
        <p:spPr>
          <a:xfrm>
            <a:off x="6003360" y="3039140"/>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
        <p:nvSpPr>
          <p:cNvPr id="56"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41824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7"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282753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360001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9"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289159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2230" y="286232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198630" y="25717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55" name="Picture 52">
            <a:extLst>
              <a:ext uri="{FF2B5EF4-FFF2-40B4-BE49-F238E27FC236}">
                <a16:creationId xmlns:a16="http://schemas.microsoft.com/office/drawing/2014/main" id="{2DC7A4AD-77C6-7602-8517-82704181771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167CE67A-9568-26C9-6C72-5ED28690525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037174">
            <a:off x="4438595" y="267381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21201464">
            <a:off x="4213560" y="2638881"/>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eBGP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3292678"/>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3295728"/>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205046" y="3584824"/>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3452458"/>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9349" y="3673222"/>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3436031"/>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页脚占位符 4"/>
          <p:cNvSpPr txBox="1">
            <a:spLocks/>
          </p:cNvSpPr>
          <p:nvPr/>
        </p:nvSpPr>
        <p:spPr>
          <a:xfrm>
            <a:off x="3361520" y="3975210"/>
            <a:ext cx="1947094" cy="283787"/>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200" b="1">
                <a:solidFill>
                  <a:srgbClr val="0000CC"/>
                </a:solidFill>
                <a:latin typeface="微软雅黑" pitchFamily="34" charset="-122"/>
                <a:ea typeface="微软雅黑" pitchFamily="34" charset="-122"/>
              </a:rPr>
              <a:t>课件制作人：谢希仁</a:t>
            </a:r>
          </a:p>
        </p:txBody>
      </p:sp>
      <p:sp>
        <p:nvSpPr>
          <p:cNvPr id="8" name="Rectangle 60"/>
          <p:cNvSpPr>
            <a:spLocks noChangeArrowheads="1"/>
          </p:cNvSpPr>
          <p:nvPr/>
        </p:nvSpPr>
        <p:spPr bwMode="auto">
          <a:xfrm>
            <a:off x="1260709" y="2359309"/>
            <a:ext cx="5408194" cy="187722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Rectangle 3"/>
          <p:cNvSpPr>
            <a:spLocks noChangeArrowheads="1"/>
          </p:cNvSpPr>
          <p:nvPr/>
        </p:nvSpPr>
        <p:spPr bwMode="auto">
          <a:xfrm>
            <a:off x="3185386" y="1162175"/>
            <a:ext cx="1612970" cy="991284"/>
          </a:xfrm>
          <a:prstGeom prst="rect">
            <a:avLst/>
          </a:prstGeom>
          <a:noFill/>
          <a:ln w="12700">
            <a:solidFill>
              <a:schemeClr val="tx1"/>
            </a:solidFill>
            <a:miter lim="800000"/>
            <a:headEnd/>
            <a:tailEnd/>
          </a:ln>
          <a:effectLst/>
        </p:spPr>
        <p:txBody>
          <a:bodyPr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路由选择、管理</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控制层面</a:t>
            </a:r>
            <a:r>
              <a:rPr kumimoji="1" lang="zh-CN" altLang="en-US" sz="1200" dirty="0">
                <a:solidFill>
                  <a:srgbClr val="0000CC"/>
                </a:solidFill>
                <a:latin typeface="微软雅黑" pitchFamily="34" charset="-122"/>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微软雅黑" pitchFamily="34" charset="-122"/>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12700">
            <a:solidFill>
              <a:schemeClr val="tx1"/>
            </a:solidFill>
            <a:miter lim="800000"/>
            <a:headEnd/>
            <a:tailEnd/>
          </a:ln>
          <a:effectLst/>
        </p:spPr>
        <p:txBody>
          <a:bodyPr wrap="none" anchor="ctr"/>
          <a:lstStyle/>
          <a:p>
            <a:pPr algn="ctr"/>
            <a:r>
              <a:rPr kumimoji="1" lang="zh-CN" altLang="en-US" sz="1200" dirty="0">
                <a:latin typeface="微软雅黑" pitchFamily="34" charset="-122"/>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12700">
            <a:solidFill>
              <a:schemeClr val="tx1"/>
            </a:solidFill>
            <a:miter lim="800000"/>
            <a:headEnd/>
            <a:tailEnd/>
          </a:ln>
          <a:effectLst/>
        </p:spPr>
        <p:txBody>
          <a:bodyPr wrap="none" anchor="ctr"/>
          <a:lstStyle/>
          <a:p>
            <a:pPr algn="ctr"/>
            <a:r>
              <a:rPr kumimoji="1" lang="zh-CN" altLang="en-US" sz="1200">
                <a:latin typeface="微软雅黑" pitchFamily="34" charset="-122"/>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solidFill>
            <a:srgbClr val="66FFFF"/>
          </a:solidFill>
          <a:ln w="12700" cmpd="sng">
            <a:solidFill>
              <a:schemeClr val="tx1"/>
            </a:solidFill>
            <a:prstDash val="dash"/>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2" name="Text Box 17"/>
          <p:cNvSpPr txBox="1">
            <a:spLocks noChangeArrowheads="1"/>
          </p:cNvSpPr>
          <p:nvPr/>
        </p:nvSpPr>
        <p:spPr bwMode="auto">
          <a:xfrm>
            <a:off x="1881011"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CC"/>
                </a:solidFill>
                <a:latin typeface="微软雅黑" pitchFamily="34" charset="-122"/>
                <a:ea typeface="微软雅黑"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solidFill>
            <a:srgbClr val="FFCC00"/>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Rectangle 25"/>
          <p:cNvSpPr>
            <a:spLocks noChangeArrowheads="1"/>
          </p:cNvSpPr>
          <p:nvPr/>
        </p:nvSpPr>
        <p:spPr bwMode="auto">
          <a:xfrm flipH="1">
            <a:off x="4902969" y="2600726"/>
            <a:ext cx="1558529" cy="450314"/>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0" name="Text Box 35"/>
          <p:cNvSpPr txBox="1">
            <a:spLocks noChangeArrowheads="1"/>
          </p:cNvSpPr>
          <p:nvPr/>
        </p:nvSpPr>
        <p:spPr bwMode="auto">
          <a:xfrm>
            <a:off x="3615941" y="321245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交换结构</a:t>
            </a:r>
          </a:p>
        </p:txBody>
      </p:sp>
      <p:sp>
        <p:nvSpPr>
          <p:cNvPr id="41" name="Text Box 36"/>
          <p:cNvSpPr txBox="1">
            <a:spLocks noChangeArrowheads="1"/>
          </p:cNvSpPr>
          <p:nvPr/>
        </p:nvSpPr>
        <p:spPr bwMode="auto">
          <a:xfrm>
            <a:off x="1936427"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28575">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分组转发</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数据层面</a:t>
            </a:r>
            <a:r>
              <a:rPr kumimoji="1" lang="zh-CN" altLang="en-US" sz="1200" dirty="0">
                <a:solidFill>
                  <a:srgbClr val="0000CC"/>
                </a:solidFill>
                <a:latin typeface="微软雅黑" pitchFamily="34" charset="-122"/>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50" name="Text Box 45"/>
          <p:cNvSpPr txBox="1">
            <a:spLocks noChangeArrowheads="1"/>
          </p:cNvSpPr>
          <p:nvPr/>
        </p:nvSpPr>
        <p:spPr bwMode="auto">
          <a:xfrm rot="5400000">
            <a:off x="2250725"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1" name="Text Box 46"/>
          <p:cNvSpPr txBox="1">
            <a:spLocks noChangeArrowheads="1"/>
          </p:cNvSpPr>
          <p:nvPr/>
        </p:nvSpPr>
        <p:spPr bwMode="auto">
          <a:xfrm rot="5400000">
            <a:off x="5615439"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4" name="Rectangle 49"/>
          <p:cNvSpPr>
            <a:spLocks noChangeArrowheads="1"/>
          </p:cNvSpPr>
          <p:nvPr/>
        </p:nvSpPr>
        <p:spPr bwMode="auto">
          <a:xfrm>
            <a:off x="6043044"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4" name="AutoShape 4"/>
          <p:cNvSpPr>
            <a:spLocks noChangeArrowheads="1"/>
          </p:cNvSpPr>
          <p:nvPr/>
        </p:nvSpPr>
        <p:spPr bwMode="auto">
          <a:xfrm>
            <a:off x="3835484" y="2108132"/>
            <a:ext cx="311706" cy="491701"/>
          </a:xfrm>
          <a:prstGeom prst="upDownArrow">
            <a:avLst>
              <a:gd name="adj1" fmla="val 50000"/>
              <a:gd name="adj2" fmla="val 34178"/>
            </a:avLst>
          </a:prstGeom>
          <a:solidFill>
            <a:srgbClr val="CC00CC"/>
          </a:solidFill>
          <a:ln w="2857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路由选择部分</a:t>
            </a:r>
            <a:endParaRPr lang="en-US" altLang="zh-CN" sz="1600" dirty="0">
              <a:latin typeface="微软雅黑" panose="020B0503020204020204" pitchFamily="34" charset="-122"/>
              <a:ea typeface="微软雅黑" panose="020B0503020204020204" pitchFamily="34" charset="-122"/>
            </a:endParaRPr>
          </a:p>
        </p:txBody>
      </p:sp>
      <p:sp>
        <p:nvSpPr>
          <p:cNvPr id="69" name="矩形 68"/>
          <p:cNvSpPr/>
          <p:nvPr/>
        </p:nvSpPr>
        <p:spPr>
          <a:xfrm>
            <a:off x="7013806" y="2501155"/>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Box 67"/>
          <p:cNvSpPr txBox="1">
            <a:spLocks noChangeArrowheads="1"/>
          </p:cNvSpPr>
          <p:nvPr/>
        </p:nvSpPr>
        <p:spPr bwMode="auto">
          <a:xfrm>
            <a:off x="3773887"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视频服务器 </a:t>
            </a:r>
            <a:r>
              <a:rPr kumimoji="1" lang="en-US" altLang="zh-CN" sz="1200" dirty="0">
                <a:solidFill>
                  <a:srgbClr val="0000FF"/>
                </a:solidFill>
                <a:latin typeface="微软雅黑 Light" panose="020B0502040204020203" pitchFamily="34" charset="-122"/>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24816" y="1691988"/>
            <a:ext cx="430439" cy="602615"/>
          </a:xfrm>
          <a:prstGeom prst="rect">
            <a:avLst/>
          </a:prstGeom>
        </p:spPr>
      </p:pic>
      <p:sp>
        <p:nvSpPr>
          <p:cNvPr id="6" name="Line 77"/>
          <p:cNvSpPr>
            <a:spLocks noChangeShapeType="1"/>
          </p:cNvSpPr>
          <p:nvPr/>
        </p:nvSpPr>
        <p:spPr bwMode="auto">
          <a:xfrm>
            <a:off x="5044077" y="3911903"/>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8" name="Line 52"/>
          <p:cNvSpPr>
            <a:spLocks noChangeShapeType="1"/>
          </p:cNvSpPr>
          <p:nvPr/>
        </p:nvSpPr>
        <p:spPr bwMode="auto">
          <a:xfrm flipV="1">
            <a:off x="5092272" y="2516843"/>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9" name="Line 53"/>
          <p:cNvSpPr>
            <a:spLocks noChangeShapeType="1"/>
          </p:cNvSpPr>
          <p:nvPr/>
        </p:nvSpPr>
        <p:spPr bwMode="auto">
          <a:xfrm flipV="1">
            <a:off x="6111548" y="1993295"/>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0" name="Line 54"/>
          <p:cNvSpPr>
            <a:spLocks noChangeShapeType="1"/>
          </p:cNvSpPr>
          <p:nvPr/>
        </p:nvSpPr>
        <p:spPr bwMode="auto">
          <a:xfrm flipH="1" flipV="1">
            <a:off x="6111548" y="2516843"/>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1" name="Line 55"/>
          <p:cNvSpPr>
            <a:spLocks noChangeShapeType="1"/>
          </p:cNvSpPr>
          <p:nvPr/>
        </p:nvSpPr>
        <p:spPr bwMode="auto">
          <a:xfrm>
            <a:off x="7322962"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2" name="Line 56"/>
          <p:cNvSpPr>
            <a:spLocks noChangeShapeType="1"/>
          </p:cNvSpPr>
          <p:nvPr/>
        </p:nvSpPr>
        <p:spPr bwMode="auto">
          <a:xfrm flipV="1">
            <a:off x="6111548"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3" name="Line 57"/>
          <p:cNvSpPr>
            <a:spLocks noChangeShapeType="1"/>
          </p:cNvSpPr>
          <p:nvPr/>
        </p:nvSpPr>
        <p:spPr bwMode="auto">
          <a:xfrm>
            <a:off x="5029007"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4" name="Line 58"/>
          <p:cNvSpPr>
            <a:spLocks noChangeShapeType="1"/>
          </p:cNvSpPr>
          <p:nvPr/>
        </p:nvSpPr>
        <p:spPr bwMode="auto">
          <a:xfrm>
            <a:off x="6240421" y="2516843"/>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5" name="Text Box 59"/>
          <p:cNvSpPr txBox="1">
            <a:spLocks noChangeArrowheads="1"/>
          </p:cNvSpPr>
          <p:nvPr/>
        </p:nvSpPr>
        <p:spPr bwMode="auto">
          <a:xfrm>
            <a:off x="5139098" y="4524014"/>
            <a:ext cx="213712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微软雅黑 Light" panose="020B0502040204020203" pitchFamily="34" charset="-122"/>
                <a:ea typeface="微软雅黑 Light" panose="020B0502040204020203" pitchFamily="34" charset="-122"/>
              </a:rPr>
              <a:t>共有 </a:t>
            </a:r>
            <a:r>
              <a:rPr kumimoji="1" lang="en-US" altLang="zh-CN" sz="1200" dirty="0">
                <a:latin typeface="微软雅黑 Light" panose="020B0502040204020203" pitchFamily="34" charset="-122"/>
                <a:ea typeface="微软雅黑 Light" panose="020B0502040204020203" pitchFamily="34" charset="-122"/>
              </a:rPr>
              <a:t>90 </a:t>
            </a:r>
            <a:r>
              <a:rPr kumimoji="1" lang="zh-CN" altLang="en-US" sz="1200" dirty="0">
                <a:latin typeface="微软雅黑 Light" panose="020B0502040204020203" pitchFamily="34" charset="-122"/>
                <a:ea typeface="微软雅黑 Light" panose="020B0502040204020203" pitchFamily="34" charset="-122"/>
              </a:rPr>
              <a:t>个主机接收视频节目</a:t>
            </a:r>
          </a:p>
        </p:txBody>
      </p:sp>
      <p:sp>
        <p:nvSpPr>
          <p:cNvPr id="16" name="AutoShape 60"/>
          <p:cNvSpPr>
            <a:spLocks noChangeArrowheads="1"/>
          </p:cNvSpPr>
          <p:nvPr/>
        </p:nvSpPr>
        <p:spPr bwMode="auto">
          <a:xfrm rot="5400000">
            <a:off x="6042109"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7" name="AutoShape 61"/>
          <p:cNvSpPr>
            <a:spLocks noChangeArrowheads="1"/>
          </p:cNvSpPr>
          <p:nvPr/>
        </p:nvSpPr>
        <p:spPr bwMode="auto">
          <a:xfrm rot="8740270">
            <a:off x="5345334"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497"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5665176" y="2082096"/>
            <a:ext cx="31771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Light" panose="020B0502040204020203" pitchFamily="34" charset="-122"/>
                <a:ea typeface="微软雅黑 Light" panose="020B0502040204020203" pitchFamily="34" charset="-122"/>
              </a:rPr>
              <a:t>R</a:t>
            </a:r>
            <a:r>
              <a:rPr kumimoji="1" lang="en-US" altLang="zh-CN" sz="1200" b="1" baseline="-25000" dirty="0">
                <a:latin typeface="微软雅黑 Light" panose="020B0502040204020203" pitchFamily="34" charset="-122"/>
                <a:ea typeface="微软雅黑 Light" panose="020B0502040204020203" pitchFamily="34" charset="-122"/>
              </a:rPr>
              <a:t>1</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0" name="Text Box 64"/>
          <p:cNvSpPr txBox="1">
            <a:spLocks noChangeArrowheads="1"/>
          </p:cNvSpPr>
          <p:nvPr/>
        </p:nvSpPr>
        <p:spPr bwMode="auto">
          <a:xfrm>
            <a:off x="5628857" y="2865073"/>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3</a:t>
            </a:r>
            <a:endParaRPr kumimoji="1" lang="en-US" altLang="zh-CN" sz="1200" b="1">
              <a:latin typeface="微软雅黑 Light" panose="020B0502040204020203" pitchFamily="34" charset="-122"/>
              <a:ea typeface="微软雅黑 Light" panose="020B0502040204020203" pitchFamily="34" charset="-122"/>
            </a:endParaRPr>
          </a:p>
        </p:txBody>
      </p:sp>
      <p:sp>
        <p:nvSpPr>
          <p:cNvPr id="21" name="Text Box 65"/>
          <p:cNvSpPr txBox="1">
            <a:spLocks noChangeArrowheads="1"/>
          </p:cNvSpPr>
          <p:nvPr/>
        </p:nvSpPr>
        <p:spPr bwMode="auto">
          <a:xfrm>
            <a:off x="6798093" y="2915900"/>
            <a:ext cx="3369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4</a:t>
            </a:r>
            <a:endParaRPr kumimoji="1" lang="en-US" altLang="zh-CN" sz="1200" b="1">
              <a:latin typeface="微软雅黑 Light" panose="020B0502040204020203" pitchFamily="34" charset="-122"/>
              <a:ea typeface="微软雅黑 Light" panose="020B0502040204020203" pitchFamily="34" charset="-122"/>
            </a:endParaRPr>
          </a:p>
        </p:txBody>
      </p:sp>
      <p:sp>
        <p:nvSpPr>
          <p:cNvPr id="22" name="Text Box 66"/>
          <p:cNvSpPr txBox="1">
            <a:spLocks noChangeArrowheads="1"/>
          </p:cNvSpPr>
          <p:nvPr/>
        </p:nvSpPr>
        <p:spPr bwMode="auto">
          <a:xfrm>
            <a:off x="4519371" y="2884538"/>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2</a:t>
            </a:r>
            <a:endParaRPr kumimoji="1" lang="en-US" altLang="zh-CN" sz="1200" b="1">
              <a:latin typeface="微软雅黑 Light" panose="020B0502040204020203" pitchFamily="34" charset="-122"/>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31995"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497"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8040"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6604783"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2" name="Line 76"/>
          <p:cNvSpPr>
            <a:spLocks noChangeShapeType="1"/>
          </p:cNvSpPr>
          <p:nvPr/>
        </p:nvSpPr>
        <p:spPr bwMode="auto">
          <a:xfrm flipH="1">
            <a:off x="4647071" y="3898587"/>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3" name="Line 78"/>
          <p:cNvSpPr>
            <a:spLocks noChangeShapeType="1"/>
          </p:cNvSpPr>
          <p:nvPr/>
        </p:nvSpPr>
        <p:spPr bwMode="auto">
          <a:xfrm flipH="1">
            <a:off x="5792877" y="3911903"/>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4" name="Line 79"/>
          <p:cNvSpPr>
            <a:spLocks noChangeShapeType="1"/>
          </p:cNvSpPr>
          <p:nvPr/>
        </p:nvSpPr>
        <p:spPr bwMode="auto">
          <a:xfrm>
            <a:off x="6183296" y="3911069"/>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5" name="Line 80"/>
          <p:cNvSpPr>
            <a:spLocks noChangeShapeType="1"/>
          </p:cNvSpPr>
          <p:nvPr/>
        </p:nvSpPr>
        <p:spPr bwMode="auto">
          <a:xfrm flipH="1">
            <a:off x="7004291" y="3898587"/>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6" name="Line 81"/>
          <p:cNvSpPr>
            <a:spLocks noChangeShapeType="1"/>
          </p:cNvSpPr>
          <p:nvPr/>
        </p:nvSpPr>
        <p:spPr bwMode="auto">
          <a:xfrm>
            <a:off x="7428635" y="3909263"/>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42" name="Text Box 88"/>
          <p:cNvSpPr txBox="1">
            <a:spLocks noChangeArrowheads="1"/>
          </p:cNvSpPr>
          <p:nvPr/>
        </p:nvSpPr>
        <p:spPr bwMode="auto">
          <a:xfrm>
            <a:off x="4792390" y="389858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Light" panose="020B0502040204020203" pitchFamily="34" charset="-122"/>
                <a:ea typeface="微软雅黑 Light" panose="020B0502040204020203" pitchFamily="34" charset="-122"/>
              </a:rPr>
              <a:t>…</a:t>
            </a:r>
          </a:p>
        </p:txBody>
      </p:sp>
      <p:sp>
        <p:nvSpPr>
          <p:cNvPr id="43" name="Text Box 89"/>
          <p:cNvSpPr txBox="1">
            <a:spLocks noChangeArrowheads="1"/>
          </p:cNvSpPr>
          <p:nvPr/>
        </p:nvSpPr>
        <p:spPr bwMode="auto">
          <a:xfrm>
            <a:off x="7202331" y="389858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a:t>
            </a:r>
          </a:p>
        </p:txBody>
      </p:sp>
      <p:sp>
        <p:nvSpPr>
          <p:cNvPr id="44" name="Text Box 90"/>
          <p:cNvSpPr txBox="1">
            <a:spLocks noChangeArrowheads="1"/>
          </p:cNvSpPr>
          <p:nvPr/>
        </p:nvSpPr>
        <p:spPr bwMode="auto">
          <a:xfrm>
            <a:off x="5990917" y="4078950"/>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a:latin typeface="微软雅黑 Light" panose="020B0502040204020203" pitchFamily="34" charset="-122"/>
                <a:ea typeface="微软雅黑 Light" panose="020B0502040204020203" pitchFamily="34" charset="-122"/>
              </a:rPr>
              <a:t>…</a:t>
            </a:r>
          </a:p>
        </p:txBody>
      </p:sp>
      <p:sp>
        <p:nvSpPr>
          <p:cNvPr id="45" name="Text Box 91"/>
          <p:cNvSpPr txBox="1">
            <a:spLocks noChangeArrowheads="1"/>
          </p:cNvSpPr>
          <p:nvPr/>
        </p:nvSpPr>
        <p:spPr bwMode="auto">
          <a:xfrm>
            <a:off x="5273868" y="329116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6" name="Text Box 92"/>
          <p:cNvSpPr txBox="1">
            <a:spLocks noChangeArrowheads="1"/>
          </p:cNvSpPr>
          <p:nvPr/>
        </p:nvSpPr>
        <p:spPr bwMode="auto">
          <a:xfrm>
            <a:off x="6320090" y="3258724"/>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7" name="Text Box 93"/>
          <p:cNvSpPr txBox="1">
            <a:spLocks noChangeArrowheads="1"/>
          </p:cNvSpPr>
          <p:nvPr/>
        </p:nvSpPr>
        <p:spPr bwMode="auto">
          <a:xfrm>
            <a:off x="7559622" y="321005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8" name="Text Box 94"/>
          <p:cNvSpPr txBox="1">
            <a:spLocks noChangeArrowheads="1"/>
          </p:cNvSpPr>
          <p:nvPr/>
        </p:nvSpPr>
        <p:spPr bwMode="auto">
          <a:xfrm>
            <a:off x="6904706" y="237625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9" name="Text Box 95"/>
          <p:cNvSpPr txBox="1">
            <a:spLocks noChangeArrowheads="1"/>
          </p:cNvSpPr>
          <p:nvPr/>
        </p:nvSpPr>
        <p:spPr bwMode="auto">
          <a:xfrm>
            <a:off x="6345864" y="2751519"/>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30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0" name="Text Box 96"/>
          <p:cNvSpPr txBox="1">
            <a:spLocks noChangeArrowheads="1"/>
          </p:cNvSpPr>
          <p:nvPr/>
        </p:nvSpPr>
        <p:spPr bwMode="auto">
          <a:xfrm>
            <a:off x="4880834" y="2376255"/>
            <a:ext cx="5741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rgbClr val="CC00CC"/>
                </a:solidFill>
                <a:latin typeface="微软雅黑 Light" panose="020B0502040204020203" pitchFamily="34" charset="-122"/>
                <a:ea typeface="微软雅黑 Light" panose="020B0502040204020203" pitchFamily="34" charset="-122"/>
              </a:rPr>
              <a:t>30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1" name="Text Box 97"/>
          <p:cNvSpPr txBox="1">
            <a:spLocks noChangeArrowheads="1"/>
          </p:cNvSpPr>
          <p:nvPr/>
        </p:nvSpPr>
        <p:spPr bwMode="auto">
          <a:xfrm>
            <a:off x="6390384" y="1854989"/>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90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2" name="AutoShape 99"/>
          <p:cNvSpPr>
            <a:spLocks noChangeArrowheads="1"/>
          </p:cNvSpPr>
          <p:nvPr/>
        </p:nvSpPr>
        <p:spPr bwMode="auto">
          <a:xfrm rot="5400000">
            <a:off x="6110016"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3" name="AutoShape 100"/>
          <p:cNvSpPr>
            <a:spLocks noChangeArrowheads="1"/>
          </p:cNvSpPr>
          <p:nvPr/>
        </p:nvSpPr>
        <p:spPr bwMode="auto">
          <a:xfrm rot="5400000">
            <a:off x="6177381"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4" name="AutoShape 101"/>
          <p:cNvSpPr>
            <a:spLocks noChangeArrowheads="1"/>
          </p:cNvSpPr>
          <p:nvPr/>
        </p:nvSpPr>
        <p:spPr bwMode="auto">
          <a:xfrm rot="1858546">
            <a:off x="6685622"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5" name="AutoShape 102"/>
          <p:cNvSpPr>
            <a:spLocks noChangeArrowheads="1"/>
          </p:cNvSpPr>
          <p:nvPr/>
        </p:nvSpPr>
        <p:spPr bwMode="auto">
          <a:xfrm rot="1858546">
            <a:off x="6765290"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nvGrpSpPr>
          <p:cNvPr id="56" name="Group 103"/>
          <p:cNvGrpSpPr>
            <a:grpSpLocks/>
          </p:cNvGrpSpPr>
          <p:nvPr/>
        </p:nvGrpSpPr>
        <p:grpSpPr bwMode="auto">
          <a:xfrm>
            <a:off x="7354595"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sp>
        <p:nvSpPr>
          <p:cNvPr id="57" name="AutoShape 107"/>
          <p:cNvSpPr>
            <a:spLocks noChangeArrowheads="1"/>
          </p:cNvSpPr>
          <p:nvPr/>
        </p:nvSpPr>
        <p:spPr bwMode="auto">
          <a:xfrm rot="5400000">
            <a:off x="6244747"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8" name="AutoShape 108"/>
          <p:cNvSpPr>
            <a:spLocks noChangeArrowheads="1"/>
          </p:cNvSpPr>
          <p:nvPr/>
        </p:nvSpPr>
        <p:spPr bwMode="auto">
          <a:xfrm rot="5400000">
            <a:off x="6312113"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9" name="AutoShape 109"/>
          <p:cNvSpPr>
            <a:spLocks noChangeArrowheads="1"/>
          </p:cNvSpPr>
          <p:nvPr/>
        </p:nvSpPr>
        <p:spPr bwMode="auto">
          <a:xfrm rot="5400000">
            <a:off x="6378307"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0" name="AutoShape 110"/>
          <p:cNvSpPr>
            <a:spLocks noChangeArrowheads="1"/>
          </p:cNvSpPr>
          <p:nvPr/>
        </p:nvSpPr>
        <p:spPr bwMode="auto">
          <a:xfrm rot="8740270">
            <a:off x="5283241"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1" name="AutoShape 111"/>
          <p:cNvSpPr>
            <a:spLocks noChangeArrowheads="1"/>
          </p:cNvSpPr>
          <p:nvPr/>
        </p:nvSpPr>
        <p:spPr bwMode="auto">
          <a:xfrm rot="8740270">
            <a:off x="5219975"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nvGrpSpPr>
          <p:cNvPr id="62" name="Group 112"/>
          <p:cNvGrpSpPr>
            <a:grpSpLocks/>
          </p:cNvGrpSpPr>
          <p:nvPr/>
        </p:nvGrpSpPr>
        <p:grpSpPr bwMode="auto">
          <a:xfrm>
            <a:off x="6111548"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grpSp>
        <p:nvGrpSpPr>
          <p:cNvPr id="63" name="Group 116"/>
          <p:cNvGrpSpPr>
            <a:grpSpLocks/>
          </p:cNvGrpSpPr>
          <p:nvPr/>
        </p:nvGrpSpPr>
        <p:grpSpPr bwMode="auto">
          <a:xfrm>
            <a:off x="5044239"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grpSp>
        <p:nvGrpSpPr>
          <p:cNvPr id="64" name="Group 120"/>
          <p:cNvGrpSpPr>
            <a:grpSpLocks/>
          </p:cNvGrpSpPr>
          <p:nvPr/>
        </p:nvGrpSpPr>
        <p:grpSpPr bwMode="auto">
          <a:xfrm>
            <a:off x="6111548"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pic>
        <p:nvPicPr>
          <p:cNvPr id="7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67619"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06800"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237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1821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33038"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9360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连接符 86"/>
          <p:cNvCxnSpPr>
            <a:stCxn id="9" idx="1"/>
            <a:endCxn id="85" idx="3"/>
          </p:cNvCxnSpPr>
          <p:nvPr/>
        </p:nvCxnSpPr>
        <p:spPr>
          <a:xfrm flipH="1">
            <a:off x="5455255" y="1993295"/>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11066"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19772"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30867"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1076" y="1723963"/>
            <a:ext cx="430439" cy="602615"/>
          </a:xfrm>
          <a:prstGeom prst="rect">
            <a:avLst/>
          </a:prstGeom>
        </p:spPr>
      </p:pic>
      <p:sp>
        <p:nvSpPr>
          <p:cNvPr id="7" name="Line 52"/>
          <p:cNvSpPr>
            <a:spLocks noChangeShapeType="1"/>
          </p:cNvSpPr>
          <p:nvPr/>
        </p:nvSpPr>
        <p:spPr bwMode="auto">
          <a:xfrm flipV="1">
            <a:off x="5078532" y="2548818"/>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53"/>
          <p:cNvSpPr>
            <a:spLocks noChangeShapeType="1"/>
          </p:cNvSpPr>
          <p:nvPr/>
        </p:nvSpPr>
        <p:spPr bwMode="auto">
          <a:xfrm flipV="1">
            <a:off x="6097808" y="2025270"/>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Line 54"/>
          <p:cNvSpPr>
            <a:spLocks noChangeShapeType="1"/>
          </p:cNvSpPr>
          <p:nvPr/>
        </p:nvSpPr>
        <p:spPr bwMode="auto">
          <a:xfrm flipH="1" flipV="1">
            <a:off x="6097808" y="2548818"/>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Line 55"/>
          <p:cNvSpPr>
            <a:spLocks noChangeShapeType="1"/>
          </p:cNvSpPr>
          <p:nvPr/>
        </p:nvSpPr>
        <p:spPr bwMode="auto">
          <a:xfrm>
            <a:off x="7309222"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Line 56"/>
          <p:cNvSpPr>
            <a:spLocks noChangeShapeType="1"/>
          </p:cNvSpPr>
          <p:nvPr/>
        </p:nvSpPr>
        <p:spPr bwMode="auto">
          <a:xfrm flipV="1">
            <a:off x="6097808"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2" name="Line 57"/>
          <p:cNvSpPr>
            <a:spLocks noChangeShapeType="1"/>
          </p:cNvSpPr>
          <p:nvPr/>
        </p:nvSpPr>
        <p:spPr bwMode="auto">
          <a:xfrm>
            <a:off x="5015267"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3" name="Line 58"/>
          <p:cNvSpPr>
            <a:spLocks noChangeShapeType="1"/>
          </p:cNvSpPr>
          <p:nvPr/>
        </p:nvSpPr>
        <p:spPr bwMode="auto">
          <a:xfrm>
            <a:off x="6226681" y="2548818"/>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59"/>
          <p:cNvSpPr txBox="1">
            <a:spLocks noChangeArrowheads="1"/>
          </p:cNvSpPr>
          <p:nvPr/>
        </p:nvSpPr>
        <p:spPr bwMode="auto">
          <a:xfrm>
            <a:off x="5256160" y="4547207"/>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微软雅黑 Light" panose="020B0502040204020203" pitchFamily="34" charset="-122"/>
                <a:ea typeface="微软雅黑 Light" panose="020B0502040204020203" pitchFamily="34" charset="-122"/>
              </a:rPr>
              <a:t>多播组成员共有 </a:t>
            </a:r>
            <a:r>
              <a:rPr kumimoji="1" lang="en-US" altLang="zh-CN" sz="1200" dirty="0">
                <a:latin typeface="微软雅黑 Light" panose="020B0502040204020203" pitchFamily="34" charset="-122"/>
                <a:ea typeface="微软雅黑 Light" panose="020B0502040204020203" pitchFamily="34" charset="-122"/>
              </a:rPr>
              <a:t>90 </a:t>
            </a:r>
            <a:r>
              <a:rPr kumimoji="1" lang="zh-CN" altLang="en-US" sz="1200" dirty="0">
                <a:latin typeface="微软雅黑 Light" panose="020B0502040204020203" pitchFamily="34" charset="-122"/>
                <a:ea typeface="微软雅黑 Light" panose="020B0502040204020203" pitchFamily="34" charset="-122"/>
              </a:rPr>
              <a:t>个</a:t>
            </a:r>
          </a:p>
        </p:txBody>
      </p:sp>
      <p:sp>
        <p:nvSpPr>
          <p:cNvPr id="15" name="AutoShape 60"/>
          <p:cNvSpPr>
            <a:spLocks noChangeArrowheads="1"/>
          </p:cNvSpPr>
          <p:nvPr/>
        </p:nvSpPr>
        <p:spPr bwMode="auto">
          <a:xfrm rot="5400000">
            <a:off x="6028369" y="2125292"/>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6" name="AutoShape 61"/>
          <p:cNvSpPr>
            <a:spLocks noChangeArrowheads="1"/>
          </p:cNvSpPr>
          <p:nvPr/>
        </p:nvSpPr>
        <p:spPr bwMode="auto">
          <a:xfrm rot="8740270">
            <a:off x="5331594" y="2705629"/>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pic>
        <p:nvPicPr>
          <p:cNvPr id="17"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26757" y="241363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 name="Text Box 63"/>
          <p:cNvSpPr txBox="1">
            <a:spLocks noChangeArrowheads="1"/>
          </p:cNvSpPr>
          <p:nvPr/>
        </p:nvSpPr>
        <p:spPr bwMode="auto">
          <a:xfrm>
            <a:off x="5651436" y="2114071"/>
            <a:ext cx="31771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R</a:t>
            </a:r>
            <a:r>
              <a:rPr kumimoji="1" lang="en-US" altLang="zh-CN" sz="1200" baseline="-25000" dirty="0">
                <a:latin typeface="微软雅黑 Light" panose="020B0502040204020203" pitchFamily="34" charset="-122"/>
                <a:ea typeface="微软雅黑 Light" panose="020B0502040204020203" pitchFamily="34" charset="-122"/>
              </a:rPr>
              <a:t>1</a:t>
            </a:r>
            <a:endParaRPr kumimoji="1" lang="en-US" altLang="zh-CN" sz="1200" dirty="0">
              <a:latin typeface="微软雅黑 Light" panose="020B0502040204020203" pitchFamily="34" charset="-122"/>
              <a:ea typeface="微软雅黑 Light" panose="020B0502040204020203" pitchFamily="34" charset="-122"/>
            </a:endParaRPr>
          </a:p>
        </p:txBody>
      </p:sp>
      <p:sp>
        <p:nvSpPr>
          <p:cNvPr id="19" name="Text Box 64"/>
          <p:cNvSpPr txBox="1">
            <a:spLocks noChangeArrowheads="1"/>
          </p:cNvSpPr>
          <p:nvPr/>
        </p:nvSpPr>
        <p:spPr bwMode="auto">
          <a:xfrm>
            <a:off x="5615117" y="2897048"/>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R</a:t>
            </a:r>
            <a:r>
              <a:rPr kumimoji="1" lang="en-US" altLang="zh-CN" sz="1200" baseline="-25000" dirty="0">
                <a:latin typeface="微软雅黑 Light" panose="020B0502040204020203" pitchFamily="34" charset="-122"/>
                <a:ea typeface="微软雅黑 Light" panose="020B0502040204020203" pitchFamily="34" charset="-122"/>
              </a:rPr>
              <a:t>3</a:t>
            </a:r>
            <a:endParaRPr kumimoji="1" lang="en-US" altLang="zh-CN" sz="1200" dirty="0">
              <a:latin typeface="微软雅黑 Light" panose="020B0502040204020203" pitchFamily="34" charset="-122"/>
              <a:ea typeface="微软雅黑 Light" panose="020B0502040204020203" pitchFamily="34" charset="-122"/>
            </a:endParaRPr>
          </a:p>
        </p:txBody>
      </p:sp>
      <p:sp>
        <p:nvSpPr>
          <p:cNvPr id="20" name="Text Box 65"/>
          <p:cNvSpPr txBox="1">
            <a:spLocks noChangeArrowheads="1"/>
          </p:cNvSpPr>
          <p:nvPr/>
        </p:nvSpPr>
        <p:spPr bwMode="auto">
          <a:xfrm>
            <a:off x="6784353" y="2947875"/>
            <a:ext cx="3369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R</a:t>
            </a:r>
            <a:r>
              <a:rPr kumimoji="1" lang="en-US" altLang="zh-CN" sz="1200" baseline="-25000">
                <a:latin typeface="微软雅黑 Light" panose="020B0502040204020203" pitchFamily="34" charset="-122"/>
                <a:ea typeface="微软雅黑 Light" panose="020B0502040204020203" pitchFamily="34" charset="-122"/>
              </a:rPr>
              <a:t>4</a:t>
            </a:r>
            <a:endParaRPr kumimoji="1" lang="en-US" altLang="zh-CN" sz="1200">
              <a:latin typeface="微软雅黑 Light" panose="020B0502040204020203" pitchFamily="34" charset="-122"/>
              <a:ea typeface="微软雅黑 Light" panose="020B0502040204020203" pitchFamily="34" charset="-122"/>
            </a:endParaRPr>
          </a:p>
        </p:txBody>
      </p:sp>
      <p:sp>
        <p:nvSpPr>
          <p:cNvPr id="21" name="Text Box 66"/>
          <p:cNvSpPr txBox="1">
            <a:spLocks noChangeArrowheads="1"/>
          </p:cNvSpPr>
          <p:nvPr/>
        </p:nvSpPr>
        <p:spPr bwMode="auto">
          <a:xfrm>
            <a:off x="4505631" y="2916513"/>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R</a:t>
            </a:r>
            <a:r>
              <a:rPr kumimoji="1" lang="en-US" altLang="zh-CN" sz="1200" baseline="-25000">
                <a:latin typeface="微软雅黑 Light" panose="020B0502040204020203" pitchFamily="34" charset="-122"/>
                <a:ea typeface="微软雅黑 Light" panose="020B0502040204020203" pitchFamily="34" charset="-122"/>
              </a:rPr>
              <a:t>2</a:t>
            </a:r>
            <a:endParaRPr kumimoji="1" lang="en-US" altLang="zh-CN" sz="1200">
              <a:latin typeface="微软雅黑 Light" panose="020B0502040204020203" pitchFamily="34" charset="-122"/>
              <a:ea typeface="微软雅黑 Light" panose="020B0502040204020203" pitchFamily="34" charset="-122"/>
            </a:endParaRPr>
          </a:p>
        </p:txBody>
      </p:sp>
      <p:sp>
        <p:nvSpPr>
          <p:cNvPr id="22" name="Text Box 67"/>
          <p:cNvSpPr txBox="1">
            <a:spLocks noChangeArrowheads="1"/>
          </p:cNvSpPr>
          <p:nvPr/>
        </p:nvSpPr>
        <p:spPr bwMode="auto">
          <a:xfrm>
            <a:off x="3760147" y="1889472"/>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视频服务器 </a:t>
            </a:r>
            <a:r>
              <a:rPr kumimoji="1" lang="en-US" altLang="zh-CN" sz="1200" dirty="0">
                <a:solidFill>
                  <a:srgbClr val="0000FF"/>
                </a:solidFill>
                <a:latin typeface="微软雅黑 Light" panose="020B0502040204020203" pitchFamily="34" charset="-122"/>
                <a:ea typeface="微软雅黑 Light" panose="020B0502040204020203" pitchFamily="34" charset="-122"/>
              </a:rPr>
              <a:t>M</a:t>
            </a:r>
          </a:p>
        </p:txBody>
      </p:sp>
      <p:pic>
        <p:nvPicPr>
          <p:cNvPr id="23"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18255" y="3070082"/>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26757" y="3070082"/>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4300" y="3092792"/>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AutoShape 75"/>
          <p:cNvSpPr>
            <a:spLocks noChangeArrowheads="1"/>
          </p:cNvSpPr>
          <p:nvPr/>
        </p:nvSpPr>
        <p:spPr bwMode="auto">
          <a:xfrm rot="1858546">
            <a:off x="6591043" y="2672104"/>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38" name="Text Box 91"/>
          <p:cNvSpPr txBox="1">
            <a:spLocks noChangeArrowheads="1"/>
          </p:cNvSpPr>
          <p:nvPr/>
        </p:nvSpPr>
        <p:spPr bwMode="auto">
          <a:xfrm>
            <a:off x="5079264" y="3282587"/>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39" name="Text Box 92"/>
          <p:cNvSpPr txBox="1">
            <a:spLocks noChangeArrowheads="1"/>
          </p:cNvSpPr>
          <p:nvPr/>
        </p:nvSpPr>
        <p:spPr bwMode="auto">
          <a:xfrm>
            <a:off x="6195822" y="3282587"/>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0" name="Text Box 93"/>
          <p:cNvSpPr txBox="1">
            <a:spLocks noChangeArrowheads="1"/>
          </p:cNvSpPr>
          <p:nvPr/>
        </p:nvSpPr>
        <p:spPr bwMode="auto">
          <a:xfrm>
            <a:off x="7380090" y="3282587"/>
            <a:ext cx="4427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1" name="Text Box 94"/>
          <p:cNvSpPr txBox="1">
            <a:spLocks noChangeArrowheads="1"/>
          </p:cNvSpPr>
          <p:nvPr/>
        </p:nvSpPr>
        <p:spPr bwMode="auto">
          <a:xfrm>
            <a:off x="6634742" y="2423302"/>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2" name="Text Box 95"/>
          <p:cNvSpPr txBox="1">
            <a:spLocks noChangeArrowheads="1"/>
          </p:cNvSpPr>
          <p:nvPr/>
        </p:nvSpPr>
        <p:spPr bwMode="auto">
          <a:xfrm>
            <a:off x="6176380" y="2652870"/>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3" name="Text Box 96"/>
          <p:cNvSpPr txBox="1">
            <a:spLocks noChangeArrowheads="1"/>
          </p:cNvSpPr>
          <p:nvPr/>
        </p:nvSpPr>
        <p:spPr bwMode="auto">
          <a:xfrm>
            <a:off x="5211482" y="2473542"/>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4" name="Text Box 97"/>
          <p:cNvSpPr txBox="1">
            <a:spLocks noChangeArrowheads="1"/>
          </p:cNvSpPr>
          <p:nvPr/>
        </p:nvSpPr>
        <p:spPr bwMode="auto">
          <a:xfrm>
            <a:off x="6200804" y="1992468"/>
            <a:ext cx="4427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0" name="AutoShape 104"/>
          <p:cNvSpPr>
            <a:spLocks noChangeArrowheads="1"/>
          </p:cNvSpPr>
          <p:nvPr/>
        </p:nvSpPr>
        <p:spPr bwMode="auto">
          <a:xfrm rot="5400000">
            <a:off x="7242102" y="3399208"/>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59" name="AutoShape 113"/>
          <p:cNvSpPr>
            <a:spLocks noChangeArrowheads="1"/>
          </p:cNvSpPr>
          <p:nvPr/>
        </p:nvSpPr>
        <p:spPr bwMode="auto">
          <a:xfrm rot="5400000">
            <a:off x="6034518" y="3388112"/>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3" name="AutoShape 117"/>
          <p:cNvSpPr>
            <a:spLocks noChangeArrowheads="1"/>
          </p:cNvSpPr>
          <p:nvPr/>
        </p:nvSpPr>
        <p:spPr bwMode="auto">
          <a:xfrm rot="5400000">
            <a:off x="4932041" y="3435696"/>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7" name="AutoShape 121"/>
          <p:cNvSpPr>
            <a:spLocks noChangeArrowheads="1"/>
          </p:cNvSpPr>
          <p:nvPr/>
        </p:nvSpPr>
        <p:spPr bwMode="auto">
          <a:xfrm rot="5400000">
            <a:off x="6034518" y="2756540"/>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cxnSp>
        <p:nvCxnSpPr>
          <p:cNvPr id="78" name="直接连接符 77"/>
          <p:cNvCxnSpPr>
            <a:stCxn id="8" idx="1"/>
            <a:endCxn id="3" idx="3"/>
          </p:cNvCxnSpPr>
          <p:nvPr/>
        </p:nvCxnSpPr>
        <p:spPr>
          <a:xfrm flipH="1">
            <a:off x="5441515" y="2025270"/>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sp>
        <p:nvSpPr>
          <p:cNvPr id="80" name="Text Box 64"/>
          <p:cNvSpPr txBox="1">
            <a:spLocks noChangeArrowheads="1"/>
          </p:cNvSpPr>
          <p:nvPr/>
        </p:nvSpPr>
        <p:spPr bwMode="auto">
          <a:xfrm>
            <a:off x="4439768"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81" name="Text Box 64"/>
          <p:cNvSpPr txBox="1">
            <a:spLocks noChangeArrowheads="1"/>
          </p:cNvSpPr>
          <p:nvPr/>
        </p:nvSpPr>
        <p:spPr bwMode="auto">
          <a:xfrm>
            <a:off x="5588552"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82" name="Text Box 64"/>
          <p:cNvSpPr txBox="1">
            <a:spLocks noChangeArrowheads="1"/>
          </p:cNvSpPr>
          <p:nvPr/>
        </p:nvSpPr>
        <p:spPr bwMode="auto">
          <a:xfrm>
            <a:off x="6800968"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62" name="Line 77"/>
          <p:cNvSpPr>
            <a:spLocks noChangeShapeType="1"/>
          </p:cNvSpPr>
          <p:nvPr/>
        </p:nvSpPr>
        <p:spPr bwMode="auto">
          <a:xfrm>
            <a:off x="5024475" y="3943878"/>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4" name="Line 76"/>
          <p:cNvSpPr>
            <a:spLocks noChangeShapeType="1"/>
          </p:cNvSpPr>
          <p:nvPr/>
        </p:nvSpPr>
        <p:spPr bwMode="auto">
          <a:xfrm flipH="1">
            <a:off x="4627469" y="3930562"/>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5" name="Line 78"/>
          <p:cNvSpPr>
            <a:spLocks noChangeShapeType="1"/>
          </p:cNvSpPr>
          <p:nvPr/>
        </p:nvSpPr>
        <p:spPr bwMode="auto">
          <a:xfrm flipH="1">
            <a:off x="5773275" y="3943878"/>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6" name="Line 79"/>
          <p:cNvSpPr>
            <a:spLocks noChangeShapeType="1"/>
          </p:cNvSpPr>
          <p:nvPr/>
        </p:nvSpPr>
        <p:spPr bwMode="auto">
          <a:xfrm>
            <a:off x="6163694" y="3943044"/>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8" name="Line 80"/>
          <p:cNvSpPr>
            <a:spLocks noChangeShapeType="1"/>
          </p:cNvSpPr>
          <p:nvPr/>
        </p:nvSpPr>
        <p:spPr bwMode="auto">
          <a:xfrm flipH="1">
            <a:off x="6984689" y="3930562"/>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9" name="Line 81"/>
          <p:cNvSpPr>
            <a:spLocks noChangeShapeType="1"/>
          </p:cNvSpPr>
          <p:nvPr/>
        </p:nvSpPr>
        <p:spPr bwMode="auto">
          <a:xfrm>
            <a:off x="7409033" y="3941238"/>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3" name="Text Box 88"/>
          <p:cNvSpPr txBox="1">
            <a:spLocks noChangeArrowheads="1"/>
          </p:cNvSpPr>
          <p:nvPr/>
        </p:nvSpPr>
        <p:spPr bwMode="auto">
          <a:xfrm>
            <a:off x="4772788" y="393056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a:t>
            </a:r>
          </a:p>
        </p:txBody>
      </p:sp>
      <p:sp>
        <p:nvSpPr>
          <p:cNvPr id="84" name="Text Box 89"/>
          <p:cNvSpPr txBox="1">
            <a:spLocks noChangeArrowheads="1"/>
          </p:cNvSpPr>
          <p:nvPr/>
        </p:nvSpPr>
        <p:spPr bwMode="auto">
          <a:xfrm>
            <a:off x="7182729" y="393056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a:t>
            </a:r>
          </a:p>
        </p:txBody>
      </p:sp>
      <p:sp>
        <p:nvSpPr>
          <p:cNvPr id="85" name="Text Box 90"/>
          <p:cNvSpPr txBox="1">
            <a:spLocks noChangeArrowheads="1"/>
          </p:cNvSpPr>
          <p:nvPr/>
        </p:nvSpPr>
        <p:spPr bwMode="auto">
          <a:xfrm>
            <a:off x="5971315" y="4110925"/>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a:latin typeface="微软雅黑 Light" panose="020B0502040204020203" pitchFamily="34" charset="-122"/>
                <a:ea typeface="微软雅黑 Light" panose="020B0502040204020203" pitchFamily="34" charset="-122"/>
              </a:rPr>
              <a:t>…</a:t>
            </a:r>
          </a:p>
        </p:txBody>
      </p:sp>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8017"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087198"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0277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9861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13436"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7400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791464"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3"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00170"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1265"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grpSp>
        <p:nvGrpSpPr>
          <p:cNvPr id="17" name="组合 16"/>
          <p:cNvGrpSpPr/>
          <p:nvPr/>
        </p:nvGrpSpPr>
        <p:grpSpPr>
          <a:xfrm>
            <a:off x="803470" y="1803902"/>
            <a:ext cx="7176610" cy="2788875"/>
            <a:chOff x="887807" y="1148065"/>
            <a:chExt cx="7293847" cy="3115769"/>
          </a:xfrm>
        </p:grpSpPr>
        <p:sp>
          <p:nvSpPr>
            <p:cNvPr id="86" name="Text Box 7"/>
            <p:cNvSpPr txBox="1">
              <a:spLocks noChangeArrowheads="1"/>
            </p:cNvSpPr>
            <p:nvPr/>
          </p:nvSpPr>
          <p:spPr bwMode="auto">
            <a:xfrm>
              <a:off x="3082055" y="1325308"/>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87" name="Text Box 7"/>
            <p:cNvSpPr txBox="1">
              <a:spLocks noChangeArrowheads="1"/>
            </p:cNvSpPr>
            <p:nvPr/>
          </p:nvSpPr>
          <p:spPr bwMode="auto">
            <a:xfrm>
              <a:off x="5292856" y="1366899"/>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88" name="Line 47"/>
            <p:cNvSpPr>
              <a:spLocks noChangeShapeType="1"/>
            </p:cNvSpPr>
            <p:nvPr/>
          </p:nvSpPr>
          <p:spPr bwMode="auto">
            <a:xfrm>
              <a:off x="4501286" y="3209812"/>
              <a:ext cx="0" cy="41313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9" name="Line 46"/>
            <p:cNvSpPr>
              <a:spLocks noChangeShapeType="1"/>
            </p:cNvSpPr>
            <p:nvPr/>
          </p:nvSpPr>
          <p:spPr bwMode="auto">
            <a:xfrm flipV="1">
              <a:off x="2373147" y="2872270"/>
              <a:ext cx="282797" cy="46265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0" name="Line 45"/>
            <p:cNvSpPr>
              <a:spLocks noChangeShapeType="1"/>
            </p:cNvSpPr>
            <p:nvPr/>
          </p:nvSpPr>
          <p:spPr bwMode="auto">
            <a:xfrm>
              <a:off x="2373147" y="2507359"/>
              <a:ext cx="294525" cy="35448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1" name="Line 44"/>
            <p:cNvSpPr>
              <a:spLocks noChangeShapeType="1"/>
            </p:cNvSpPr>
            <p:nvPr/>
          </p:nvSpPr>
          <p:spPr bwMode="auto">
            <a:xfrm>
              <a:off x="4501286" y="1974328"/>
              <a:ext cx="0" cy="41443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2" name="Line 43"/>
            <p:cNvSpPr>
              <a:spLocks noChangeShapeType="1"/>
            </p:cNvSpPr>
            <p:nvPr/>
          </p:nvSpPr>
          <p:spPr bwMode="auto">
            <a:xfrm>
              <a:off x="5268875" y="2861843"/>
              <a:ext cx="10060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3" name="Line 42"/>
            <p:cNvSpPr>
              <a:spLocks noChangeShapeType="1"/>
            </p:cNvSpPr>
            <p:nvPr/>
          </p:nvSpPr>
          <p:spPr bwMode="auto">
            <a:xfrm>
              <a:off x="2786264" y="2861843"/>
              <a:ext cx="94612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4" name="Line 37"/>
            <p:cNvSpPr>
              <a:spLocks noChangeShapeType="1"/>
            </p:cNvSpPr>
            <p:nvPr/>
          </p:nvSpPr>
          <p:spPr bwMode="auto">
            <a:xfrm>
              <a:off x="6333596" y="2920489"/>
              <a:ext cx="354473" cy="47308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5" name="Line 36"/>
            <p:cNvSpPr>
              <a:spLocks noChangeShapeType="1"/>
            </p:cNvSpPr>
            <p:nvPr/>
          </p:nvSpPr>
          <p:spPr bwMode="auto">
            <a:xfrm flipV="1">
              <a:off x="6333596" y="2566005"/>
              <a:ext cx="295828"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6" name="Line 31"/>
            <p:cNvSpPr>
              <a:spLocks noChangeShapeType="1"/>
            </p:cNvSpPr>
            <p:nvPr/>
          </p:nvSpPr>
          <p:spPr bwMode="auto">
            <a:xfrm flipV="1">
              <a:off x="4618575" y="1619843"/>
              <a:ext cx="354473"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7" name="Line 30"/>
            <p:cNvSpPr>
              <a:spLocks noChangeShapeType="1"/>
            </p:cNvSpPr>
            <p:nvPr/>
          </p:nvSpPr>
          <p:spPr bwMode="auto">
            <a:xfrm flipH="1" flipV="1">
              <a:off x="3909630" y="1619843"/>
              <a:ext cx="531709"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2051220"/>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32393" y="1385257"/>
              <a:ext cx="410510"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Text Box 7"/>
            <p:cNvSpPr txBox="1">
              <a:spLocks noChangeArrowheads="1"/>
            </p:cNvSpPr>
            <p:nvPr/>
          </p:nvSpPr>
          <p:spPr bwMode="auto">
            <a:xfrm>
              <a:off x="4479132" y="1148065"/>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128.56.24.34</a:t>
              </a:r>
            </a:p>
          </p:txBody>
        </p:sp>
        <p:sp>
          <p:nvSpPr>
            <p:cNvPr id="101" name="Text Box 8"/>
            <p:cNvSpPr txBox="1">
              <a:spLocks noChangeArrowheads="1"/>
            </p:cNvSpPr>
            <p:nvPr/>
          </p:nvSpPr>
          <p:spPr bwMode="auto">
            <a:xfrm>
              <a:off x="1836225"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135.27.74.52</a:t>
              </a:r>
            </a:p>
          </p:txBody>
        </p:sp>
        <p:sp>
          <p:nvSpPr>
            <p:cNvPr id="102" name="Text Box 9"/>
            <p:cNvSpPr txBox="1">
              <a:spLocks noChangeArrowheads="1"/>
            </p:cNvSpPr>
            <p:nvPr/>
          </p:nvSpPr>
          <p:spPr bwMode="auto">
            <a:xfrm>
              <a:off x="6252797"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130.12.14.56</a:t>
              </a:r>
            </a:p>
          </p:txBody>
        </p:sp>
        <p:sp>
          <p:nvSpPr>
            <p:cNvPr id="103" name="Text Box 10"/>
            <p:cNvSpPr txBox="1">
              <a:spLocks noChangeArrowheads="1"/>
            </p:cNvSpPr>
            <p:nvPr/>
          </p:nvSpPr>
          <p:spPr bwMode="auto">
            <a:xfrm>
              <a:off x="6370086" y="2881392"/>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130.12.14.43</a:t>
              </a:r>
            </a:p>
          </p:txBody>
        </p:sp>
        <p:pic>
          <p:nvPicPr>
            <p:cNvPr id="10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443" y="1374831"/>
              <a:ext cx="410511"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5"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77319" y="3099036"/>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8596"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7" name="Picture 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69476" y="3096429"/>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8" name="Picture 2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21258"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 name="Line 32"/>
            <p:cNvSpPr>
              <a:spLocks noChangeShapeType="1"/>
            </p:cNvSpPr>
            <p:nvPr/>
          </p:nvSpPr>
          <p:spPr bwMode="auto">
            <a:xfrm flipV="1">
              <a:off x="4028221" y="3689409"/>
              <a:ext cx="413117"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0"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0133" y="3748056"/>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1" name="Line 34"/>
            <p:cNvSpPr>
              <a:spLocks noChangeShapeType="1"/>
            </p:cNvSpPr>
            <p:nvPr/>
          </p:nvSpPr>
          <p:spPr bwMode="auto">
            <a:xfrm flipH="1" flipV="1">
              <a:off x="4559930" y="3689409"/>
              <a:ext cx="473065"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2" name="Picture 1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3604" y="3768908"/>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4651" y="2743247"/>
              <a:ext cx="414420" cy="2358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328931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23448" y="274455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6" name="Group 48"/>
            <p:cNvGrpSpPr>
              <a:grpSpLocks/>
            </p:cNvGrpSpPr>
            <p:nvPr/>
          </p:nvGrpSpPr>
          <p:grpSpPr bwMode="auto">
            <a:xfrm>
              <a:off x="3673749" y="2388762"/>
              <a:ext cx="1713719" cy="827566"/>
              <a:chOff x="912" y="768"/>
              <a:chExt cx="2400" cy="1584"/>
            </a:xfrm>
            <a:solidFill>
              <a:srgbClr val="0066FF"/>
            </a:solidFill>
          </p:grpSpPr>
          <p:sp>
            <p:nvSpPr>
              <p:cNvPr id="117" name="Oval 49"/>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50"/>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51"/>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52"/>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53"/>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54"/>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55"/>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4" name="Oval 56"/>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5" name="Oval 57"/>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26" name="Group 58"/>
              <p:cNvGrpSpPr>
                <a:grpSpLocks/>
              </p:cNvGrpSpPr>
              <p:nvPr/>
            </p:nvGrpSpPr>
            <p:grpSpPr bwMode="auto">
              <a:xfrm>
                <a:off x="912" y="768"/>
                <a:ext cx="2386" cy="1553"/>
                <a:chOff x="912" y="768"/>
                <a:chExt cx="2386" cy="1553"/>
              </a:xfrm>
              <a:grpFill/>
            </p:grpSpPr>
            <p:sp>
              <p:nvSpPr>
                <p:cNvPr id="127" name="Oval 59"/>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60"/>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61"/>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62"/>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63"/>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64"/>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65"/>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4" name="Oval 66"/>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5" name="Oval 67"/>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36" name="Text Box 68"/>
            <p:cNvSpPr txBox="1">
              <a:spLocks noChangeArrowheads="1"/>
            </p:cNvSpPr>
            <p:nvPr/>
          </p:nvSpPr>
          <p:spPr bwMode="auto">
            <a:xfrm>
              <a:off x="3919838" y="2552111"/>
              <a:ext cx="1338327" cy="515778"/>
            </a:xfrm>
            <a:prstGeom prst="rect">
              <a:avLst/>
            </a:prstGeom>
            <a:solidFill>
              <a:srgbClr val="99FFCC"/>
            </a:solidFill>
            <a:ln w="9525">
              <a:solidFill>
                <a:schemeClr val="tx1"/>
              </a:solidFill>
              <a:miter lim="800000"/>
              <a:headEnd/>
              <a:tailEnd/>
            </a:ln>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latin typeface="微软雅黑 Light" panose="020B0502040204020203" pitchFamily="34" charset="-122"/>
                  <a:ea typeface="微软雅黑 Light" panose="020B0502040204020203" pitchFamily="34" charset="-122"/>
                </a:rPr>
                <a:t>多播组</a:t>
              </a:r>
            </a:p>
            <a:p>
              <a:pPr algn="ctr" eaLnBrk="1" hangingPunct="1"/>
              <a:r>
                <a:rPr lang="en-US" altLang="zh-CN" sz="1200" dirty="0">
                  <a:latin typeface="微软雅黑 Light" panose="020B0502040204020203" pitchFamily="34" charset="-122"/>
                  <a:ea typeface="微软雅黑 Light" panose="020B0502040204020203" pitchFamily="34" charset="-122"/>
                </a:rPr>
                <a:t>226.15.37.123</a:t>
              </a:r>
            </a:p>
          </p:txBody>
        </p:sp>
        <p:sp>
          <p:nvSpPr>
            <p:cNvPr id="137" name="Text Box 74"/>
            <p:cNvSpPr txBox="1">
              <a:spLocks noChangeArrowheads="1"/>
            </p:cNvSpPr>
            <p:nvPr/>
          </p:nvSpPr>
          <p:spPr bwMode="auto">
            <a:xfrm>
              <a:off x="2727619" y="23887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8" name="Text Box 77"/>
            <p:cNvSpPr txBox="1">
              <a:spLocks noChangeArrowheads="1"/>
            </p:cNvSpPr>
            <p:nvPr/>
          </p:nvSpPr>
          <p:spPr bwMode="auto">
            <a:xfrm>
              <a:off x="5831333" y="2373659"/>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9" name="Text Box 78"/>
            <p:cNvSpPr txBox="1">
              <a:spLocks noChangeArrowheads="1"/>
            </p:cNvSpPr>
            <p:nvPr/>
          </p:nvSpPr>
          <p:spPr bwMode="auto">
            <a:xfrm>
              <a:off x="4726741" y="1837486"/>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0" name="Text Box 79"/>
            <p:cNvSpPr txBox="1">
              <a:spLocks noChangeArrowheads="1"/>
            </p:cNvSpPr>
            <p:nvPr/>
          </p:nvSpPr>
          <p:spPr bwMode="auto">
            <a:xfrm>
              <a:off x="5768004" y="31094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1" name="Text Box 81"/>
            <p:cNvSpPr txBox="1">
              <a:spLocks noChangeArrowheads="1"/>
            </p:cNvSpPr>
            <p:nvPr/>
          </p:nvSpPr>
          <p:spPr bwMode="auto">
            <a:xfrm>
              <a:off x="4028220" y="1974328"/>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1</a:t>
              </a:r>
            </a:p>
          </p:txBody>
        </p:sp>
        <p:sp>
          <p:nvSpPr>
            <p:cNvPr id="142" name="Text Box 82"/>
            <p:cNvSpPr txBox="1">
              <a:spLocks noChangeArrowheads="1"/>
            </p:cNvSpPr>
            <p:nvPr/>
          </p:nvSpPr>
          <p:spPr bwMode="auto">
            <a:xfrm>
              <a:off x="4003461" y="323587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4</a:t>
              </a:r>
            </a:p>
          </p:txBody>
        </p:sp>
        <p:sp>
          <p:nvSpPr>
            <p:cNvPr id="143" name="Text Box 83"/>
            <p:cNvSpPr txBox="1">
              <a:spLocks noChangeArrowheads="1"/>
            </p:cNvSpPr>
            <p:nvPr/>
          </p:nvSpPr>
          <p:spPr bwMode="auto">
            <a:xfrm>
              <a:off x="5422653" y="252690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3</a:t>
              </a:r>
            </a:p>
          </p:txBody>
        </p:sp>
        <p:sp>
          <p:nvSpPr>
            <p:cNvPr id="144" name="Text Box 84"/>
            <p:cNvSpPr txBox="1">
              <a:spLocks noChangeArrowheads="1"/>
            </p:cNvSpPr>
            <p:nvPr/>
          </p:nvSpPr>
          <p:spPr bwMode="auto">
            <a:xfrm>
              <a:off x="3354463" y="2585554"/>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2</a:t>
              </a:r>
            </a:p>
          </p:txBody>
        </p:sp>
        <p:sp>
          <p:nvSpPr>
            <p:cNvPr id="145" name="Text Box 7"/>
            <p:cNvSpPr txBox="1">
              <a:spLocks noChangeArrowheads="1"/>
            </p:cNvSpPr>
            <p:nvPr/>
          </p:nvSpPr>
          <p:spPr bwMode="auto">
            <a:xfrm>
              <a:off x="887807" y="2270166"/>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146" name="Text Box 7"/>
            <p:cNvSpPr txBox="1">
              <a:spLocks noChangeArrowheads="1"/>
            </p:cNvSpPr>
            <p:nvPr/>
          </p:nvSpPr>
          <p:spPr bwMode="auto">
            <a:xfrm>
              <a:off x="7071850" y="2270166"/>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147" name="Text Box 7"/>
            <p:cNvSpPr txBox="1">
              <a:spLocks noChangeArrowheads="1"/>
            </p:cNvSpPr>
            <p:nvPr/>
          </p:nvSpPr>
          <p:spPr bwMode="auto">
            <a:xfrm>
              <a:off x="5262323" y="3748056"/>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148" name="Text Box 7"/>
            <p:cNvSpPr txBox="1">
              <a:spLocks noChangeArrowheads="1"/>
            </p:cNvSpPr>
            <p:nvPr/>
          </p:nvSpPr>
          <p:spPr bwMode="auto">
            <a:xfrm>
              <a:off x="3140700" y="3741540"/>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149" name="Text Box 7"/>
            <p:cNvSpPr txBox="1">
              <a:spLocks noChangeArrowheads="1"/>
            </p:cNvSpPr>
            <p:nvPr/>
          </p:nvSpPr>
          <p:spPr bwMode="auto">
            <a:xfrm>
              <a:off x="1368338" y="3097732"/>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latin typeface="微软雅黑 Light" panose="020B0502040204020203" pitchFamily="34" charset="-122"/>
                  <a:ea typeface="微软雅黑 Light" panose="020B0502040204020203" pitchFamily="34" charset="-122"/>
                </a:rPr>
                <a:t>未参加</a:t>
              </a:r>
              <a:endParaRPr lang="en-US" altLang="zh-CN" sz="1200" dirty="0">
                <a:latin typeface="微软雅黑 Light" panose="020B0502040204020203" pitchFamily="34" charset="-122"/>
                <a:ea typeface="微软雅黑 Light" panose="020B0502040204020203" pitchFamily="34" charset="-122"/>
              </a:endParaRPr>
            </a:p>
            <a:p>
              <a:pPr algn="ctr" eaLnBrk="1" hangingPunct="1"/>
              <a:r>
                <a:rPr lang="zh-CN" altLang="en-US" sz="1200" dirty="0">
                  <a:latin typeface="微软雅黑 Light" panose="020B0502040204020203" pitchFamily="34" charset="-122"/>
                  <a:ea typeface="微软雅黑 Light" panose="020B0502040204020203" pitchFamily="34" charset="-122"/>
                </a:rPr>
                <a:t>多播组</a:t>
              </a:r>
              <a:endParaRPr lang="en-US" altLang="zh-CN" sz="1200" dirty="0">
                <a:latin typeface="微软雅黑 Light" panose="020B0502040204020203" pitchFamily="34" charset="-122"/>
                <a:ea typeface="微软雅黑 Light" panose="020B0502040204020203" pitchFamily="34" charset="-122"/>
              </a:endParaRPr>
            </a:p>
          </p:txBody>
        </p:sp>
        <p:sp>
          <p:nvSpPr>
            <p:cNvPr id="150" name="Text Box 7"/>
            <p:cNvSpPr txBox="1">
              <a:spLocks noChangeArrowheads="1"/>
            </p:cNvSpPr>
            <p:nvPr/>
          </p:nvSpPr>
          <p:spPr bwMode="auto">
            <a:xfrm>
              <a:off x="7071849" y="3157682"/>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pic>
          <p:nvPicPr>
            <p:cNvPr id="1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54023" y="1859641"/>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21173" y="2803197"/>
              <a:ext cx="328408"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34475" y="3587755"/>
              <a:ext cx="327105"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84267" y="2807107"/>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a:endCxn id="104" idx="2"/>
            </p:cNvCxnSpPr>
            <p:nvPr/>
          </p:nvCxnSpPr>
          <p:spPr>
            <a:xfrm flipV="1">
              <a:off x="4559930" y="1746259"/>
              <a:ext cx="414420" cy="34666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6028646" y="2479990"/>
              <a:ext cx="518677" cy="337543"/>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06" idx="3"/>
            </p:cNvCxnSpPr>
            <p:nvPr/>
          </p:nvCxnSpPr>
          <p:spPr>
            <a:xfrm>
              <a:off x="2519106" y="2448712"/>
              <a:ext cx="504342" cy="35448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6018220" y="2993472"/>
              <a:ext cx="534315" cy="342756"/>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Line 16"/>
          <p:cNvSpPr>
            <a:spLocks noChangeShapeType="1"/>
          </p:cNvSpPr>
          <p:nvPr/>
        </p:nvSpPr>
        <p:spPr bwMode="auto">
          <a:xfrm>
            <a:off x="2589919" y="3110129"/>
            <a:ext cx="535673" cy="839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 name="任意多边形 43"/>
          <p:cNvSpPr/>
          <p:nvPr/>
        </p:nvSpPr>
        <p:spPr>
          <a:xfrm>
            <a:off x="2000171" y="3108262"/>
            <a:ext cx="4351289" cy="1377058"/>
          </a:xfrm>
          <a:custGeom>
            <a:avLst/>
            <a:gdLst>
              <a:gd name="connsiteX0" fmla="*/ 147204 w 4266044"/>
              <a:gd name="connsiteY0" fmla="*/ 77932 h 1078345"/>
              <a:gd name="connsiteX1" fmla="*/ 337704 w 4266044"/>
              <a:gd name="connsiteY1" fmla="*/ 46759 h 1078345"/>
              <a:gd name="connsiteX2" fmla="*/ 393122 w 4266044"/>
              <a:gd name="connsiteY2" fmla="*/ 50223 h 1078345"/>
              <a:gd name="connsiteX3" fmla="*/ 642504 w 4266044"/>
              <a:gd name="connsiteY3" fmla="*/ 195696 h 1078345"/>
              <a:gd name="connsiteX4" fmla="*/ 749877 w 4266044"/>
              <a:gd name="connsiteY4" fmla="*/ 355023 h 1078345"/>
              <a:gd name="connsiteX5" fmla="*/ 749877 w 4266044"/>
              <a:gd name="connsiteY5" fmla="*/ 365414 h 1078345"/>
              <a:gd name="connsiteX6" fmla="*/ 819149 w 4266044"/>
              <a:gd name="connsiteY6" fmla="*/ 538596 h 1078345"/>
              <a:gd name="connsiteX7" fmla="*/ 954231 w 4266044"/>
              <a:gd name="connsiteY7" fmla="*/ 808759 h 1078345"/>
              <a:gd name="connsiteX8" fmla="*/ 1459922 w 4266044"/>
              <a:gd name="connsiteY8" fmla="*/ 947305 h 1078345"/>
              <a:gd name="connsiteX9" fmla="*/ 2530186 w 4266044"/>
              <a:gd name="connsiteY9" fmla="*/ 1016578 h 1078345"/>
              <a:gd name="connsiteX10" fmla="*/ 2744931 w 4266044"/>
              <a:gd name="connsiteY10" fmla="*/ 1013114 h 1078345"/>
              <a:gd name="connsiteX11" fmla="*/ 2873086 w 4266044"/>
              <a:gd name="connsiteY11" fmla="*/ 957696 h 1078345"/>
              <a:gd name="connsiteX12" fmla="*/ 2949286 w 4266044"/>
              <a:gd name="connsiteY12" fmla="*/ 697923 h 1078345"/>
              <a:gd name="connsiteX13" fmla="*/ 2945822 w 4266044"/>
              <a:gd name="connsiteY13" fmla="*/ 445078 h 1078345"/>
              <a:gd name="connsiteX14" fmla="*/ 3060122 w 4266044"/>
              <a:gd name="connsiteY14" fmla="*/ 126423 h 1078345"/>
              <a:gd name="connsiteX15" fmla="*/ 3784022 w 4266044"/>
              <a:gd name="connsiteY15" fmla="*/ 88323 h 1078345"/>
              <a:gd name="connsiteX16" fmla="*/ 4009159 w 4266044"/>
              <a:gd name="connsiteY16" fmla="*/ 126423 h 1078345"/>
              <a:gd name="connsiteX17" fmla="*/ 4109604 w 4266044"/>
              <a:gd name="connsiteY17" fmla="*/ 237259 h 1078345"/>
              <a:gd name="connsiteX18" fmla="*/ 4213513 w 4266044"/>
              <a:gd name="connsiteY18" fmla="*/ 427759 h 1078345"/>
              <a:gd name="connsiteX19" fmla="*/ 4258540 w 4266044"/>
              <a:gd name="connsiteY19" fmla="*/ 635578 h 1078345"/>
              <a:gd name="connsiteX20" fmla="*/ 4258540 w 4266044"/>
              <a:gd name="connsiteY20" fmla="*/ 791441 h 1078345"/>
              <a:gd name="connsiteX21" fmla="*/ 4251613 w 4266044"/>
              <a:gd name="connsiteY21" fmla="*/ 815687 h 1078345"/>
              <a:gd name="connsiteX22" fmla="*/ 4223904 w 4266044"/>
              <a:gd name="connsiteY22" fmla="*/ 871105 h 1078345"/>
              <a:gd name="connsiteX23" fmla="*/ 4137313 w 4266044"/>
              <a:gd name="connsiteY23" fmla="*/ 912668 h 1078345"/>
              <a:gd name="connsiteX24" fmla="*/ 3905249 w 4266044"/>
              <a:gd name="connsiteY24" fmla="*/ 964623 h 1078345"/>
              <a:gd name="connsiteX25" fmla="*/ 3448049 w 4266044"/>
              <a:gd name="connsiteY25" fmla="*/ 1033896 h 1078345"/>
              <a:gd name="connsiteX26" fmla="*/ 2734540 w 4266044"/>
              <a:gd name="connsiteY26" fmla="*/ 1065068 h 1078345"/>
              <a:gd name="connsiteX27" fmla="*/ 555913 w 4266044"/>
              <a:gd name="connsiteY27" fmla="*/ 954232 h 1078345"/>
              <a:gd name="connsiteX28" fmla="*/ 555913 w 4266044"/>
              <a:gd name="connsiteY28" fmla="*/ 954232 h 1078345"/>
              <a:gd name="connsiteX29" fmla="*/ 285749 w 4266044"/>
              <a:gd name="connsiteY29" fmla="*/ 919596 h 1078345"/>
              <a:gd name="connsiteX30" fmla="*/ 46759 w 4266044"/>
              <a:gd name="connsiteY30" fmla="*/ 774123 h 1078345"/>
              <a:gd name="connsiteX31" fmla="*/ 15586 w 4266044"/>
              <a:gd name="connsiteY31" fmla="*/ 514350 h 1078345"/>
              <a:gd name="connsiteX32" fmla="*/ 147204 w 4266044"/>
              <a:gd name="connsiteY32" fmla="*/ 77932 h 1078345"/>
              <a:gd name="connsiteX0" fmla="*/ 147204 w 4266044"/>
              <a:gd name="connsiteY0" fmla="*/ 77932 h 1122920"/>
              <a:gd name="connsiteX1" fmla="*/ 337704 w 4266044"/>
              <a:gd name="connsiteY1" fmla="*/ 46759 h 1122920"/>
              <a:gd name="connsiteX2" fmla="*/ 393122 w 4266044"/>
              <a:gd name="connsiteY2" fmla="*/ 50223 h 1122920"/>
              <a:gd name="connsiteX3" fmla="*/ 642504 w 4266044"/>
              <a:gd name="connsiteY3" fmla="*/ 195696 h 1122920"/>
              <a:gd name="connsiteX4" fmla="*/ 749877 w 4266044"/>
              <a:gd name="connsiteY4" fmla="*/ 355023 h 1122920"/>
              <a:gd name="connsiteX5" fmla="*/ 749877 w 4266044"/>
              <a:gd name="connsiteY5" fmla="*/ 365414 h 1122920"/>
              <a:gd name="connsiteX6" fmla="*/ 819149 w 4266044"/>
              <a:gd name="connsiteY6" fmla="*/ 538596 h 1122920"/>
              <a:gd name="connsiteX7" fmla="*/ 954231 w 4266044"/>
              <a:gd name="connsiteY7" fmla="*/ 808759 h 1122920"/>
              <a:gd name="connsiteX8" fmla="*/ 1459922 w 4266044"/>
              <a:gd name="connsiteY8" fmla="*/ 947305 h 1122920"/>
              <a:gd name="connsiteX9" fmla="*/ 2530186 w 4266044"/>
              <a:gd name="connsiteY9" fmla="*/ 1016578 h 1122920"/>
              <a:gd name="connsiteX10" fmla="*/ 2744931 w 4266044"/>
              <a:gd name="connsiteY10" fmla="*/ 1013114 h 1122920"/>
              <a:gd name="connsiteX11" fmla="*/ 2873086 w 4266044"/>
              <a:gd name="connsiteY11" fmla="*/ 957696 h 1122920"/>
              <a:gd name="connsiteX12" fmla="*/ 2949286 w 4266044"/>
              <a:gd name="connsiteY12" fmla="*/ 697923 h 1122920"/>
              <a:gd name="connsiteX13" fmla="*/ 2945822 w 4266044"/>
              <a:gd name="connsiteY13" fmla="*/ 445078 h 1122920"/>
              <a:gd name="connsiteX14" fmla="*/ 3060122 w 4266044"/>
              <a:gd name="connsiteY14" fmla="*/ 126423 h 1122920"/>
              <a:gd name="connsiteX15" fmla="*/ 3784022 w 4266044"/>
              <a:gd name="connsiteY15" fmla="*/ 88323 h 1122920"/>
              <a:gd name="connsiteX16" fmla="*/ 4009159 w 4266044"/>
              <a:gd name="connsiteY16" fmla="*/ 126423 h 1122920"/>
              <a:gd name="connsiteX17" fmla="*/ 4109604 w 4266044"/>
              <a:gd name="connsiteY17" fmla="*/ 237259 h 1122920"/>
              <a:gd name="connsiteX18" fmla="*/ 4213513 w 4266044"/>
              <a:gd name="connsiteY18" fmla="*/ 427759 h 1122920"/>
              <a:gd name="connsiteX19" fmla="*/ 4258540 w 4266044"/>
              <a:gd name="connsiteY19" fmla="*/ 635578 h 1122920"/>
              <a:gd name="connsiteX20" fmla="*/ 4258540 w 4266044"/>
              <a:gd name="connsiteY20" fmla="*/ 791441 h 1122920"/>
              <a:gd name="connsiteX21" fmla="*/ 4251613 w 4266044"/>
              <a:gd name="connsiteY21" fmla="*/ 815687 h 1122920"/>
              <a:gd name="connsiteX22" fmla="*/ 4223904 w 4266044"/>
              <a:gd name="connsiteY22" fmla="*/ 871105 h 1122920"/>
              <a:gd name="connsiteX23" fmla="*/ 4137313 w 4266044"/>
              <a:gd name="connsiteY23" fmla="*/ 912668 h 1122920"/>
              <a:gd name="connsiteX24" fmla="*/ 3905249 w 4266044"/>
              <a:gd name="connsiteY24" fmla="*/ 964623 h 1122920"/>
              <a:gd name="connsiteX25" fmla="*/ 3448049 w 4266044"/>
              <a:gd name="connsiteY25" fmla="*/ 1033896 h 1122920"/>
              <a:gd name="connsiteX26" fmla="*/ 2734540 w 4266044"/>
              <a:gd name="connsiteY26" fmla="*/ 1065068 h 1122920"/>
              <a:gd name="connsiteX27" fmla="*/ 1916200 w 4266044"/>
              <a:gd name="connsiteY27" fmla="*/ 1104447 h 1122920"/>
              <a:gd name="connsiteX28" fmla="*/ 555913 w 4266044"/>
              <a:gd name="connsiteY28" fmla="*/ 954232 h 1122920"/>
              <a:gd name="connsiteX29" fmla="*/ 555913 w 4266044"/>
              <a:gd name="connsiteY29" fmla="*/ 954232 h 1122920"/>
              <a:gd name="connsiteX30" fmla="*/ 285749 w 4266044"/>
              <a:gd name="connsiteY30" fmla="*/ 919596 h 1122920"/>
              <a:gd name="connsiteX31" fmla="*/ 46759 w 4266044"/>
              <a:gd name="connsiteY31" fmla="*/ 774123 h 1122920"/>
              <a:gd name="connsiteX32" fmla="*/ 15586 w 4266044"/>
              <a:gd name="connsiteY32" fmla="*/ 514350 h 1122920"/>
              <a:gd name="connsiteX33" fmla="*/ 147204 w 4266044"/>
              <a:gd name="connsiteY33" fmla="*/ 77932 h 1122920"/>
              <a:gd name="connsiteX0" fmla="*/ 147204 w 4266044"/>
              <a:gd name="connsiteY0" fmla="*/ 77932 h 1188212"/>
              <a:gd name="connsiteX1" fmla="*/ 337704 w 4266044"/>
              <a:gd name="connsiteY1" fmla="*/ 46759 h 1188212"/>
              <a:gd name="connsiteX2" fmla="*/ 393122 w 4266044"/>
              <a:gd name="connsiteY2" fmla="*/ 50223 h 1188212"/>
              <a:gd name="connsiteX3" fmla="*/ 642504 w 4266044"/>
              <a:gd name="connsiteY3" fmla="*/ 195696 h 1188212"/>
              <a:gd name="connsiteX4" fmla="*/ 749877 w 4266044"/>
              <a:gd name="connsiteY4" fmla="*/ 355023 h 1188212"/>
              <a:gd name="connsiteX5" fmla="*/ 749877 w 4266044"/>
              <a:gd name="connsiteY5" fmla="*/ 365414 h 1188212"/>
              <a:gd name="connsiteX6" fmla="*/ 819149 w 4266044"/>
              <a:gd name="connsiteY6" fmla="*/ 538596 h 1188212"/>
              <a:gd name="connsiteX7" fmla="*/ 954231 w 4266044"/>
              <a:gd name="connsiteY7" fmla="*/ 808759 h 1188212"/>
              <a:gd name="connsiteX8" fmla="*/ 1459922 w 4266044"/>
              <a:gd name="connsiteY8" fmla="*/ 947305 h 1188212"/>
              <a:gd name="connsiteX9" fmla="*/ 2530186 w 4266044"/>
              <a:gd name="connsiteY9" fmla="*/ 1016578 h 1188212"/>
              <a:gd name="connsiteX10" fmla="*/ 2744931 w 4266044"/>
              <a:gd name="connsiteY10" fmla="*/ 1013114 h 1188212"/>
              <a:gd name="connsiteX11" fmla="*/ 2873086 w 4266044"/>
              <a:gd name="connsiteY11" fmla="*/ 957696 h 1188212"/>
              <a:gd name="connsiteX12" fmla="*/ 2949286 w 4266044"/>
              <a:gd name="connsiteY12" fmla="*/ 697923 h 1188212"/>
              <a:gd name="connsiteX13" fmla="*/ 2945822 w 4266044"/>
              <a:gd name="connsiteY13" fmla="*/ 445078 h 1188212"/>
              <a:gd name="connsiteX14" fmla="*/ 3060122 w 4266044"/>
              <a:gd name="connsiteY14" fmla="*/ 126423 h 1188212"/>
              <a:gd name="connsiteX15" fmla="*/ 3784022 w 4266044"/>
              <a:gd name="connsiteY15" fmla="*/ 88323 h 1188212"/>
              <a:gd name="connsiteX16" fmla="*/ 4009159 w 4266044"/>
              <a:gd name="connsiteY16" fmla="*/ 126423 h 1188212"/>
              <a:gd name="connsiteX17" fmla="*/ 4109604 w 4266044"/>
              <a:gd name="connsiteY17" fmla="*/ 237259 h 1188212"/>
              <a:gd name="connsiteX18" fmla="*/ 4213513 w 4266044"/>
              <a:gd name="connsiteY18" fmla="*/ 427759 h 1188212"/>
              <a:gd name="connsiteX19" fmla="*/ 4258540 w 4266044"/>
              <a:gd name="connsiteY19" fmla="*/ 635578 h 1188212"/>
              <a:gd name="connsiteX20" fmla="*/ 4258540 w 4266044"/>
              <a:gd name="connsiteY20" fmla="*/ 791441 h 1188212"/>
              <a:gd name="connsiteX21" fmla="*/ 4251613 w 4266044"/>
              <a:gd name="connsiteY21" fmla="*/ 815687 h 1188212"/>
              <a:gd name="connsiteX22" fmla="*/ 4223904 w 4266044"/>
              <a:gd name="connsiteY22" fmla="*/ 871105 h 1188212"/>
              <a:gd name="connsiteX23" fmla="*/ 4137313 w 4266044"/>
              <a:gd name="connsiteY23" fmla="*/ 912668 h 1188212"/>
              <a:gd name="connsiteX24" fmla="*/ 3905249 w 4266044"/>
              <a:gd name="connsiteY24" fmla="*/ 964623 h 1188212"/>
              <a:gd name="connsiteX25" fmla="*/ 3448049 w 4266044"/>
              <a:gd name="connsiteY25" fmla="*/ 1033896 h 1188212"/>
              <a:gd name="connsiteX26" fmla="*/ 2780296 w 4266044"/>
              <a:gd name="connsiteY26" fmla="*/ 1176454 h 1188212"/>
              <a:gd name="connsiteX27" fmla="*/ 1916200 w 4266044"/>
              <a:gd name="connsiteY27" fmla="*/ 1104447 h 1188212"/>
              <a:gd name="connsiteX28" fmla="*/ 555913 w 4266044"/>
              <a:gd name="connsiteY28" fmla="*/ 954232 h 1188212"/>
              <a:gd name="connsiteX29" fmla="*/ 555913 w 4266044"/>
              <a:gd name="connsiteY29" fmla="*/ 954232 h 1188212"/>
              <a:gd name="connsiteX30" fmla="*/ 285749 w 4266044"/>
              <a:gd name="connsiteY30" fmla="*/ 919596 h 1188212"/>
              <a:gd name="connsiteX31" fmla="*/ 46759 w 4266044"/>
              <a:gd name="connsiteY31" fmla="*/ 774123 h 1188212"/>
              <a:gd name="connsiteX32" fmla="*/ 15586 w 4266044"/>
              <a:gd name="connsiteY32" fmla="*/ 514350 h 1188212"/>
              <a:gd name="connsiteX33" fmla="*/ 147204 w 4266044"/>
              <a:gd name="connsiteY33" fmla="*/ 77932 h 1188212"/>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05249 w 4266044"/>
              <a:gd name="connsiteY24" fmla="*/ 964623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836080 w 4266044"/>
              <a:gd name="connsiteY28" fmla="*/ 1104446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200457"/>
              <a:gd name="connsiteX1" fmla="*/ 337704 w 4266044"/>
              <a:gd name="connsiteY1" fmla="*/ 46759 h 1200457"/>
              <a:gd name="connsiteX2" fmla="*/ 393122 w 4266044"/>
              <a:gd name="connsiteY2" fmla="*/ 50223 h 1200457"/>
              <a:gd name="connsiteX3" fmla="*/ 642504 w 4266044"/>
              <a:gd name="connsiteY3" fmla="*/ 195696 h 1200457"/>
              <a:gd name="connsiteX4" fmla="*/ 749877 w 4266044"/>
              <a:gd name="connsiteY4" fmla="*/ 355023 h 1200457"/>
              <a:gd name="connsiteX5" fmla="*/ 749877 w 4266044"/>
              <a:gd name="connsiteY5" fmla="*/ 365414 h 1200457"/>
              <a:gd name="connsiteX6" fmla="*/ 819149 w 4266044"/>
              <a:gd name="connsiteY6" fmla="*/ 538596 h 1200457"/>
              <a:gd name="connsiteX7" fmla="*/ 954231 w 4266044"/>
              <a:gd name="connsiteY7" fmla="*/ 808759 h 1200457"/>
              <a:gd name="connsiteX8" fmla="*/ 1459922 w 4266044"/>
              <a:gd name="connsiteY8" fmla="*/ 947305 h 1200457"/>
              <a:gd name="connsiteX9" fmla="*/ 2530186 w 4266044"/>
              <a:gd name="connsiteY9" fmla="*/ 1016578 h 1200457"/>
              <a:gd name="connsiteX10" fmla="*/ 2744931 w 4266044"/>
              <a:gd name="connsiteY10" fmla="*/ 1013114 h 1200457"/>
              <a:gd name="connsiteX11" fmla="*/ 2873086 w 4266044"/>
              <a:gd name="connsiteY11" fmla="*/ 957696 h 1200457"/>
              <a:gd name="connsiteX12" fmla="*/ 2949286 w 4266044"/>
              <a:gd name="connsiteY12" fmla="*/ 697923 h 1200457"/>
              <a:gd name="connsiteX13" fmla="*/ 2945822 w 4266044"/>
              <a:gd name="connsiteY13" fmla="*/ 445078 h 1200457"/>
              <a:gd name="connsiteX14" fmla="*/ 3060122 w 4266044"/>
              <a:gd name="connsiteY14" fmla="*/ 126423 h 1200457"/>
              <a:gd name="connsiteX15" fmla="*/ 3784022 w 4266044"/>
              <a:gd name="connsiteY15" fmla="*/ 88323 h 1200457"/>
              <a:gd name="connsiteX16" fmla="*/ 4009159 w 4266044"/>
              <a:gd name="connsiteY16" fmla="*/ 126423 h 1200457"/>
              <a:gd name="connsiteX17" fmla="*/ 4109604 w 4266044"/>
              <a:gd name="connsiteY17" fmla="*/ 237259 h 1200457"/>
              <a:gd name="connsiteX18" fmla="*/ 4213513 w 4266044"/>
              <a:gd name="connsiteY18" fmla="*/ 427759 h 1200457"/>
              <a:gd name="connsiteX19" fmla="*/ 4258540 w 4266044"/>
              <a:gd name="connsiteY19" fmla="*/ 635578 h 1200457"/>
              <a:gd name="connsiteX20" fmla="*/ 4258540 w 4266044"/>
              <a:gd name="connsiteY20" fmla="*/ 791441 h 1200457"/>
              <a:gd name="connsiteX21" fmla="*/ 4251613 w 4266044"/>
              <a:gd name="connsiteY21" fmla="*/ 815687 h 1200457"/>
              <a:gd name="connsiteX22" fmla="*/ 4223904 w 4266044"/>
              <a:gd name="connsiteY22" fmla="*/ 871105 h 1200457"/>
              <a:gd name="connsiteX23" fmla="*/ 4137313 w 4266044"/>
              <a:gd name="connsiteY23" fmla="*/ 912668 h 1200457"/>
              <a:gd name="connsiteX24" fmla="*/ 3932424 w 4266044"/>
              <a:gd name="connsiteY24" fmla="*/ 1032438 h 1200457"/>
              <a:gd name="connsiteX25" fmla="*/ 3500376 w 4266044"/>
              <a:gd name="connsiteY25" fmla="*/ 1176454 h 1200457"/>
              <a:gd name="connsiteX26" fmla="*/ 2780296 w 4266044"/>
              <a:gd name="connsiteY26" fmla="*/ 1176454 h 1200457"/>
              <a:gd name="connsiteX27" fmla="*/ 1916200 w 4266044"/>
              <a:gd name="connsiteY27" fmla="*/ 1176454 h 1200457"/>
              <a:gd name="connsiteX28" fmla="*/ 836080 w 4266044"/>
              <a:gd name="connsiteY28" fmla="*/ 1104446 h 1200457"/>
              <a:gd name="connsiteX29" fmla="*/ 548048 w 4266044"/>
              <a:gd name="connsiteY29" fmla="*/ 1032438 h 1200457"/>
              <a:gd name="connsiteX30" fmla="*/ 285749 w 4266044"/>
              <a:gd name="connsiteY30" fmla="*/ 919596 h 1200457"/>
              <a:gd name="connsiteX31" fmla="*/ 46759 w 4266044"/>
              <a:gd name="connsiteY31" fmla="*/ 774123 h 1200457"/>
              <a:gd name="connsiteX32" fmla="*/ 15586 w 4266044"/>
              <a:gd name="connsiteY32" fmla="*/ 514350 h 1200457"/>
              <a:gd name="connsiteX33" fmla="*/ 147204 w 4266044"/>
              <a:gd name="connsiteY33" fmla="*/ 77932 h 1200457"/>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4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3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642504 w 4266044"/>
              <a:gd name="connsiteY2" fmla="*/ 195696 h 1248462"/>
              <a:gd name="connsiteX3" fmla="*/ 749877 w 4266044"/>
              <a:gd name="connsiteY3" fmla="*/ 355023 h 1248462"/>
              <a:gd name="connsiteX4" fmla="*/ 749877 w 4266044"/>
              <a:gd name="connsiteY4" fmla="*/ 365414 h 1248462"/>
              <a:gd name="connsiteX5" fmla="*/ 819149 w 4266044"/>
              <a:gd name="connsiteY5" fmla="*/ 538596 h 1248462"/>
              <a:gd name="connsiteX6" fmla="*/ 954231 w 4266044"/>
              <a:gd name="connsiteY6" fmla="*/ 808759 h 1248462"/>
              <a:gd name="connsiteX7" fmla="*/ 1459922 w 4266044"/>
              <a:gd name="connsiteY7" fmla="*/ 947305 h 1248462"/>
              <a:gd name="connsiteX8" fmla="*/ 2530186 w 4266044"/>
              <a:gd name="connsiteY8" fmla="*/ 1016578 h 1248462"/>
              <a:gd name="connsiteX9" fmla="*/ 2744931 w 4266044"/>
              <a:gd name="connsiteY9" fmla="*/ 1013114 h 1248462"/>
              <a:gd name="connsiteX10" fmla="*/ 2873086 w 4266044"/>
              <a:gd name="connsiteY10" fmla="*/ 957696 h 1248462"/>
              <a:gd name="connsiteX11" fmla="*/ 2949286 w 4266044"/>
              <a:gd name="connsiteY11" fmla="*/ 697923 h 1248462"/>
              <a:gd name="connsiteX12" fmla="*/ 2945822 w 4266044"/>
              <a:gd name="connsiteY12" fmla="*/ 445078 h 1248462"/>
              <a:gd name="connsiteX13" fmla="*/ 3060122 w 4266044"/>
              <a:gd name="connsiteY13" fmla="*/ 126423 h 1248462"/>
              <a:gd name="connsiteX14" fmla="*/ 3784022 w 4266044"/>
              <a:gd name="connsiteY14" fmla="*/ 88323 h 1248462"/>
              <a:gd name="connsiteX15" fmla="*/ 4009159 w 4266044"/>
              <a:gd name="connsiteY15" fmla="*/ 126423 h 1248462"/>
              <a:gd name="connsiteX16" fmla="*/ 4109604 w 4266044"/>
              <a:gd name="connsiteY16" fmla="*/ 237259 h 1248462"/>
              <a:gd name="connsiteX17" fmla="*/ 4213513 w 4266044"/>
              <a:gd name="connsiteY17" fmla="*/ 427759 h 1248462"/>
              <a:gd name="connsiteX18" fmla="*/ 4258540 w 4266044"/>
              <a:gd name="connsiteY18" fmla="*/ 635578 h 1248462"/>
              <a:gd name="connsiteX19" fmla="*/ 4258540 w 4266044"/>
              <a:gd name="connsiteY19" fmla="*/ 791441 h 1248462"/>
              <a:gd name="connsiteX20" fmla="*/ 4251613 w 4266044"/>
              <a:gd name="connsiteY20" fmla="*/ 815687 h 1248462"/>
              <a:gd name="connsiteX21" fmla="*/ 4223904 w 4266044"/>
              <a:gd name="connsiteY21" fmla="*/ 871105 h 1248462"/>
              <a:gd name="connsiteX22" fmla="*/ 4137313 w 4266044"/>
              <a:gd name="connsiteY22" fmla="*/ 912668 h 1248462"/>
              <a:gd name="connsiteX23" fmla="*/ 3932424 w 4266044"/>
              <a:gd name="connsiteY23" fmla="*/ 1032438 h 1248462"/>
              <a:gd name="connsiteX24" fmla="*/ 3500376 w 4266044"/>
              <a:gd name="connsiteY24" fmla="*/ 1176454 h 1248462"/>
              <a:gd name="connsiteX25" fmla="*/ 2780296 w 4266044"/>
              <a:gd name="connsiteY25" fmla="*/ 1248462 h 1248462"/>
              <a:gd name="connsiteX26" fmla="*/ 1916200 w 4266044"/>
              <a:gd name="connsiteY26" fmla="*/ 1176453 h 1248462"/>
              <a:gd name="connsiteX27" fmla="*/ 836080 w 4266044"/>
              <a:gd name="connsiteY27" fmla="*/ 1104446 h 1248462"/>
              <a:gd name="connsiteX28" fmla="*/ 548048 w 4266044"/>
              <a:gd name="connsiteY28" fmla="*/ 1032438 h 1248462"/>
              <a:gd name="connsiteX29" fmla="*/ 285749 w 4266044"/>
              <a:gd name="connsiteY29" fmla="*/ 919596 h 1248462"/>
              <a:gd name="connsiteX30" fmla="*/ 46759 w 4266044"/>
              <a:gd name="connsiteY30" fmla="*/ 774123 h 1248462"/>
              <a:gd name="connsiteX31" fmla="*/ 15586 w 4266044"/>
              <a:gd name="connsiteY31" fmla="*/ 514350 h 1248462"/>
              <a:gd name="connsiteX32" fmla="*/ 147204 w 4266044"/>
              <a:gd name="connsiteY32" fmla="*/ 77932 h 1248462"/>
              <a:gd name="connsiteX0" fmla="*/ 114268 w 4264312"/>
              <a:gd name="connsiteY0" fmla="*/ 126142 h 1206262"/>
              <a:gd name="connsiteX1" fmla="*/ 335972 w 4264312"/>
              <a:gd name="connsiteY1" fmla="*/ 4559 h 1206262"/>
              <a:gd name="connsiteX2" fmla="*/ 640772 w 4264312"/>
              <a:gd name="connsiteY2" fmla="*/ 153496 h 1206262"/>
              <a:gd name="connsiteX3" fmla="*/ 748145 w 4264312"/>
              <a:gd name="connsiteY3" fmla="*/ 312823 h 1206262"/>
              <a:gd name="connsiteX4" fmla="*/ 748145 w 4264312"/>
              <a:gd name="connsiteY4" fmla="*/ 323214 h 1206262"/>
              <a:gd name="connsiteX5" fmla="*/ 817417 w 4264312"/>
              <a:gd name="connsiteY5" fmla="*/ 496396 h 1206262"/>
              <a:gd name="connsiteX6" fmla="*/ 952499 w 4264312"/>
              <a:gd name="connsiteY6" fmla="*/ 766559 h 1206262"/>
              <a:gd name="connsiteX7" fmla="*/ 1458190 w 4264312"/>
              <a:gd name="connsiteY7" fmla="*/ 905105 h 1206262"/>
              <a:gd name="connsiteX8" fmla="*/ 2528454 w 4264312"/>
              <a:gd name="connsiteY8" fmla="*/ 974378 h 1206262"/>
              <a:gd name="connsiteX9" fmla="*/ 2743199 w 4264312"/>
              <a:gd name="connsiteY9" fmla="*/ 970914 h 1206262"/>
              <a:gd name="connsiteX10" fmla="*/ 2871354 w 4264312"/>
              <a:gd name="connsiteY10" fmla="*/ 915496 h 1206262"/>
              <a:gd name="connsiteX11" fmla="*/ 2947554 w 4264312"/>
              <a:gd name="connsiteY11" fmla="*/ 655723 h 1206262"/>
              <a:gd name="connsiteX12" fmla="*/ 2944090 w 4264312"/>
              <a:gd name="connsiteY12" fmla="*/ 402878 h 1206262"/>
              <a:gd name="connsiteX13" fmla="*/ 3058390 w 4264312"/>
              <a:gd name="connsiteY13" fmla="*/ 84223 h 1206262"/>
              <a:gd name="connsiteX14" fmla="*/ 3782290 w 4264312"/>
              <a:gd name="connsiteY14" fmla="*/ 46123 h 1206262"/>
              <a:gd name="connsiteX15" fmla="*/ 4007427 w 4264312"/>
              <a:gd name="connsiteY15" fmla="*/ 84223 h 1206262"/>
              <a:gd name="connsiteX16" fmla="*/ 4107872 w 4264312"/>
              <a:gd name="connsiteY16" fmla="*/ 195059 h 1206262"/>
              <a:gd name="connsiteX17" fmla="*/ 4211781 w 4264312"/>
              <a:gd name="connsiteY17" fmla="*/ 385559 h 1206262"/>
              <a:gd name="connsiteX18" fmla="*/ 4256808 w 4264312"/>
              <a:gd name="connsiteY18" fmla="*/ 593378 h 1206262"/>
              <a:gd name="connsiteX19" fmla="*/ 4256808 w 4264312"/>
              <a:gd name="connsiteY19" fmla="*/ 749241 h 1206262"/>
              <a:gd name="connsiteX20" fmla="*/ 4249881 w 4264312"/>
              <a:gd name="connsiteY20" fmla="*/ 773487 h 1206262"/>
              <a:gd name="connsiteX21" fmla="*/ 4222172 w 4264312"/>
              <a:gd name="connsiteY21" fmla="*/ 828905 h 1206262"/>
              <a:gd name="connsiteX22" fmla="*/ 4135581 w 4264312"/>
              <a:gd name="connsiteY22" fmla="*/ 870468 h 1206262"/>
              <a:gd name="connsiteX23" fmla="*/ 3930692 w 4264312"/>
              <a:gd name="connsiteY23" fmla="*/ 990238 h 1206262"/>
              <a:gd name="connsiteX24" fmla="*/ 3498644 w 4264312"/>
              <a:gd name="connsiteY24" fmla="*/ 1134254 h 1206262"/>
              <a:gd name="connsiteX25" fmla="*/ 2778564 w 4264312"/>
              <a:gd name="connsiteY25" fmla="*/ 1206262 h 1206262"/>
              <a:gd name="connsiteX26" fmla="*/ 1914468 w 4264312"/>
              <a:gd name="connsiteY26" fmla="*/ 1134253 h 1206262"/>
              <a:gd name="connsiteX27" fmla="*/ 834348 w 4264312"/>
              <a:gd name="connsiteY27" fmla="*/ 1062246 h 1206262"/>
              <a:gd name="connsiteX28" fmla="*/ 546316 w 4264312"/>
              <a:gd name="connsiteY28" fmla="*/ 990238 h 1206262"/>
              <a:gd name="connsiteX29" fmla="*/ 284017 w 4264312"/>
              <a:gd name="connsiteY29" fmla="*/ 877396 h 1206262"/>
              <a:gd name="connsiteX30" fmla="*/ 45027 w 4264312"/>
              <a:gd name="connsiteY30" fmla="*/ 731923 h 1206262"/>
              <a:gd name="connsiteX31" fmla="*/ 13854 w 4264312"/>
              <a:gd name="connsiteY31" fmla="*/ 472150 h 1206262"/>
              <a:gd name="connsiteX32" fmla="*/ 114268 w 4264312"/>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29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2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24735"/>
              <a:gd name="connsiteX1" fmla="*/ 343685 w 4272025"/>
              <a:gd name="connsiteY1" fmla="*/ 4559 h 1224735"/>
              <a:gd name="connsiteX2" fmla="*/ 648485 w 4272025"/>
              <a:gd name="connsiteY2" fmla="*/ 153496 h 1224735"/>
              <a:gd name="connsiteX3" fmla="*/ 755858 w 4272025"/>
              <a:gd name="connsiteY3" fmla="*/ 312823 h 1224735"/>
              <a:gd name="connsiteX4" fmla="*/ 755858 w 4272025"/>
              <a:gd name="connsiteY4" fmla="*/ 323214 h 1224735"/>
              <a:gd name="connsiteX5" fmla="*/ 825130 w 4272025"/>
              <a:gd name="connsiteY5" fmla="*/ 496396 h 1224735"/>
              <a:gd name="connsiteX6" fmla="*/ 960212 w 4272025"/>
              <a:gd name="connsiteY6" fmla="*/ 766559 h 1224735"/>
              <a:gd name="connsiteX7" fmla="*/ 1465903 w 4272025"/>
              <a:gd name="connsiteY7" fmla="*/ 905105 h 1224735"/>
              <a:gd name="connsiteX8" fmla="*/ 2536167 w 4272025"/>
              <a:gd name="connsiteY8" fmla="*/ 974378 h 1224735"/>
              <a:gd name="connsiteX9" fmla="*/ 2750912 w 4272025"/>
              <a:gd name="connsiteY9" fmla="*/ 970914 h 1224735"/>
              <a:gd name="connsiteX10" fmla="*/ 2879067 w 4272025"/>
              <a:gd name="connsiteY10" fmla="*/ 915496 h 1224735"/>
              <a:gd name="connsiteX11" fmla="*/ 2955267 w 4272025"/>
              <a:gd name="connsiteY11" fmla="*/ 655723 h 1224735"/>
              <a:gd name="connsiteX12" fmla="*/ 2951803 w 4272025"/>
              <a:gd name="connsiteY12" fmla="*/ 402878 h 1224735"/>
              <a:gd name="connsiteX13" fmla="*/ 3066103 w 4272025"/>
              <a:gd name="connsiteY13" fmla="*/ 84223 h 1224735"/>
              <a:gd name="connsiteX14" fmla="*/ 3790003 w 4272025"/>
              <a:gd name="connsiteY14" fmla="*/ 46123 h 1224735"/>
              <a:gd name="connsiteX15" fmla="*/ 4015140 w 4272025"/>
              <a:gd name="connsiteY15" fmla="*/ 84223 h 1224735"/>
              <a:gd name="connsiteX16" fmla="*/ 4115585 w 4272025"/>
              <a:gd name="connsiteY16" fmla="*/ 195059 h 1224735"/>
              <a:gd name="connsiteX17" fmla="*/ 4219494 w 4272025"/>
              <a:gd name="connsiteY17" fmla="*/ 385559 h 1224735"/>
              <a:gd name="connsiteX18" fmla="*/ 4264521 w 4272025"/>
              <a:gd name="connsiteY18" fmla="*/ 593378 h 1224735"/>
              <a:gd name="connsiteX19" fmla="*/ 4264521 w 4272025"/>
              <a:gd name="connsiteY19" fmla="*/ 749241 h 1224735"/>
              <a:gd name="connsiteX20" fmla="*/ 4257594 w 4272025"/>
              <a:gd name="connsiteY20" fmla="*/ 773487 h 1224735"/>
              <a:gd name="connsiteX21" fmla="*/ 4229885 w 4272025"/>
              <a:gd name="connsiteY21" fmla="*/ 828905 h 1224735"/>
              <a:gd name="connsiteX22" fmla="*/ 4143294 w 4272025"/>
              <a:gd name="connsiteY22" fmla="*/ 870468 h 1224735"/>
              <a:gd name="connsiteX23" fmla="*/ 3938405 w 4272025"/>
              <a:gd name="connsiteY23" fmla="*/ 990238 h 1224735"/>
              <a:gd name="connsiteX24" fmla="*/ 3506357 w 4272025"/>
              <a:gd name="connsiteY24" fmla="*/ 1134254 h 1224735"/>
              <a:gd name="connsiteX25" fmla="*/ 2786277 w 4272025"/>
              <a:gd name="connsiteY25" fmla="*/ 1206262 h 1224735"/>
              <a:gd name="connsiteX26" fmla="*/ 1922182 w 4272025"/>
              <a:gd name="connsiteY26" fmla="*/ 1206262 h 1224735"/>
              <a:gd name="connsiteX27" fmla="*/ 842062 w 4272025"/>
              <a:gd name="connsiteY27" fmla="*/ 1062246 h 1224735"/>
              <a:gd name="connsiteX28" fmla="*/ 554030 w 4272025"/>
              <a:gd name="connsiteY28" fmla="*/ 990238 h 1224735"/>
              <a:gd name="connsiteX29" fmla="*/ 338005 w 4272025"/>
              <a:gd name="connsiteY29" fmla="*/ 918230 h 1224735"/>
              <a:gd name="connsiteX30" fmla="*/ 52740 w 4272025"/>
              <a:gd name="connsiteY30" fmla="*/ 731923 h 1224735"/>
              <a:gd name="connsiteX31" fmla="*/ 21567 w 4272025"/>
              <a:gd name="connsiteY31" fmla="*/ 472150 h 1224735"/>
              <a:gd name="connsiteX32" fmla="*/ 121981 w 4272025"/>
              <a:gd name="connsiteY32" fmla="*/ 126142 h 1224735"/>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062246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554030 w 4272025"/>
              <a:gd name="connsiteY28" fmla="*/ 990238 h 1224128"/>
              <a:gd name="connsiteX29" fmla="*/ 338005 w 4272025"/>
              <a:gd name="connsiteY29" fmla="*/ 918230 h 1224128"/>
              <a:gd name="connsiteX30" fmla="*/ 52740 w 4272025"/>
              <a:gd name="connsiteY30" fmla="*/ 731923 h 1224128"/>
              <a:gd name="connsiteX31" fmla="*/ 21567 w 4272025"/>
              <a:gd name="connsiteY31" fmla="*/ 472150 h 1224128"/>
              <a:gd name="connsiteX32" fmla="*/ 121981 w 4272025"/>
              <a:gd name="connsiteY32" fmla="*/ 126142 h 1224128"/>
              <a:gd name="connsiteX0" fmla="*/ 121981 w 4272025"/>
              <a:gd name="connsiteY0" fmla="*/ 101378 h 1199364"/>
              <a:gd name="connsiteX1" fmla="*/ 337225 w 4272025"/>
              <a:gd name="connsiteY1" fmla="*/ 173328 h 1199364"/>
              <a:gd name="connsiteX2" fmla="*/ 648485 w 4272025"/>
              <a:gd name="connsiteY2" fmla="*/ 128732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981 w 4272025"/>
              <a:gd name="connsiteY0" fmla="*/ 101378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198 w 4272025"/>
              <a:gd name="connsiteY0" fmla="*/ 245345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34201 w 4272025"/>
              <a:gd name="connsiteY0" fmla="*/ 271384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024577 w 4272025"/>
              <a:gd name="connsiteY16" fmla="*/ 196314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94416"/>
              <a:gd name="connsiteY0" fmla="*/ 271384 h 1199364"/>
              <a:gd name="connsiteX1" fmla="*/ 332897 w 4294416"/>
              <a:gd name="connsiteY1" fmla="*/ 212360 h 1199364"/>
              <a:gd name="connsiteX2" fmla="*/ 625261 w 4294416"/>
              <a:gd name="connsiteY2" fmla="*/ 245345 h 1199364"/>
              <a:gd name="connsiteX3" fmla="*/ 703277 w 4294416"/>
              <a:gd name="connsiteY3" fmla="*/ 275364 h 1199364"/>
              <a:gd name="connsiteX4" fmla="*/ 769279 w 4294416"/>
              <a:gd name="connsiteY4" fmla="*/ 389381 h 1199364"/>
              <a:gd name="connsiteX5" fmla="*/ 825130 w 4294416"/>
              <a:gd name="connsiteY5" fmla="*/ 471632 h 1199364"/>
              <a:gd name="connsiteX6" fmla="*/ 960212 w 4294416"/>
              <a:gd name="connsiteY6" fmla="*/ 741795 h 1199364"/>
              <a:gd name="connsiteX7" fmla="*/ 1465903 w 4294416"/>
              <a:gd name="connsiteY7" fmla="*/ 880341 h 1199364"/>
              <a:gd name="connsiteX8" fmla="*/ 2536167 w 4294416"/>
              <a:gd name="connsiteY8" fmla="*/ 949614 h 1199364"/>
              <a:gd name="connsiteX9" fmla="*/ 2750912 w 4294416"/>
              <a:gd name="connsiteY9" fmla="*/ 946150 h 1199364"/>
              <a:gd name="connsiteX10" fmla="*/ 2879067 w 4294416"/>
              <a:gd name="connsiteY10" fmla="*/ 890732 h 1199364"/>
              <a:gd name="connsiteX11" fmla="*/ 2955267 w 4294416"/>
              <a:gd name="connsiteY11" fmla="*/ 630959 h 1199364"/>
              <a:gd name="connsiteX12" fmla="*/ 2951803 w 4294416"/>
              <a:gd name="connsiteY12" fmla="*/ 378114 h 1199364"/>
              <a:gd name="connsiteX13" fmla="*/ 3066103 w 4294416"/>
              <a:gd name="connsiteY13" fmla="*/ 59459 h 1199364"/>
              <a:gd name="connsiteX14" fmla="*/ 3790003 w 4294416"/>
              <a:gd name="connsiteY14" fmla="*/ 21359 h 1199364"/>
              <a:gd name="connsiteX15" fmla="*/ 3972426 w 4294416"/>
              <a:gd name="connsiteY15" fmla="*/ 89425 h 1199364"/>
              <a:gd name="connsiteX16" fmla="*/ 4024577 w 4294416"/>
              <a:gd name="connsiteY16" fmla="*/ 196314 h 1199364"/>
              <a:gd name="connsiteX17" fmla="*/ 4085149 w 4294416"/>
              <a:gd name="connsiteY17" fmla="*/ 391151 h 1199364"/>
              <a:gd name="connsiteX18" fmla="*/ 4264521 w 4294416"/>
              <a:gd name="connsiteY18" fmla="*/ 568614 h 1199364"/>
              <a:gd name="connsiteX19" fmla="*/ 4264521 w 4294416"/>
              <a:gd name="connsiteY19" fmla="*/ 724477 h 1199364"/>
              <a:gd name="connsiteX20" fmla="*/ 4257594 w 4294416"/>
              <a:gd name="connsiteY20" fmla="*/ 748723 h 1199364"/>
              <a:gd name="connsiteX21" fmla="*/ 4229885 w 4294416"/>
              <a:gd name="connsiteY21" fmla="*/ 804141 h 1199364"/>
              <a:gd name="connsiteX22" fmla="*/ 4143294 w 4294416"/>
              <a:gd name="connsiteY22" fmla="*/ 845704 h 1199364"/>
              <a:gd name="connsiteX23" fmla="*/ 3938405 w 4294416"/>
              <a:gd name="connsiteY23" fmla="*/ 965474 h 1199364"/>
              <a:gd name="connsiteX24" fmla="*/ 3506357 w 4294416"/>
              <a:gd name="connsiteY24" fmla="*/ 1109490 h 1199364"/>
              <a:gd name="connsiteX25" fmla="*/ 2786277 w 4294416"/>
              <a:gd name="connsiteY25" fmla="*/ 1181498 h 1199364"/>
              <a:gd name="connsiteX26" fmla="*/ 1922182 w 4294416"/>
              <a:gd name="connsiteY26" fmla="*/ 1181498 h 1199364"/>
              <a:gd name="connsiteX27" fmla="*/ 1130094 w 4294416"/>
              <a:gd name="connsiteY27" fmla="*/ 1109490 h 1199364"/>
              <a:gd name="connsiteX28" fmla="*/ 554030 w 4294416"/>
              <a:gd name="connsiteY28" fmla="*/ 965474 h 1199364"/>
              <a:gd name="connsiteX29" fmla="*/ 338005 w 4294416"/>
              <a:gd name="connsiteY29" fmla="*/ 893466 h 1199364"/>
              <a:gd name="connsiteX30" fmla="*/ 52740 w 4294416"/>
              <a:gd name="connsiteY30" fmla="*/ 707159 h 1199364"/>
              <a:gd name="connsiteX31" fmla="*/ 21567 w 4294416"/>
              <a:gd name="connsiteY31" fmla="*/ 447386 h 1199364"/>
              <a:gd name="connsiteX32" fmla="*/ 134201 w 4294416"/>
              <a:gd name="connsiteY32" fmla="*/ 271384 h 1199364"/>
              <a:gd name="connsiteX0" fmla="*/ 134201 w 4301068"/>
              <a:gd name="connsiteY0" fmla="*/ 271384 h 1199364"/>
              <a:gd name="connsiteX1" fmla="*/ 332897 w 4301068"/>
              <a:gd name="connsiteY1" fmla="*/ 212360 h 1199364"/>
              <a:gd name="connsiteX2" fmla="*/ 625261 w 4301068"/>
              <a:gd name="connsiteY2" fmla="*/ 245345 h 1199364"/>
              <a:gd name="connsiteX3" fmla="*/ 703277 w 4301068"/>
              <a:gd name="connsiteY3" fmla="*/ 275364 h 1199364"/>
              <a:gd name="connsiteX4" fmla="*/ 769279 w 4301068"/>
              <a:gd name="connsiteY4" fmla="*/ 389381 h 1199364"/>
              <a:gd name="connsiteX5" fmla="*/ 825130 w 4301068"/>
              <a:gd name="connsiteY5" fmla="*/ 471632 h 1199364"/>
              <a:gd name="connsiteX6" fmla="*/ 960212 w 4301068"/>
              <a:gd name="connsiteY6" fmla="*/ 741795 h 1199364"/>
              <a:gd name="connsiteX7" fmla="*/ 1465903 w 4301068"/>
              <a:gd name="connsiteY7" fmla="*/ 880341 h 1199364"/>
              <a:gd name="connsiteX8" fmla="*/ 2536167 w 4301068"/>
              <a:gd name="connsiteY8" fmla="*/ 949614 h 1199364"/>
              <a:gd name="connsiteX9" fmla="*/ 2750912 w 4301068"/>
              <a:gd name="connsiteY9" fmla="*/ 946150 h 1199364"/>
              <a:gd name="connsiteX10" fmla="*/ 2879067 w 4301068"/>
              <a:gd name="connsiteY10" fmla="*/ 890732 h 1199364"/>
              <a:gd name="connsiteX11" fmla="*/ 2955267 w 4301068"/>
              <a:gd name="connsiteY11" fmla="*/ 630959 h 1199364"/>
              <a:gd name="connsiteX12" fmla="*/ 2951803 w 4301068"/>
              <a:gd name="connsiteY12" fmla="*/ 378114 h 1199364"/>
              <a:gd name="connsiteX13" fmla="*/ 3066103 w 4301068"/>
              <a:gd name="connsiteY13" fmla="*/ 59459 h 1199364"/>
              <a:gd name="connsiteX14" fmla="*/ 3790003 w 4301068"/>
              <a:gd name="connsiteY14" fmla="*/ 21359 h 1199364"/>
              <a:gd name="connsiteX15" fmla="*/ 3972426 w 4301068"/>
              <a:gd name="connsiteY15" fmla="*/ 89425 h 1199364"/>
              <a:gd name="connsiteX16" fmla="*/ 4024577 w 4301068"/>
              <a:gd name="connsiteY16" fmla="*/ 196314 h 1199364"/>
              <a:gd name="connsiteX17" fmla="*/ 4085149 w 4301068"/>
              <a:gd name="connsiteY17" fmla="*/ 391151 h 1199364"/>
              <a:gd name="connsiteX18" fmla="*/ 4264521 w 4301068"/>
              <a:gd name="connsiteY18" fmla="*/ 568614 h 1199364"/>
              <a:gd name="connsiteX19" fmla="*/ 4264521 w 4301068"/>
              <a:gd name="connsiteY19" fmla="*/ 724477 h 1199364"/>
              <a:gd name="connsiteX20" fmla="*/ 4045242 w 4301068"/>
              <a:gd name="connsiteY20" fmla="*/ 670664 h 1199364"/>
              <a:gd name="connsiteX21" fmla="*/ 4229885 w 4301068"/>
              <a:gd name="connsiteY21" fmla="*/ 804141 h 1199364"/>
              <a:gd name="connsiteX22" fmla="*/ 4143294 w 4301068"/>
              <a:gd name="connsiteY22" fmla="*/ 845704 h 1199364"/>
              <a:gd name="connsiteX23" fmla="*/ 3938405 w 4301068"/>
              <a:gd name="connsiteY23" fmla="*/ 965474 h 1199364"/>
              <a:gd name="connsiteX24" fmla="*/ 3506357 w 4301068"/>
              <a:gd name="connsiteY24" fmla="*/ 1109490 h 1199364"/>
              <a:gd name="connsiteX25" fmla="*/ 2786277 w 4301068"/>
              <a:gd name="connsiteY25" fmla="*/ 1181498 h 1199364"/>
              <a:gd name="connsiteX26" fmla="*/ 1922182 w 4301068"/>
              <a:gd name="connsiteY26" fmla="*/ 1181498 h 1199364"/>
              <a:gd name="connsiteX27" fmla="*/ 1130094 w 4301068"/>
              <a:gd name="connsiteY27" fmla="*/ 1109490 h 1199364"/>
              <a:gd name="connsiteX28" fmla="*/ 554030 w 4301068"/>
              <a:gd name="connsiteY28" fmla="*/ 965474 h 1199364"/>
              <a:gd name="connsiteX29" fmla="*/ 338005 w 4301068"/>
              <a:gd name="connsiteY29" fmla="*/ 893466 h 1199364"/>
              <a:gd name="connsiteX30" fmla="*/ 52740 w 4301068"/>
              <a:gd name="connsiteY30" fmla="*/ 707159 h 1199364"/>
              <a:gd name="connsiteX31" fmla="*/ 21567 w 4301068"/>
              <a:gd name="connsiteY31" fmla="*/ 447386 h 1199364"/>
              <a:gd name="connsiteX32" fmla="*/ 134201 w 4301068"/>
              <a:gd name="connsiteY32" fmla="*/ 271384 h 1199364"/>
              <a:gd name="connsiteX0" fmla="*/ 134201 w 4277232"/>
              <a:gd name="connsiteY0" fmla="*/ 271384 h 1199364"/>
              <a:gd name="connsiteX1" fmla="*/ 332897 w 4277232"/>
              <a:gd name="connsiteY1" fmla="*/ 212360 h 1199364"/>
              <a:gd name="connsiteX2" fmla="*/ 625261 w 4277232"/>
              <a:gd name="connsiteY2" fmla="*/ 245345 h 1199364"/>
              <a:gd name="connsiteX3" fmla="*/ 703277 w 4277232"/>
              <a:gd name="connsiteY3" fmla="*/ 275364 h 1199364"/>
              <a:gd name="connsiteX4" fmla="*/ 769279 w 4277232"/>
              <a:gd name="connsiteY4" fmla="*/ 389381 h 1199364"/>
              <a:gd name="connsiteX5" fmla="*/ 825130 w 4277232"/>
              <a:gd name="connsiteY5" fmla="*/ 471632 h 1199364"/>
              <a:gd name="connsiteX6" fmla="*/ 960212 w 4277232"/>
              <a:gd name="connsiteY6" fmla="*/ 741795 h 1199364"/>
              <a:gd name="connsiteX7" fmla="*/ 1465903 w 4277232"/>
              <a:gd name="connsiteY7" fmla="*/ 880341 h 1199364"/>
              <a:gd name="connsiteX8" fmla="*/ 2536167 w 4277232"/>
              <a:gd name="connsiteY8" fmla="*/ 949614 h 1199364"/>
              <a:gd name="connsiteX9" fmla="*/ 2750912 w 4277232"/>
              <a:gd name="connsiteY9" fmla="*/ 946150 h 1199364"/>
              <a:gd name="connsiteX10" fmla="*/ 2879067 w 4277232"/>
              <a:gd name="connsiteY10" fmla="*/ 890732 h 1199364"/>
              <a:gd name="connsiteX11" fmla="*/ 2955267 w 4277232"/>
              <a:gd name="connsiteY11" fmla="*/ 630959 h 1199364"/>
              <a:gd name="connsiteX12" fmla="*/ 2951803 w 4277232"/>
              <a:gd name="connsiteY12" fmla="*/ 378114 h 1199364"/>
              <a:gd name="connsiteX13" fmla="*/ 3066103 w 4277232"/>
              <a:gd name="connsiteY13" fmla="*/ 59459 h 1199364"/>
              <a:gd name="connsiteX14" fmla="*/ 3790003 w 4277232"/>
              <a:gd name="connsiteY14" fmla="*/ 21359 h 1199364"/>
              <a:gd name="connsiteX15" fmla="*/ 3972426 w 4277232"/>
              <a:gd name="connsiteY15" fmla="*/ 89425 h 1199364"/>
              <a:gd name="connsiteX16" fmla="*/ 4024577 w 4277232"/>
              <a:gd name="connsiteY16" fmla="*/ 196314 h 1199364"/>
              <a:gd name="connsiteX17" fmla="*/ 4085149 w 4277232"/>
              <a:gd name="connsiteY17" fmla="*/ 391151 h 1199364"/>
              <a:gd name="connsiteX18" fmla="*/ 4121509 w 4277232"/>
              <a:gd name="connsiteY18" fmla="*/ 542595 h 1199364"/>
              <a:gd name="connsiteX19" fmla="*/ 4264521 w 4277232"/>
              <a:gd name="connsiteY19" fmla="*/ 724477 h 1199364"/>
              <a:gd name="connsiteX20" fmla="*/ 4045242 w 4277232"/>
              <a:gd name="connsiteY20" fmla="*/ 670664 h 1199364"/>
              <a:gd name="connsiteX21" fmla="*/ 4229885 w 4277232"/>
              <a:gd name="connsiteY21" fmla="*/ 804141 h 1199364"/>
              <a:gd name="connsiteX22" fmla="*/ 4143294 w 4277232"/>
              <a:gd name="connsiteY22" fmla="*/ 845704 h 1199364"/>
              <a:gd name="connsiteX23" fmla="*/ 3938405 w 4277232"/>
              <a:gd name="connsiteY23" fmla="*/ 965474 h 1199364"/>
              <a:gd name="connsiteX24" fmla="*/ 3506357 w 4277232"/>
              <a:gd name="connsiteY24" fmla="*/ 1109490 h 1199364"/>
              <a:gd name="connsiteX25" fmla="*/ 2786277 w 4277232"/>
              <a:gd name="connsiteY25" fmla="*/ 1181498 h 1199364"/>
              <a:gd name="connsiteX26" fmla="*/ 1922182 w 4277232"/>
              <a:gd name="connsiteY26" fmla="*/ 1181498 h 1199364"/>
              <a:gd name="connsiteX27" fmla="*/ 1130094 w 4277232"/>
              <a:gd name="connsiteY27" fmla="*/ 1109490 h 1199364"/>
              <a:gd name="connsiteX28" fmla="*/ 554030 w 4277232"/>
              <a:gd name="connsiteY28" fmla="*/ 965474 h 1199364"/>
              <a:gd name="connsiteX29" fmla="*/ 338005 w 4277232"/>
              <a:gd name="connsiteY29" fmla="*/ 893466 h 1199364"/>
              <a:gd name="connsiteX30" fmla="*/ 52740 w 4277232"/>
              <a:gd name="connsiteY30" fmla="*/ 707159 h 1199364"/>
              <a:gd name="connsiteX31" fmla="*/ 21567 w 4277232"/>
              <a:gd name="connsiteY31" fmla="*/ 447386 h 1199364"/>
              <a:gd name="connsiteX32" fmla="*/ 134201 w 4277232"/>
              <a:gd name="connsiteY32" fmla="*/ 271384 h 1199364"/>
              <a:gd name="connsiteX0" fmla="*/ 134201 w 4246227"/>
              <a:gd name="connsiteY0" fmla="*/ 271384 h 1199364"/>
              <a:gd name="connsiteX1" fmla="*/ 332897 w 4246227"/>
              <a:gd name="connsiteY1" fmla="*/ 212360 h 1199364"/>
              <a:gd name="connsiteX2" fmla="*/ 625261 w 4246227"/>
              <a:gd name="connsiteY2" fmla="*/ 245345 h 1199364"/>
              <a:gd name="connsiteX3" fmla="*/ 703277 w 4246227"/>
              <a:gd name="connsiteY3" fmla="*/ 275364 h 1199364"/>
              <a:gd name="connsiteX4" fmla="*/ 769279 w 4246227"/>
              <a:gd name="connsiteY4" fmla="*/ 389381 h 1199364"/>
              <a:gd name="connsiteX5" fmla="*/ 825130 w 4246227"/>
              <a:gd name="connsiteY5" fmla="*/ 471632 h 1199364"/>
              <a:gd name="connsiteX6" fmla="*/ 960212 w 4246227"/>
              <a:gd name="connsiteY6" fmla="*/ 741795 h 1199364"/>
              <a:gd name="connsiteX7" fmla="*/ 1465903 w 4246227"/>
              <a:gd name="connsiteY7" fmla="*/ 880341 h 1199364"/>
              <a:gd name="connsiteX8" fmla="*/ 2536167 w 4246227"/>
              <a:gd name="connsiteY8" fmla="*/ 949614 h 1199364"/>
              <a:gd name="connsiteX9" fmla="*/ 2750912 w 4246227"/>
              <a:gd name="connsiteY9" fmla="*/ 946150 h 1199364"/>
              <a:gd name="connsiteX10" fmla="*/ 2879067 w 4246227"/>
              <a:gd name="connsiteY10" fmla="*/ 890732 h 1199364"/>
              <a:gd name="connsiteX11" fmla="*/ 2955267 w 4246227"/>
              <a:gd name="connsiteY11" fmla="*/ 630959 h 1199364"/>
              <a:gd name="connsiteX12" fmla="*/ 2951803 w 4246227"/>
              <a:gd name="connsiteY12" fmla="*/ 378114 h 1199364"/>
              <a:gd name="connsiteX13" fmla="*/ 3066103 w 4246227"/>
              <a:gd name="connsiteY13" fmla="*/ 59459 h 1199364"/>
              <a:gd name="connsiteX14" fmla="*/ 3790003 w 4246227"/>
              <a:gd name="connsiteY14" fmla="*/ 21359 h 1199364"/>
              <a:gd name="connsiteX15" fmla="*/ 3972426 w 4246227"/>
              <a:gd name="connsiteY15" fmla="*/ 89425 h 1199364"/>
              <a:gd name="connsiteX16" fmla="*/ 4024577 w 4246227"/>
              <a:gd name="connsiteY16" fmla="*/ 196314 h 1199364"/>
              <a:gd name="connsiteX17" fmla="*/ 4085149 w 4246227"/>
              <a:gd name="connsiteY17" fmla="*/ 391151 h 1199364"/>
              <a:gd name="connsiteX18" fmla="*/ 4121509 w 4246227"/>
              <a:gd name="connsiteY18" fmla="*/ 542595 h 1199364"/>
              <a:gd name="connsiteX19" fmla="*/ 4045242 w 4246227"/>
              <a:gd name="connsiteY19" fmla="*/ 670664 h 1199364"/>
              <a:gd name="connsiteX20" fmla="*/ 4229885 w 4246227"/>
              <a:gd name="connsiteY20" fmla="*/ 804141 h 1199364"/>
              <a:gd name="connsiteX21" fmla="*/ 4143294 w 4246227"/>
              <a:gd name="connsiteY21" fmla="*/ 845704 h 1199364"/>
              <a:gd name="connsiteX22" fmla="*/ 3938405 w 4246227"/>
              <a:gd name="connsiteY22" fmla="*/ 965474 h 1199364"/>
              <a:gd name="connsiteX23" fmla="*/ 3506357 w 4246227"/>
              <a:gd name="connsiteY23" fmla="*/ 1109490 h 1199364"/>
              <a:gd name="connsiteX24" fmla="*/ 2786277 w 4246227"/>
              <a:gd name="connsiteY24" fmla="*/ 1181498 h 1199364"/>
              <a:gd name="connsiteX25" fmla="*/ 1922182 w 4246227"/>
              <a:gd name="connsiteY25" fmla="*/ 1181498 h 1199364"/>
              <a:gd name="connsiteX26" fmla="*/ 1130094 w 4246227"/>
              <a:gd name="connsiteY26" fmla="*/ 1109490 h 1199364"/>
              <a:gd name="connsiteX27" fmla="*/ 554030 w 4246227"/>
              <a:gd name="connsiteY27" fmla="*/ 965474 h 1199364"/>
              <a:gd name="connsiteX28" fmla="*/ 338005 w 4246227"/>
              <a:gd name="connsiteY28" fmla="*/ 893466 h 1199364"/>
              <a:gd name="connsiteX29" fmla="*/ 52740 w 4246227"/>
              <a:gd name="connsiteY29" fmla="*/ 707159 h 1199364"/>
              <a:gd name="connsiteX30" fmla="*/ 21567 w 4246227"/>
              <a:gd name="connsiteY30" fmla="*/ 447386 h 1199364"/>
              <a:gd name="connsiteX31" fmla="*/ 134201 w 4246227"/>
              <a:gd name="connsiteY31" fmla="*/ 271384 h 1199364"/>
              <a:gd name="connsiteX0" fmla="*/ 134201 w 4161100"/>
              <a:gd name="connsiteY0" fmla="*/ 271384 h 1199364"/>
              <a:gd name="connsiteX1" fmla="*/ 332897 w 4161100"/>
              <a:gd name="connsiteY1" fmla="*/ 212360 h 1199364"/>
              <a:gd name="connsiteX2" fmla="*/ 625261 w 4161100"/>
              <a:gd name="connsiteY2" fmla="*/ 245345 h 1199364"/>
              <a:gd name="connsiteX3" fmla="*/ 703277 w 4161100"/>
              <a:gd name="connsiteY3" fmla="*/ 275364 h 1199364"/>
              <a:gd name="connsiteX4" fmla="*/ 769279 w 4161100"/>
              <a:gd name="connsiteY4" fmla="*/ 389381 h 1199364"/>
              <a:gd name="connsiteX5" fmla="*/ 825130 w 4161100"/>
              <a:gd name="connsiteY5" fmla="*/ 471632 h 1199364"/>
              <a:gd name="connsiteX6" fmla="*/ 960212 w 4161100"/>
              <a:gd name="connsiteY6" fmla="*/ 741795 h 1199364"/>
              <a:gd name="connsiteX7" fmla="*/ 1465903 w 4161100"/>
              <a:gd name="connsiteY7" fmla="*/ 880341 h 1199364"/>
              <a:gd name="connsiteX8" fmla="*/ 2536167 w 4161100"/>
              <a:gd name="connsiteY8" fmla="*/ 949614 h 1199364"/>
              <a:gd name="connsiteX9" fmla="*/ 2750912 w 4161100"/>
              <a:gd name="connsiteY9" fmla="*/ 946150 h 1199364"/>
              <a:gd name="connsiteX10" fmla="*/ 2879067 w 4161100"/>
              <a:gd name="connsiteY10" fmla="*/ 890732 h 1199364"/>
              <a:gd name="connsiteX11" fmla="*/ 2955267 w 4161100"/>
              <a:gd name="connsiteY11" fmla="*/ 630959 h 1199364"/>
              <a:gd name="connsiteX12" fmla="*/ 2951803 w 4161100"/>
              <a:gd name="connsiteY12" fmla="*/ 378114 h 1199364"/>
              <a:gd name="connsiteX13" fmla="*/ 3066103 w 4161100"/>
              <a:gd name="connsiteY13" fmla="*/ 59459 h 1199364"/>
              <a:gd name="connsiteX14" fmla="*/ 3790003 w 4161100"/>
              <a:gd name="connsiteY14" fmla="*/ 21359 h 1199364"/>
              <a:gd name="connsiteX15" fmla="*/ 3972426 w 4161100"/>
              <a:gd name="connsiteY15" fmla="*/ 89425 h 1199364"/>
              <a:gd name="connsiteX16" fmla="*/ 4024577 w 4161100"/>
              <a:gd name="connsiteY16" fmla="*/ 196314 h 1199364"/>
              <a:gd name="connsiteX17" fmla="*/ 4085149 w 4161100"/>
              <a:gd name="connsiteY17" fmla="*/ 391151 h 1199364"/>
              <a:gd name="connsiteX18" fmla="*/ 4121509 w 4161100"/>
              <a:gd name="connsiteY18" fmla="*/ 542595 h 1199364"/>
              <a:gd name="connsiteX19" fmla="*/ 4045242 w 4161100"/>
              <a:gd name="connsiteY19" fmla="*/ 670664 h 1199364"/>
              <a:gd name="connsiteX20" fmla="*/ 4143294 w 4161100"/>
              <a:gd name="connsiteY20" fmla="*/ 845704 h 1199364"/>
              <a:gd name="connsiteX21" fmla="*/ 3938405 w 4161100"/>
              <a:gd name="connsiteY21" fmla="*/ 965474 h 1199364"/>
              <a:gd name="connsiteX22" fmla="*/ 3506357 w 4161100"/>
              <a:gd name="connsiteY22" fmla="*/ 1109490 h 1199364"/>
              <a:gd name="connsiteX23" fmla="*/ 2786277 w 4161100"/>
              <a:gd name="connsiteY23" fmla="*/ 1181498 h 1199364"/>
              <a:gd name="connsiteX24" fmla="*/ 1922182 w 4161100"/>
              <a:gd name="connsiteY24" fmla="*/ 1181498 h 1199364"/>
              <a:gd name="connsiteX25" fmla="*/ 1130094 w 4161100"/>
              <a:gd name="connsiteY25" fmla="*/ 1109490 h 1199364"/>
              <a:gd name="connsiteX26" fmla="*/ 554030 w 4161100"/>
              <a:gd name="connsiteY26" fmla="*/ 965474 h 1199364"/>
              <a:gd name="connsiteX27" fmla="*/ 338005 w 4161100"/>
              <a:gd name="connsiteY27" fmla="*/ 893466 h 1199364"/>
              <a:gd name="connsiteX28" fmla="*/ 52740 w 4161100"/>
              <a:gd name="connsiteY28" fmla="*/ 707159 h 1199364"/>
              <a:gd name="connsiteX29" fmla="*/ 21567 w 4161100"/>
              <a:gd name="connsiteY29" fmla="*/ 447386 h 1199364"/>
              <a:gd name="connsiteX30" fmla="*/ 134201 w 4161100"/>
              <a:gd name="connsiteY30" fmla="*/ 271384 h 1199364"/>
              <a:gd name="connsiteX0" fmla="*/ 134201 w 4128160"/>
              <a:gd name="connsiteY0" fmla="*/ 271384 h 1199364"/>
              <a:gd name="connsiteX1" fmla="*/ 332897 w 4128160"/>
              <a:gd name="connsiteY1" fmla="*/ 212360 h 1199364"/>
              <a:gd name="connsiteX2" fmla="*/ 625261 w 4128160"/>
              <a:gd name="connsiteY2" fmla="*/ 245345 h 1199364"/>
              <a:gd name="connsiteX3" fmla="*/ 703277 w 4128160"/>
              <a:gd name="connsiteY3" fmla="*/ 275364 h 1199364"/>
              <a:gd name="connsiteX4" fmla="*/ 769279 w 4128160"/>
              <a:gd name="connsiteY4" fmla="*/ 389381 h 1199364"/>
              <a:gd name="connsiteX5" fmla="*/ 825130 w 4128160"/>
              <a:gd name="connsiteY5" fmla="*/ 471632 h 1199364"/>
              <a:gd name="connsiteX6" fmla="*/ 960212 w 4128160"/>
              <a:gd name="connsiteY6" fmla="*/ 741795 h 1199364"/>
              <a:gd name="connsiteX7" fmla="*/ 1465903 w 4128160"/>
              <a:gd name="connsiteY7" fmla="*/ 880341 h 1199364"/>
              <a:gd name="connsiteX8" fmla="*/ 2536167 w 4128160"/>
              <a:gd name="connsiteY8" fmla="*/ 949614 h 1199364"/>
              <a:gd name="connsiteX9" fmla="*/ 2750912 w 4128160"/>
              <a:gd name="connsiteY9" fmla="*/ 946150 h 1199364"/>
              <a:gd name="connsiteX10" fmla="*/ 2879067 w 4128160"/>
              <a:gd name="connsiteY10" fmla="*/ 890732 h 1199364"/>
              <a:gd name="connsiteX11" fmla="*/ 2955267 w 4128160"/>
              <a:gd name="connsiteY11" fmla="*/ 630959 h 1199364"/>
              <a:gd name="connsiteX12" fmla="*/ 2951803 w 4128160"/>
              <a:gd name="connsiteY12" fmla="*/ 378114 h 1199364"/>
              <a:gd name="connsiteX13" fmla="*/ 3066103 w 4128160"/>
              <a:gd name="connsiteY13" fmla="*/ 59459 h 1199364"/>
              <a:gd name="connsiteX14" fmla="*/ 3790003 w 4128160"/>
              <a:gd name="connsiteY14" fmla="*/ 21359 h 1199364"/>
              <a:gd name="connsiteX15" fmla="*/ 3972426 w 4128160"/>
              <a:gd name="connsiteY15" fmla="*/ 89425 h 1199364"/>
              <a:gd name="connsiteX16" fmla="*/ 4024577 w 4128160"/>
              <a:gd name="connsiteY16" fmla="*/ 196314 h 1199364"/>
              <a:gd name="connsiteX17" fmla="*/ 4085149 w 4128160"/>
              <a:gd name="connsiteY17" fmla="*/ 391151 h 1199364"/>
              <a:gd name="connsiteX18" fmla="*/ 4121509 w 4128160"/>
              <a:gd name="connsiteY18" fmla="*/ 542595 h 1199364"/>
              <a:gd name="connsiteX19" fmla="*/ 4045242 w 4128160"/>
              <a:gd name="connsiteY19" fmla="*/ 670664 h 1199364"/>
              <a:gd name="connsiteX20" fmla="*/ 3938405 w 4128160"/>
              <a:gd name="connsiteY20" fmla="*/ 965474 h 1199364"/>
              <a:gd name="connsiteX21" fmla="*/ 3506357 w 4128160"/>
              <a:gd name="connsiteY21" fmla="*/ 1109490 h 1199364"/>
              <a:gd name="connsiteX22" fmla="*/ 2786277 w 4128160"/>
              <a:gd name="connsiteY22" fmla="*/ 1181498 h 1199364"/>
              <a:gd name="connsiteX23" fmla="*/ 1922182 w 4128160"/>
              <a:gd name="connsiteY23" fmla="*/ 1181498 h 1199364"/>
              <a:gd name="connsiteX24" fmla="*/ 1130094 w 4128160"/>
              <a:gd name="connsiteY24" fmla="*/ 1109490 h 1199364"/>
              <a:gd name="connsiteX25" fmla="*/ 554030 w 4128160"/>
              <a:gd name="connsiteY25" fmla="*/ 965474 h 1199364"/>
              <a:gd name="connsiteX26" fmla="*/ 338005 w 4128160"/>
              <a:gd name="connsiteY26" fmla="*/ 893466 h 1199364"/>
              <a:gd name="connsiteX27" fmla="*/ 52740 w 4128160"/>
              <a:gd name="connsiteY27" fmla="*/ 707159 h 1199364"/>
              <a:gd name="connsiteX28" fmla="*/ 21567 w 4128160"/>
              <a:gd name="connsiteY28" fmla="*/ 447386 h 1199364"/>
              <a:gd name="connsiteX29" fmla="*/ 134201 w 4128160"/>
              <a:gd name="connsiteY29"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72426 w 4088593"/>
              <a:gd name="connsiteY15" fmla="*/ 89425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46424 w 4088593"/>
              <a:gd name="connsiteY15" fmla="*/ 102433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38405 w 4088593"/>
              <a:gd name="connsiteY19" fmla="*/ 946006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08068 w 4088593"/>
              <a:gd name="connsiteY19" fmla="*/ 919987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44607 h 1172587"/>
              <a:gd name="connsiteX1" fmla="*/ 332897 w 4088593"/>
              <a:gd name="connsiteY1" fmla="*/ 185583 h 1172587"/>
              <a:gd name="connsiteX2" fmla="*/ 625261 w 4088593"/>
              <a:gd name="connsiteY2" fmla="*/ 218568 h 1172587"/>
              <a:gd name="connsiteX3" fmla="*/ 703277 w 4088593"/>
              <a:gd name="connsiteY3" fmla="*/ 248587 h 1172587"/>
              <a:gd name="connsiteX4" fmla="*/ 769279 w 4088593"/>
              <a:gd name="connsiteY4" fmla="*/ 362604 h 1172587"/>
              <a:gd name="connsiteX5" fmla="*/ 825130 w 4088593"/>
              <a:gd name="connsiteY5" fmla="*/ 444855 h 1172587"/>
              <a:gd name="connsiteX6" fmla="*/ 960212 w 4088593"/>
              <a:gd name="connsiteY6" fmla="*/ 715018 h 1172587"/>
              <a:gd name="connsiteX7" fmla="*/ 1465903 w 4088593"/>
              <a:gd name="connsiteY7" fmla="*/ 853564 h 1172587"/>
              <a:gd name="connsiteX8" fmla="*/ 2536167 w 4088593"/>
              <a:gd name="connsiteY8" fmla="*/ 922837 h 1172587"/>
              <a:gd name="connsiteX9" fmla="*/ 2750912 w 4088593"/>
              <a:gd name="connsiteY9" fmla="*/ 919373 h 1172587"/>
              <a:gd name="connsiteX10" fmla="*/ 2879067 w 4088593"/>
              <a:gd name="connsiteY10" fmla="*/ 863955 h 1172587"/>
              <a:gd name="connsiteX11" fmla="*/ 2955267 w 4088593"/>
              <a:gd name="connsiteY11" fmla="*/ 604182 h 1172587"/>
              <a:gd name="connsiteX12" fmla="*/ 2951803 w 4088593"/>
              <a:gd name="connsiteY12" fmla="*/ 351337 h 1172587"/>
              <a:gd name="connsiteX13" fmla="*/ 3153435 w 4088593"/>
              <a:gd name="connsiteY13" fmla="*/ 87002 h 1172587"/>
              <a:gd name="connsiteX14" fmla="*/ 3721651 w 4088593"/>
              <a:gd name="connsiteY14" fmla="*/ 1891 h 1172587"/>
              <a:gd name="connsiteX15" fmla="*/ 3946424 w 4088593"/>
              <a:gd name="connsiteY15" fmla="*/ 75656 h 1172587"/>
              <a:gd name="connsiteX16" fmla="*/ 4024577 w 4088593"/>
              <a:gd name="connsiteY16" fmla="*/ 169537 h 1172587"/>
              <a:gd name="connsiteX17" fmla="*/ 4085149 w 4088593"/>
              <a:gd name="connsiteY17" fmla="*/ 364374 h 1172587"/>
              <a:gd name="connsiteX18" fmla="*/ 4045242 w 4088593"/>
              <a:gd name="connsiteY18" fmla="*/ 643887 h 1172587"/>
              <a:gd name="connsiteX19" fmla="*/ 3908068 w 4088593"/>
              <a:gd name="connsiteY19" fmla="*/ 912678 h 1172587"/>
              <a:gd name="connsiteX20" fmla="*/ 3506357 w 4088593"/>
              <a:gd name="connsiteY20" fmla="*/ 1082713 h 1172587"/>
              <a:gd name="connsiteX21" fmla="*/ 2786277 w 4088593"/>
              <a:gd name="connsiteY21" fmla="*/ 1154721 h 1172587"/>
              <a:gd name="connsiteX22" fmla="*/ 1922182 w 4088593"/>
              <a:gd name="connsiteY22" fmla="*/ 1154721 h 1172587"/>
              <a:gd name="connsiteX23" fmla="*/ 1130094 w 4088593"/>
              <a:gd name="connsiteY23" fmla="*/ 1082713 h 1172587"/>
              <a:gd name="connsiteX24" fmla="*/ 554030 w 4088593"/>
              <a:gd name="connsiteY24" fmla="*/ 938697 h 1172587"/>
              <a:gd name="connsiteX25" fmla="*/ 338005 w 4088593"/>
              <a:gd name="connsiteY25" fmla="*/ 866689 h 1172587"/>
              <a:gd name="connsiteX26" fmla="*/ 52740 w 4088593"/>
              <a:gd name="connsiteY26" fmla="*/ 680382 h 1172587"/>
              <a:gd name="connsiteX27" fmla="*/ 21567 w 4088593"/>
              <a:gd name="connsiteY27" fmla="*/ 420609 h 1172587"/>
              <a:gd name="connsiteX28" fmla="*/ 134201 w 4088593"/>
              <a:gd name="connsiteY28" fmla="*/ 244607 h 1172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088593" h="1172587">
                <a:moveTo>
                  <a:pt x="134201" y="244607"/>
                </a:moveTo>
                <a:cubicBezTo>
                  <a:pt x="186089" y="205436"/>
                  <a:pt x="251054" y="189923"/>
                  <a:pt x="332897" y="185583"/>
                </a:cubicBezTo>
                <a:cubicBezTo>
                  <a:pt x="414740" y="181243"/>
                  <a:pt x="563531" y="208067"/>
                  <a:pt x="625261" y="218568"/>
                </a:cubicBezTo>
                <a:cubicBezTo>
                  <a:pt x="686991" y="229069"/>
                  <a:pt x="679274" y="224581"/>
                  <a:pt x="703277" y="248587"/>
                </a:cubicBezTo>
                <a:cubicBezTo>
                  <a:pt x="727280" y="272593"/>
                  <a:pt x="748970" y="329893"/>
                  <a:pt x="769279" y="362604"/>
                </a:cubicBezTo>
                <a:cubicBezTo>
                  <a:pt x="789588" y="395315"/>
                  <a:pt x="793308" y="386119"/>
                  <a:pt x="825130" y="444855"/>
                </a:cubicBezTo>
                <a:cubicBezTo>
                  <a:pt x="856952" y="503591"/>
                  <a:pt x="853417" y="646900"/>
                  <a:pt x="960212" y="715018"/>
                </a:cubicBezTo>
                <a:cubicBezTo>
                  <a:pt x="1067007" y="783136"/>
                  <a:pt x="1203244" y="818927"/>
                  <a:pt x="1465903" y="853564"/>
                </a:cubicBezTo>
                <a:cubicBezTo>
                  <a:pt x="1728562" y="888201"/>
                  <a:pt x="2321999" y="911869"/>
                  <a:pt x="2536167" y="922837"/>
                </a:cubicBezTo>
                <a:cubicBezTo>
                  <a:pt x="2750335" y="933805"/>
                  <a:pt x="2693762" y="929187"/>
                  <a:pt x="2750912" y="919373"/>
                </a:cubicBezTo>
                <a:cubicBezTo>
                  <a:pt x="2808062" y="909559"/>
                  <a:pt x="2845008" y="916487"/>
                  <a:pt x="2879067" y="863955"/>
                </a:cubicBezTo>
                <a:cubicBezTo>
                  <a:pt x="2913126" y="811423"/>
                  <a:pt x="2943144" y="689618"/>
                  <a:pt x="2955267" y="604182"/>
                </a:cubicBezTo>
                <a:cubicBezTo>
                  <a:pt x="2967390" y="518746"/>
                  <a:pt x="2918775" y="437534"/>
                  <a:pt x="2951803" y="351337"/>
                </a:cubicBezTo>
                <a:cubicBezTo>
                  <a:pt x="2984831" y="265140"/>
                  <a:pt x="3025127" y="145243"/>
                  <a:pt x="3153435" y="87002"/>
                </a:cubicBezTo>
                <a:cubicBezTo>
                  <a:pt x="3281743" y="28761"/>
                  <a:pt x="3589486" y="3782"/>
                  <a:pt x="3721651" y="1891"/>
                </a:cubicBezTo>
                <a:cubicBezTo>
                  <a:pt x="3853816" y="0"/>
                  <a:pt x="3895936" y="47715"/>
                  <a:pt x="3946424" y="75656"/>
                </a:cubicBezTo>
                <a:cubicBezTo>
                  <a:pt x="3996912" y="103597"/>
                  <a:pt x="4001456" y="121417"/>
                  <a:pt x="4024577" y="169537"/>
                </a:cubicBezTo>
                <a:cubicBezTo>
                  <a:pt x="4047698" y="217657"/>
                  <a:pt x="4081705" y="285316"/>
                  <a:pt x="4085149" y="364374"/>
                </a:cubicBezTo>
                <a:cubicBezTo>
                  <a:pt x="4088593" y="443432"/>
                  <a:pt x="4074756" y="552503"/>
                  <a:pt x="4045242" y="643887"/>
                </a:cubicBezTo>
                <a:cubicBezTo>
                  <a:pt x="4015729" y="735271"/>
                  <a:pt x="3997882" y="839540"/>
                  <a:pt x="3908068" y="912678"/>
                </a:cubicBezTo>
                <a:cubicBezTo>
                  <a:pt x="3818254" y="985816"/>
                  <a:pt x="3693322" y="1042373"/>
                  <a:pt x="3506357" y="1082713"/>
                </a:cubicBezTo>
                <a:cubicBezTo>
                  <a:pt x="3319392" y="1123054"/>
                  <a:pt x="3050306" y="1142720"/>
                  <a:pt x="2786277" y="1154721"/>
                </a:cubicBezTo>
                <a:cubicBezTo>
                  <a:pt x="2522248" y="1166722"/>
                  <a:pt x="2205744" y="1172587"/>
                  <a:pt x="1922182" y="1154721"/>
                </a:cubicBezTo>
                <a:lnTo>
                  <a:pt x="1130094" y="1082713"/>
                </a:lnTo>
                <a:lnTo>
                  <a:pt x="554030" y="938697"/>
                </a:lnTo>
                <a:cubicBezTo>
                  <a:pt x="509003" y="932924"/>
                  <a:pt x="421553" y="909742"/>
                  <a:pt x="338005" y="866689"/>
                </a:cubicBezTo>
                <a:cubicBezTo>
                  <a:pt x="254457" y="823637"/>
                  <a:pt x="105480" y="754729"/>
                  <a:pt x="52740" y="680382"/>
                </a:cubicBezTo>
                <a:cubicBezTo>
                  <a:pt x="0" y="606035"/>
                  <a:pt x="7990" y="493238"/>
                  <a:pt x="21567" y="420609"/>
                </a:cubicBezTo>
                <a:cubicBezTo>
                  <a:pt x="35144" y="347980"/>
                  <a:pt x="82313" y="283778"/>
                  <a:pt x="134201" y="244607"/>
                </a:cubicBezTo>
                <a:close/>
              </a:path>
            </a:pathLst>
          </a:custGeom>
          <a:solidFill>
            <a:srgbClr val="FFC000"/>
          </a:solidFill>
          <a:ln w="12700">
            <a:no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5" name="任意多边形 44"/>
          <p:cNvSpPr/>
          <p:nvPr/>
        </p:nvSpPr>
        <p:spPr>
          <a:xfrm>
            <a:off x="3497352" y="2164101"/>
            <a:ext cx="1505631" cy="1936838"/>
          </a:xfrm>
          <a:custGeom>
            <a:avLst/>
            <a:gdLst>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44447 w 1416401"/>
              <a:gd name="connsiteY80" fmla="*/ 1324708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55426 w 1416401"/>
              <a:gd name="connsiteY80" fmla="*/ 1371600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79616 w 1416401"/>
              <a:gd name="connsiteY78" fmla="*/ 1330569 h 1424354"/>
              <a:gd name="connsiteX79" fmla="*/ 155426 w 1416401"/>
              <a:gd name="connsiteY79" fmla="*/ 1371600 h 1424354"/>
              <a:gd name="connsiteX80" fmla="*/ 126862 w 1416401"/>
              <a:gd name="connsiteY80" fmla="*/ 1312985 h 1424354"/>
              <a:gd name="connsiteX81" fmla="*/ 109278 w 1416401"/>
              <a:gd name="connsiteY81" fmla="*/ 1307123 h 1424354"/>
              <a:gd name="connsiteX82" fmla="*/ 79970 w 1416401"/>
              <a:gd name="connsiteY82" fmla="*/ 1283677 h 1424354"/>
              <a:gd name="connsiteX83" fmla="*/ 50662 w 1416401"/>
              <a:gd name="connsiteY83" fmla="*/ 1248508 h 1424354"/>
              <a:gd name="connsiteX84" fmla="*/ 33078 w 1416401"/>
              <a:gd name="connsiteY84" fmla="*/ 1230923 h 1424354"/>
              <a:gd name="connsiteX85" fmla="*/ 21355 w 1416401"/>
              <a:gd name="connsiteY85" fmla="*/ 1189892 h 1424354"/>
              <a:gd name="connsiteX86" fmla="*/ 9632 w 1416401"/>
              <a:gd name="connsiteY86" fmla="*/ 1143000 h 1424354"/>
              <a:gd name="connsiteX87" fmla="*/ 9632 w 1416401"/>
              <a:gd name="connsiteY87" fmla="*/ 943708 h 1424354"/>
              <a:gd name="connsiteX88" fmla="*/ 15493 w 1416401"/>
              <a:gd name="connsiteY88" fmla="*/ 926123 h 1424354"/>
              <a:gd name="connsiteX89" fmla="*/ 21355 w 1416401"/>
              <a:gd name="connsiteY89" fmla="*/ 873369 h 1424354"/>
              <a:gd name="connsiteX90" fmla="*/ 27216 w 1416401"/>
              <a:gd name="connsiteY90" fmla="*/ 855785 h 1424354"/>
              <a:gd name="connsiteX91" fmla="*/ 33078 w 1416401"/>
              <a:gd name="connsiteY91" fmla="*/ 820615 h 1424354"/>
              <a:gd name="connsiteX92" fmla="*/ 50662 w 1416401"/>
              <a:gd name="connsiteY92" fmla="*/ 779585 h 1424354"/>
              <a:gd name="connsiteX93" fmla="*/ 62385 w 1416401"/>
              <a:gd name="connsiteY93" fmla="*/ 738554 h 1424354"/>
              <a:gd name="connsiteX94" fmla="*/ 74108 w 1416401"/>
              <a:gd name="connsiteY94" fmla="*/ 715108 h 1424354"/>
              <a:gd name="connsiteX95" fmla="*/ 85832 w 1416401"/>
              <a:gd name="connsiteY95" fmla="*/ 674077 h 1424354"/>
              <a:gd name="connsiteX96" fmla="*/ 91693 w 1416401"/>
              <a:gd name="connsiteY96" fmla="*/ 656492 h 1424354"/>
              <a:gd name="connsiteX97" fmla="*/ 97555 w 1416401"/>
              <a:gd name="connsiteY97" fmla="*/ 627185 h 1424354"/>
              <a:gd name="connsiteX98" fmla="*/ 103416 w 1416401"/>
              <a:gd name="connsiteY98" fmla="*/ 609600 h 1424354"/>
              <a:gd name="connsiteX99" fmla="*/ 109278 w 1416401"/>
              <a:gd name="connsiteY99" fmla="*/ 586154 h 1424354"/>
              <a:gd name="connsiteX100" fmla="*/ 115139 w 1416401"/>
              <a:gd name="connsiteY100" fmla="*/ 556846 h 1424354"/>
              <a:gd name="connsiteX101" fmla="*/ 126862 w 1416401"/>
              <a:gd name="connsiteY101" fmla="*/ 521677 h 1424354"/>
              <a:gd name="connsiteX102" fmla="*/ 121001 w 1416401"/>
              <a:gd name="connsiteY102" fmla="*/ 322385 h 1424354"/>
              <a:gd name="connsiteX103" fmla="*/ 115139 w 1416401"/>
              <a:gd name="connsiteY103" fmla="*/ 304800 h 1424354"/>
              <a:gd name="connsiteX104" fmla="*/ 103416 w 1416401"/>
              <a:gd name="connsiteY104" fmla="*/ 281354 h 1424354"/>
              <a:gd name="connsiteX105" fmla="*/ 85832 w 1416401"/>
              <a:gd name="connsiteY105" fmla="*/ 263769 h 1424354"/>
              <a:gd name="connsiteX106" fmla="*/ 79970 w 1416401"/>
              <a:gd name="connsiteY10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55426 w 1416401"/>
              <a:gd name="connsiteY78" fmla="*/ 1371600 h 1424354"/>
              <a:gd name="connsiteX79" fmla="*/ 126862 w 1416401"/>
              <a:gd name="connsiteY79" fmla="*/ 1312985 h 1424354"/>
              <a:gd name="connsiteX80" fmla="*/ 109278 w 1416401"/>
              <a:gd name="connsiteY80" fmla="*/ 1307123 h 1424354"/>
              <a:gd name="connsiteX81" fmla="*/ 79970 w 1416401"/>
              <a:gd name="connsiteY81" fmla="*/ 1283677 h 1424354"/>
              <a:gd name="connsiteX82" fmla="*/ 50662 w 1416401"/>
              <a:gd name="connsiteY82" fmla="*/ 1248508 h 1424354"/>
              <a:gd name="connsiteX83" fmla="*/ 33078 w 1416401"/>
              <a:gd name="connsiteY83" fmla="*/ 1230923 h 1424354"/>
              <a:gd name="connsiteX84" fmla="*/ 21355 w 1416401"/>
              <a:gd name="connsiteY84" fmla="*/ 1189892 h 1424354"/>
              <a:gd name="connsiteX85" fmla="*/ 9632 w 1416401"/>
              <a:gd name="connsiteY85" fmla="*/ 1143000 h 1424354"/>
              <a:gd name="connsiteX86" fmla="*/ 9632 w 1416401"/>
              <a:gd name="connsiteY86" fmla="*/ 943708 h 1424354"/>
              <a:gd name="connsiteX87" fmla="*/ 15493 w 1416401"/>
              <a:gd name="connsiteY87" fmla="*/ 926123 h 1424354"/>
              <a:gd name="connsiteX88" fmla="*/ 21355 w 1416401"/>
              <a:gd name="connsiteY88" fmla="*/ 873369 h 1424354"/>
              <a:gd name="connsiteX89" fmla="*/ 27216 w 1416401"/>
              <a:gd name="connsiteY89" fmla="*/ 855785 h 1424354"/>
              <a:gd name="connsiteX90" fmla="*/ 33078 w 1416401"/>
              <a:gd name="connsiteY90" fmla="*/ 820615 h 1424354"/>
              <a:gd name="connsiteX91" fmla="*/ 50662 w 1416401"/>
              <a:gd name="connsiteY91" fmla="*/ 779585 h 1424354"/>
              <a:gd name="connsiteX92" fmla="*/ 62385 w 1416401"/>
              <a:gd name="connsiteY92" fmla="*/ 738554 h 1424354"/>
              <a:gd name="connsiteX93" fmla="*/ 74108 w 1416401"/>
              <a:gd name="connsiteY93" fmla="*/ 715108 h 1424354"/>
              <a:gd name="connsiteX94" fmla="*/ 85832 w 1416401"/>
              <a:gd name="connsiteY94" fmla="*/ 674077 h 1424354"/>
              <a:gd name="connsiteX95" fmla="*/ 91693 w 1416401"/>
              <a:gd name="connsiteY95" fmla="*/ 656492 h 1424354"/>
              <a:gd name="connsiteX96" fmla="*/ 97555 w 1416401"/>
              <a:gd name="connsiteY96" fmla="*/ 627185 h 1424354"/>
              <a:gd name="connsiteX97" fmla="*/ 103416 w 1416401"/>
              <a:gd name="connsiteY97" fmla="*/ 609600 h 1424354"/>
              <a:gd name="connsiteX98" fmla="*/ 109278 w 1416401"/>
              <a:gd name="connsiteY98" fmla="*/ 586154 h 1424354"/>
              <a:gd name="connsiteX99" fmla="*/ 115139 w 1416401"/>
              <a:gd name="connsiteY99" fmla="*/ 556846 h 1424354"/>
              <a:gd name="connsiteX100" fmla="*/ 126862 w 1416401"/>
              <a:gd name="connsiteY100" fmla="*/ 521677 h 1424354"/>
              <a:gd name="connsiteX101" fmla="*/ 121001 w 1416401"/>
              <a:gd name="connsiteY101" fmla="*/ 322385 h 1424354"/>
              <a:gd name="connsiteX102" fmla="*/ 115139 w 1416401"/>
              <a:gd name="connsiteY102" fmla="*/ 304800 h 1424354"/>
              <a:gd name="connsiteX103" fmla="*/ 103416 w 1416401"/>
              <a:gd name="connsiteY103" fmla="*/ 281354 h 1424354"/>
              <a:gd name="connsiteX104" fmla="*/ 85832 w 1416401"/>
              <a:gd name="connsiteY104" fmla="*/ 263769 h 1424354"/>
              <a:gd name="connsiteX105" fmla="*/ 79970 w 1416401"/>
              <a:gd name="connsiteY10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155426 w 1416401"/>
              <a:gd name="connsiteY77" fmla="*/ 1371600 h 1424354"/>
              <a:gd name="connsiteX78" fmla="*/ 126862 w 1416401"/>
              <a:gd name="connsiteY78" fmla="*/ 1312985 h 1424354"/>
              <a:gd name="connsiteX79" fmla="*/ 109278 w 1416401"/>
              <a:gd name="connsiteY79" fmla="*/ 1307123 h 1424354"/>
              <a:gd name="connsiteX80" fmla="*/ 79970 w 1416401"/>
              <a:gd name="connsiteY80" fmla="*/ 1283677 h 1424354"/>
              <a:gd name="connsiteX81" fmla="*/ 50662 w 1416401"/>
              <a:gd name="connsiteY81" fmla="*/ 1248508 h 1424354"/>
              <a:gd name="connsiteX82" fmla="*/ 33078 w 1416401"/>
              <a:gd name="connsiteY82" fmla="*/ 1230923 h 1424354"/>
              <a:gd name="connsiteX83" fmla="*/ 21355 w 1416401"/>
              <a:gd name="connsiteY83" fmla="*/ 1189892 h 1424354"/>
              <a:gd name="connsiteX84" fmla="*/ 9632 w 1416401"/>
              <a:gd name="connsiteY84" fmla="*/ 1143000 h 1424354"/>
              <a:gd name="connsiteX85" fmla="*/ 9632 w 1416401"/>
              <a:gd name="connsiteY85" fmla="*/ 943708 h 1424354"/>
              <a:gd name="connsiteX86" fmla="*/ 15493 w 1416401"/>
              <a:gd name="connsiteY86" fmla="*/ 926123 h 1424354"/>
              <a:gd name="connsiteX87" fmla="*/ 21355 w 1416401"/>
              <a:gd name="connsiteY87" fmla="*/ 873369 h 1424354"/>
              <a:gd name="connsiteX88" fmla="*/ 27216 w 1416401"/>
              <a:gd name="connsiteY88" fmla="*/ 855785 h 1424354"/>
              <a:gd name="connsiteX89" fmla="*/ 33078 w 1416401"/>
              <a:gd name="connsiteY89" fmla="*/ 820615 h 1424354"/>
              <a:gd name="connsiteX90" fmla="*/ 50662 w 1416401"/>
              <a:gd name="connsiteY90" fmla="*/ 779585 h 1424354"/>
              <a:gd name="connsiteX91" fmla="*/ 62385 w 1416401"/>
              <a:gd name="connsiteY91" fmla="*/ 738554 h 1424354"/>
              <a:gd name="connsiteX92" fmla="*/ 74108 w 1416401"/>
              <a:gd name="connsiteY92" fmla="*/ 715108 h 1424354"/>
              <a:gd name="connsiteX93" fmla="*/ 85832 w 1416401"/>
              <a:gd name="connsiteY93" fmla="*/ 674077 h 1424354"/>
              <a:gd name="connsiteX94" fmla="*/ 91693 w 1416401"/>
              <a:gd name="connsiteY94" fmla="*/ 656492 h 1424354"/>
              <a:gd name="connsiteX95" fmla="*/ 97555 w 1416401"/>
              <a:gd name="connsiteY95" fmla="*/ 627185 h 1424354"/>
              <a:gd name="connsiteX96" fmla="*/ 103416 w 1416401"/>
              <a:gd name="connsiteY96" fmla="*/ 609600 h 1424354"/>
              <a:gd name="connsiteX97" fmla="*/ 109278 w 1416401"/>
              <a:gd name="connsiteY97" fmla="*/ 586154 h 1424354"/>
              <a:gd name="connsiteX98" fmla="*/ 115139 w 1416401"/>
              <a:gd name="connsiteY98" fmla="*/ 556846 h 1424354"/>
              <a:gd name="connsiteX99" fmla="*/ 126862 w 1416401"/>
              <a:gd name="connsiteY99" fmla="*/ 521677 h 1424354"/>
              <a:gd name="connsiteX100" fmla="*/ 121001 w 1416401"/>
              <a:gd name="connsiteY100" fmla="*/ 322385 h 1424354"/>
              <a:gd name="connsiteX101" fmla="*/ 115139 w 1416401"/>
              <a:gd name="connsiteY101" fmla="*/ 304800 h 1424354"/>
              <a:gd name="connsiteX102" fmla="*/ 103416 w 1416401"/>
              <a:gd name="connsiteY102" fmla="*/ 281354 h 1424354"/>
              <a:gd name="connsiteX103" fmla="*/ 85832 w 1416401"/>
              <a:gd name="connsiteY103" fmla="*/ 263769 h 1424354"/>
              <a:gd name="connsiteX104" fmla="*/ 79970 w 1416401"/>
              <a:gd name="connsiteY10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361324 w 1416401"/>
              <a:gd name="connsiteY75" fmla="*/ 1354015 h 1424354"/>
              <a:gd name="connsiteX76" fmla="*/ 155426 w 1416401"/>
              <a:gd name="connsiteY76" fmla="*/ 1371600 h 1424354"/>
              <a:gd name="connsiteX77" fmla="*/ 126862 w 1416401"/>
              <a:gd name="connsiteY77" fmla="*/ 1312985 h 1424354"/>
              <a:gd name="connsiteX78" fmla="*/ 109278 w 1416401"/>
              <a:gd name="connsiteY78" fmla="*/ 1307123 h 1424354"/>
              <a:gd name="connsiteX79" fmla="*/ 79970 w 1416401"/>
              <a:gd name="connsiteY79" fmla="*/ 1283677 h 1424354"/>
              <a:gd name="connsiteX80" fmla="*/ 50662 w 1416401"/>
              <a:gd name="connsiteY80" fmla="*/ 1248508 h 1424354"/>
              <a:gd name="connsiteX81" fmla="*/ 33078 w 1416401"/>
              <a:gd name="connsiteY81" fmla="*/ 1230923 h 1424354"/>
              <a:gd name="connsiteX82" fmla="*/ 21355 w 1416401"/>
              <a:gd name="connsiteY82" fmla="*/ 1189892 h 1424354"/>
              <a:gd name="connsiteX83" fmla="*/ 9632 w 1416401"/>
              <a:gd name="connsiteY83" fmla="*/ 1143000 h 1424354"/>
              <a:gd name="connsiteX84" fmla="*/ 9632 w 1416401"/>
              <a:gd name="connsiteY84" fmla="*/ 943708 h 1424354"/>
              <a:gd name="connsiteX85" fmla="*/ 15493 w 1416401"/>
              <a:gd name="connsiteY85" fmla="*/ 926123 h 1424354"/>
              <a:gd name="connsiteX86" fmla="*/ 21355 w 1416401"/>
              <a:gd name="connsiteY86" fmla="*/ 873369 h 1424354"/>
              <a:gd name="connsiteX87" fmla="*/ 27216 w 1416401"/>
              <a:gd name="connsiteY87" fmla="*/ 855785 h 1424354"/>
              <a:gd name="connsiteX88" fmla="*/ 33078 w 1416401"/>
              <a:gd name="connsiteY88" fmla="*/ 820615 h 1424354"/>
              <a:gd name="connsiteX89" fmla="*/ 50662 w 1416401"/>
              <a:gd name="connsiteY89" fmla="*/ 779585 h 1424354"/>
              <a:gd name="connsiteX90" fmla="*/ 62385 w 1416401"/>
              <a:gd name="connsiteY90" fmla="*/ 738554 h 1424354"/>
              <a:gd name="connsiteX91" fmla="*/ 74108 w 1416401"/>
              <a:gd name="connsiteY91" fmla="*/ 715108 h 1424354"/>
              <a:gd name="connsiteX92" fmla="*/ 85832 w 1416401"/>
              <a:gd name="connsiteY92" fmla="*/ 674077 h 1424354"/>
              <a:gd name="connsiteX93" fmla="*/ 91693 w 1416401"/>
              <a:gd name="connsiteY93" fmla="*/ 656492 h 1424354"/>
              <a:gd name="connsiteX94" fmla="*/ 97555 w 1416401"/>
              <a:gd name="connsiteY94" fmla="*/ 627185 h 1424354"/>
              <a:gd name="connsiteX95" fmla="*/ 103416 w 1416401"/>
              <a:gd name="connsiteY95" fmla="*/ 609600 h 1424354"/>
              <a:gd name="connsiteX96" fmla="*/ 109278 w 1416401"/>
              <a:gd name="connsiteY96" fmla="*/ 586154 h 1424354"/>
              <a:gd name="connsiteX97" fmla="*/ 115139 w 1416401"/>
              <a:gd name="connsiteY97" fmla="*/ 556846 h 1424354"/>
              <a:gd name="connsiteX98" fmla="*/ 126862 w 1416401"/>
              <a:gd name="connsiteY98" fmla="*/ 521677 h 1424354"/>
              <a:gd name="connsiteX99" fmla="*/ 121001 w 1416401"/>
              <a:gd name="connsiteY99" fmla="*/ 322385 h 1424354"/>
              <a:gd name="connsiteX100" fmla="*/ 115139 w 1416401"/>
              <a:gd name="connsiteY100" fmla="*/ 304800 h 1424354"/>
              <a:gd name="connsiteX101" fmla="*/ 103416 w 1416401"/>
              <a:gd name="connsiteY101" fmla="*/ 281354 h 1424354"/>
              <a:gd name="connsiteX102" fmla="*/ 85832 w 1416401"/>
              <a:gd name="connsiteY102" fmla="*/ 263769 h 1424354"/>
              <a:gd name="connsiteX103" fmla="*/ 79970 w 1416401"/>
              <a:gd name="connsiteY10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155426 w 1416401"/>
              <a:gd name="connsiteY75" fmla="*/ 1371600 h 1424354"/>
              <a:gd name="connsiteX76" fmla="*/ 126862 w 1416401"/>
              <a:gd name="connsiteY76" fmla="*/ 1312985 h 1424354"/>
              <a:gd name="connsiteX77" fmla="*/ 109278 w 1416401"/>
              <a:gd name="connsiteY77" fmla="*/ 1307123 h 1424354"/>
              <a:gd name="connsiteX78" fmla="*/ 79970 w 1416401"/>
              <a:gd name="connsiteY78" fmla="*/ 1283677 h 1424354"/>
              <a:gd name="connsiteX79" fmla="*/ 50662 w 1416401"/>
              <a:gd name="connsiteY79" fmla="*/ 1248508 h 1424354"/>
              <a:gd name="connsiteX80" fmla="*/ 33078 w 1416401"/>
              <a:gd name="connsiteY80" fmla="*/ 1230923 h 1424354"/>
              <a:gd name="connsiteX81" fmla="*/ 21355 w 1416401"/>
              <a:gd name="connsiteY81" fmla="*/ 1189892 h 1424354"/>
              <a:gd name="connsiteX82" fmla="*/ 9632 w 1416401"/>
              <a:gd name="connsiteY82" fmla="*/ 1143000 h 1424354"/>
              <a:gd name="connsiteX83" fmla="*/ 9632 w 1416401"/>
              <a:gd name="connsiteY83" fmla="*/ 943708 h 1424354"/>
              <a:gd name="connsiteX84" fmla="*/ 15493 w 1416401"/>
              <a:gd name="connsiteY84" fmla="*/ 926123 h 1424354"/>
              <a:gd name="connsiteX85" fmla="*/ 21355 w 1416401"/>
              <a:gd name="connsiteY85" fmla="*/ 873369 h 1424354"/>
              <a:gd name="connsiteX86" fmla="*/ 27216 w 1416401"/>
              <a:gd name="connsiteY86" fmla="*/ 855785 h 1424354"/>
              <a:gd name="connsiteX87" fmla="*/ 33078 w 1416401"/>
              <a:gd name="connsiteY87" fmla="*/ 820615 h 1424354"/>
              <a:gd name="connsiteX88" fmla="*/ 50662 w 1416401"/>
              <a:gd name="connsiteY88" fmla="*/ 779585 h 1424354"/>
              <a:gd name="connsiteX89" fmla="*/ 62385 w 1416401"/>
              <a:gd name="connsiteY89" fmla="*/ 738554 h 1424354"/>
              <a:gd name="connsiteX90" fmla="*/ 74108 w 1416401"/>
              <a:gd name="connsiteY90" fmla="*/ 715108 h 1424354"/>
              <a:gd name="connsiteX91" fmla="*/ 85832 w 1416401"/>
              <a:gd name="connsiteY91" fmla="*/ 674077 h 1424354"/>
              <a:gd name="connsiteX92" fmla="*/ 91693 w 1416401"/>
              <a:gd name="connsiteY92" fmla="*/ 656492 h 1424354"/>
              <a:gd name="connsiteX93" fmla="*/ 97555 w 1416401"/>
              <a:gd name="connsiteY93" fmla="*/ 627185 h 1424354"/>
              <a:gd name="connsiteX94" fmla="*/ 103416 w 1416401"/>
              <a:gd name="connsiteY94" fmla="*/ 609600 h 1424354"/>
              <a:gd name="connsiteX95" fmla="*/ 109278 w 1416401"/>
              <a:gd name="connsiteY95" fmla="*/ 586154 h 1424354"/>
              <a:gd name="connsiteX96" fmla="*/ 115139 w 1416401"/>
              <a:gd name="connsiteY96" fmla="*/ 556846 h 1424354"/>
              <a:gd name="connsiteX97" fmla="*/ 126862 w 1416401"/>
              <a:gd name="connsiteY97" fmla="*/ 521677 h 1424354"/>
              <a:gd name="connsiteX98" fmla="*/ 121001 w 1416401"/>
              <a:gd name="connsiteY98" fmla="*/ 322385 h 1424354"/>
              <a:gd name="connsiteX99" fmla="*/ 115139 w 1416401"/>
              <a:gd name="connsiteY99" fmla="*/ 304800 h 1424354"/>
              <a:gd name="connsiteX100" fmla="*/ 103416 w 1416401"/>
              <a:gd name="connsiteY100" fmla="*/ 281354 h 1424354"/>
              <a:gd name="connsiteX101" fmla="*/ 85832 w 1416401"/>
              <a:gd name="connsiteY101" fmla="*/ 263769 h 1424354"/>
              <a:gd name="connsiteX102" fmla="*/ 79970 w 1416401"/>
              <a:gd name="connsiteY10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155426 w 1416401"/>
              <a:gd name="connsiteY74" fmla="*/ 1371600 h 1424354"/>
              <a:gd name="connsiteX75" fmla="*/ 126862 w 1416401"/>
              <a:gd name="connsiteY75" fmla="*/ 1312985 h 1424354"/>
              <a:gd name="connsiteX76" fmla="*/ 109278 w 1416401"/>
              <a:gd name="connsiteY76" fmla="*/ 1307123 h 1424354"/>
              <a:gd name="connsiteX77" fmla="*/ 79970 w 1416401"/>
              <a:gd name="connsiteY77" fmla="*/ 1283677 h 1424354"/>
              <a:gd name="connsiteX78" fmla="*/ 50662 w 1416401"/>
              <a:gd name="connsiteY78" fmla="*/ 1248508 h 1424354"/>
              <a:gd name="connsiteX79" fmla="*/ 33078 w 1416401"/>
              <a:gd name="connsiteY79" fmla="*/ 1230923 h 1424354"/>
              <a:gd name="connsiteX80" fmla="*/ 21355 w 1416401"/>
              <a:gd name="connsiteY80" fmla="*/ 1189892 h 1424354"/>
              <a:gd name="connsiteX81" fmla="*/ 9632 w 1416401"/>
              <a:gd name="connsiteY81" fmla="*/ 1143000 h 1424354"/>
              <a:gd name="connsiteX82" fmla="*/ 9632 w 1416401"/>
              <a:gd name="connsiteY82" fmla="*/ 943708 h 1424354"/>
              <a:gd name="connsiteX83" fmla="*/ 15493 w 1416401"/>
              <a:gd name="connsiteY83" fmla="*/ 926123 h 1424354"/>
              <a:gd name="connsiteX84" fmla="*/ 21355 w 1416401"/>
              <a:gd name="connsiteY84" fmla="*/ 873369 h 1424354"/>
              <a:gd name="connsiteX85" fmla="*/ 27216 w 1416401"/>
              <a:gd name="connsiteY85" fmla="*/ 855785 h 1424354"/>
              <a:gd name="connsiteX86" fmla="*/ 33078 w 1416401"/>
              <a:gd name="connsiteY86" fmla="*/ 820615 h 1424354"/>
              <a:gd name="connsiteX87" fmla="*/ 50662 w 1416401"/>
              <a:gd name="connsiteY87" fmla="*/ 779585 h 1424354"/>
              <a:gd name="connsiteX88" fmla="*/ 62385 w 1416401"/>
              <a:gd name="connsiteY88" fmla="*/ 738554 h 1424354"/>
              <a:gd name="connsiteX89" fmla="*/ 74108 w 1416401"/>
              <a:gd name="connsiteY89" fmla="*/ 715108 h 1424354"/>
              <a:gd name="connsiteX90" fmla="*/ 85832 w 1416401"/>
              <a:gd name="connsiteY90" fmla="*/ 674077 h 1424354"/>
              <a:gd name="connsiteX91" fmla="*/ 91693 w 1416401"/>
              <a:gd name="connsiteY91" fmla="*/ 656492 h 1424354"/>
              <a:gd name="connsiteX92" fmla="*/ 97555 w 1416401"/>
              <a:gd name="connsiteY92" fmla="*/ 627185 h 1424354"/>
              <a:gd name="connsiteX93" fmla="*/ 103416 w 1416401"/>
              <a:gd name="connsiteY93" fmla="*/ 609600 h 1424354"/>
              <a:gd name="connsiteX94" fmla="*/ 109278 w 1416401"/>
              <a:gd name="connsiteY94" fmla="*/ 586154 h 1424354"/>
              <a:gd name="connsiteX95" fmla="*/ 115139 w 1416401"/>
              <a:gd name="connsiteY95" fmla="*/ 556846 h 1424354"/>
              <a:gd name="connsiteX96" fmla="*/ 126862 w 1416401"/>
              <a:gd name="connsiteY96" fmla="*/ 521677 h 1424354"/>
              <a:gd name="connsiteX97" fmla="*/ 121001 w 1416401"/>
              <a:gd name="connsiteY97" fmla="*/ 322385 h 1424354"/>
              <a:gd name="connsiteX98" fmla="*/ 115139 w 1416401"/>
              <a:gd name="connsiteY98" fmla="*/ 304800 h 1424354"/>
              <a:gd name="connsiteX99" fmla="*/ 103416 w 1416401"/>
              <a:gd name="connsiteY99" fmla="*/ 281354 h 1424354"/>
              <a:gd name="connsiteX100" fmla="*/ 85832 w 1416401"/>
              <a:gd name="connsiteY100" fmla="*/ 263769 h 1424354"/>
              <a:gd name="connsiteX101" fmla="*/ 79970 w 1416401"/>
              <a:gd name="connsiteY10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155426 w 1416401"/>
              <a:gd name="connsiteY73" fmla="*/ 1371600 h 1424354"/>
              <a:gd name="connsiteX74" fmla="*/ 126862 w 1416401"/>
              <a:gd name="connsiteY74" fmla="*/ 1312985 h 1424354"/>
              <a:gd name="connsiteX75" fmla="*/ 109278 w 1416401"/>
              <a:gd name="connsiteY75" fmla="*/ 1307123 h 1424354"/>
              <a:gd name="connsiteX76" fmla="*/ 79970 w 1416401"/>
              <a:gd name="connsiteY76" fmla="*/ 1283677 h 1424354"/>
              <a:gd name="connsiteX77" fmla="*/ 50662 w 1416401"/>
              <a:gd name="connsiteY77" fmla="*/ 1248508 h 1424354"/>
              <a:gd name="connsiteX78" fmla="*/ 33078 w 1416401"/>
              <a:gd name="connsiteY78" fmla="*/ 1230923 h 1424354"/>
              <a:gd name="connsiteX79" fmla="*/ 21355 w 1416401"/>
              <a:gd name="connsiteY79" fmla="*/ 1189892 h 1424354"/>
              <a:gd name="connsiteX80" fmla="*/ 9632 w 1416401"/>
              <a:gd name="connsiteY80" fmla="*/ 1143000 h 1424354"/>
              <a:gd name="connsiteX81" fmla="*/ 9632 w 1416401"/>
              <a:gd name="connsiteY81" fmla="*/ 943708 h 1424354"/>
              <a:gd name="connsiteX82" fmla="*/ 15493 w 1416401"/>
              <a:gd name="connsiteY82" fmla="*/ 926123 h 1424354"/>
              <a:gd name="connsiteX83" fmla="*/ 21355 w 1416401"/>
              <a:gd name="connsiteY83" fmla="*/ 873369 h 1424354"/>
              <a:gd name="connsiteX84" fmla="*/ 27216 w 1416401"/>
              <a:gd name="connsiteY84" fmla="*/ 855785 h 1424354"/>
              <a:gd name="connsiteX85" fmla="*/ 33078 w 1416401"/>
              <a:gd name="connsiteY85" fmla="*/ 820615 h 1424354"/>
              <a:gd name="connsiteX86" fmla="*/ 50662 w 1416401"/>
              <a:gd name="connsiteY86" fmla="*/ 779585 h 1424354"/>
              <a:gd name="connsiteX87" fmla="*/ 62385 w 1416401"/>
              <a:gd name="connsiteY87" fmla="*/ 738554 h 1424354"/>
              <a:gd name="connsiteX88" fmla="*/ 74108 w 1416401"/>
              <a:gd name="connsiteY88" fmla="*/ 715108 h 1424354"/>
              <a:gd name="connsiteX89" fmla="*/ 85832 w 1416401"/>
              <a:gd name="connsiteY89" fmla="*/ 674077 h 1424354"/>
              <a:gd name="connsiteX90" fmla="*/ 91693 w 1416401"/>
              <a:gd name="connsiteY90" fmla="*/ 656492 h 1424354"/>
              <a:gd name="connsiteX91" fmla="*/ 97555 w 1416401"/>
              <a:gd name="connsiteY91" fmla="*/ 627185 h 1424354"/>
              <a:gd name="connsiteX92" fmla="*/ 103416 w 1416401"/>
              <a:gd name="connsiteY92" fmla="*/ 609600 h 1424354"/>
              <a:gd name="connsiteX93" fmla="*/ 109278 w 1416401"/>
              <a:gd name="connsiteY93" fmla="*/ 586154 h 1424354"/>
              <a:gd name="connsiteX94" fmla="*/ 115139 w 1416401"/>
              <a:gd name="connsiteY94" fmla="*/ 556846 h 1424354"/>
              <a:gd name="connsiteX95" fmla="*/ 126862 w 1416401"/>
              <a:gd name="connsiteY95" fmla="*/ 521677 h 1424354"/>
              <a:gd name="connsiteX96" fmla="*/ 121001 w 1416401"/>
              <a:gd name="connsiteY96" fmla="*/ 322385 h 1424354"/>
              <a:gd name="connsiteX97" fmla="*/ 115139 w 1416401"/>
              <a:gd name="connsiteY97" fmla="*/ 304800 h 1424354"/>
              <a:gd name="connsiteX98" fmla="*/ 103416 w 1416401"/>
              <a:gd name="connsiteY98" fmla="*/ 281354 h 1424354"/>
              <a:gd name="connsiteX99" fmla="*/ 85832 w 1416401"/>
              <a:gd name="connsiteY99" fmla="*/ 263769 h 1424354"/>
              <a:gd name="connsiteX100" fmla="*/ 79970 w 1416401"/>
              <a:gd name="connsiteY10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109278 w 1416401"/>
              <a:gd name="connsiteY74" fmla="*/ 1307123 h 1424354"/>
              <a:gd name="connsiteX75" fmla="*/ 79970 w 1416401"/>
              <a:gd name="connsiteY75" fmla="*/ 1283677 h 1424354"/>
              <a:gd name="connsiteX76" fmla="*/ 50662 w 1416401"/>
              <a:gd name="connsiteY76" fmla="*/ 1248508 h 1424354"/>
              <a:gd name="connsiteX77" fmla="*/ 33078 w 1416401"/>
              <a:gd name="connsiteY77" fmla="*/ 1230923 h 1424354"/>
              <a:gd name="connsiteX78" fmla="*/ 21355 w 1416401"/>
              <a:gd name="connsiteY78" fmla="*/ 1189892 h 1424354"/>
              <a:gd name="connsiteX79" fmla="*/ 9632 w 1416401"/>
              <a:gd name="connsiteY79" fmla="*/ 1143000 h 1424354"/>
              <a:gd name="connsiteX80" fmla="*/ 9632 w 1416401"/>
              <a:gd name="connsiteY80" fmla="*/ 943708 h 1424354"/>
              <a:gd name="connsiteX81" fmla="*/ 15493 w 1416401"/>
              <a:gd name="connsiteY81" fmla="*/ 926123 h 1424354"/>
              <a:gd name="connsiteX82" fmla="*/ 21355 w 1416401"/>
              <a:gd name="connsiteY82" fmla="*/ 873369 h 1424354"/>
              <a:gd name="connsiteX83" fmla="*/ 27216 w 1416401"/>
              <a:gd name="connsiteY83" fmla="*/ 855785 h 1424354"/>
              <a:gd name="connsiteX84" fmla="*/ 33078 w 1416401"/>
              <a:gd name="connsiteY84" fmla="*/ 820615 h 1424354"/>
              <a:gd name="connsiteX85" fmla="*/ 50662 w 1416401"/>
              <a:gd name="connsiteY85" fmla="*/ 779585 h 1424354"/>
              <a:gd name="connsiteX86" fmla="*/ 62385 w 1416401"/>
              <a:gd name="connsiteY86" fmla="*/ 738554 h 1424354"/>
              <a:gd name="connsiteX87" fmla="*/ 74108 w 1416401"/>
              <a:gd name="connsiteY87" fmla="*/ 715108 h 1424354"/>
              <a:gd name="connsiteX88" fmla="*/ 85832 w 1416401"/>
              <a:gd name="connsiteY88" fmla="*/ 674077 h 1424354"/>
              <a:gd name="connsiteX89" fmla="*/ 91693 w 1416401"/>
              <a:gd name="connsiteY89" fmla="*/ 656492 h 1424354"/>
              <a:gd name="connsiteX90" fmla="*/ 97555 w 1416401"/>
              <a:gd name="connsiteY90" fmla="*/ 627185 h 1424354"/>
              <a:gd name="connsiteX91" fmla="*/ 103416 w 1416401"/>
              <a:gd name="connsiteY91" fmla="*/ 609600 h 1424354"/>
              <a:gd name="connsiteX92" fmla="*/ 109278 w 1416401"/>
              <a:gd name="connsiteY92" fmla="*/ 586154 h 1424354"/>
              <a:gd name="connsiteX93" fmla="*/ 115139 w 1416401"/>
              <a:gd name="connsiteY93" fmla="*/ 556846 h 1424354"/>
              <a:gd name="connsiteX94" fmla="*/ 126862 w 1416401"/>
              <a:gd name="connsiteY94" fmla="*/ 521677 h 1424354"/>
              <a:gd name="connsiteX95" fmla="*/ 121001 w 1416401"/>
              <a:gd name="connsiteY95" fmla="*/ 322385 h 1424354"/>
              <a:gd name="connsiteX96" fmla="*/ 115139 w 1416401"/>
              <a:gd name="connsiteY96" fmla="*/ 304800 h 1424354"/>
              <a:gd name="connsiteX97" fmla="*/ 103416 w 1416401"/>
              <a:gd name="connsiteY97" fmla="*/ 281354 h 1424354"/>
              <a:gd name="connsiteX98" fmla="*/ 85832 w 1416401"/>
              <a:gd name="connsiteY98" fmla="*/ 263769 h 1424354"/>
              <a:gd name="connsiteX99" fmla="*/ 79970 w 1416401"/>
              <a:gd name="connsiteY99"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79970 w 1416401"/>
              <a:gd name="connsiteY74" fmla="*/ 1283677 h 1424354"/>
              <a:gd name="connsiteX75" fmla="*/ 50662 w 1416401"/>
              <a:gd name="connsiteY75" fmla="*/ 1248508 h 1424354"/>
              <a:gd name="connsiteX76" fmla="*/ 33078 w 1416401"/>
              <a:gd name="connsiteY76" fmla="*/ 1230923 h 1424354"/>
              <a:gd name="connsiteX77" fmla="*/ 21355 w 1416401"/>
              <a:gd name="connsiteY77" fmla="*/ 1189892 h 1424354"/>
              <a:gd name="connsiteX78" fmla="*/ 9632 w 1416401"/>
              <a:gd name="connsiteY78" fmla="*/ 1143000 h 1424354"/>
              <a:gd name="connsiteX79" fmla="*/ 9632 w 1416401"/>
              <a:gd name="connsiteY79" fmla="*/ 943708 h 1424354"/>
              <a:gd name="connsiteX80" fmla="*/ 15493 w 1416401"/>
              <a:gd name="connsiteY80" fmla="*/ 926123 h 1424354"/>
              <a:gd name="connsiteX81" fmla="*/ 21355 w 1416401"/>
              <a:gd name="connsiteY81" fmla="*/ 873369 h 1424354"/>
              <a:gd name="connsiteX82" fmla="*/ 27216 w 1416401"/>
              <a:gd name="connsiteY82" fmla="*/ 855785 h 1424354"/>
              <a:gd name="connsiteX83" fmla="*/ 33078 w 1416401"/>
              <a:gd name="connsiteY83" fmla="*/ 820615 h 1424354"/>
              <a:gd name="connsiteX84" fmla="*/ 50662 w 1416401"/>
              <a:gd name="connsiteY84" fmla="*/ 779585 h 1424354"/>
              <a:gd name="connsiteX85" fmla="*/ 62385 w 1416401"/>
              <a:gd name="connsiteY85" fmla="*/ 738554 h 1424354"/>
              <a:gd name="connsiteX86" fmla="*/ 74108 w 1416401"/>
              <a:gd name="connsiteY86" fmla="*/ 715108 h 1424354"/>
              <a:gd name="connsiteX87" fmla="*/ 85832 w 1416401"/>
              <a:gd name="connsiteY87" fmla="*/ 674077 h 1424354"/>
              <a:gd name="connsiteX88" fmla="*/ 91693 w 1416401"/>
              <a:gd name="connsiteY88" fmla="*/ 656492 h 1424354"/>
              <a:gd name="connsiteX89" fmla="*/ 97555 w 1416401"/>
              <a:gd name="connsiteY89" fmla="*/ 627185 h 1424354"/>
              <a:gd name="connsiteX90" fmla="*/ 103416 w 1416401"/>
              <a:gd name="connsiteY90" fmla="*/ 609600 h 1424354"/>
              <a:gd name="connsiteX91" fmla="*/ 109278 w 1416401"/>
              <a:gd name="connsiteY91" fmla="*/ 586154 h 1424354"/>
              <a:gd name="connsiteX92" fmla="*/ 115139 w 1416401"/>
              <a:gd name="connsiteY92" fmla="*/ 556846 h 1424354"/>
              <a:gd name="connsiteX93" fmla="*/ 126862 w 1416401"/>
              <a:gd name="connsiteY93" fmla="*/ 521677 h 1424354"/>
              <a:gd name="connsiteX94" fmla="*/ 121001 w 1416401"/>
              <a:gd name="connsiteY94" fmla="*/ 322385 h 1424354"/>
              <a:gd name="connsiteX95" fmla="*/ 115139 w 1416401"/>
              <a:gd name="connsiteY95" fmla="*/ 304800 h 1424354"/>
              <a:gd name="connsiteX96" fmla="*/ 103416 w 1416401"/>
              <a:gd name="connsiteY96" fmla="*/ 281354 h 1424354"/>
              <a:gd name="connsiteX97" fmla="*/ 85832 w 1416401"/>
              <a:gd name="connsiteY97" fmla="*/ 263769 h 1424354"/>
              <a:gd name="connsiteX98" fmla="*/ 79970 w 1416401"/>
              <a:gd name="connsiteY98"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83418 w 1416401"/>
              <a:gd name="connsiteY95" fmla="*/ 291480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83418 w 1416401"/>
              <a:gd name="connsiteY94" fmla="*/ 291480 h 1424354"/>
              <a:gd name="connsiteX95" fmla="*/ 85832 w 1416401"/>
              <a:gd name="connsiteY95" fmla="*/ 263769 h 1424354"/>
              <a:gd name="connsiteX96" fmla="*/ 79970 w 1416401"/>
              <a:gd name="connsiteY9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83418 w 1416401"/>
              <a:gd name="connsiteY93" fmla="*/ 291480 h 1424354"/>
              <a:gd name="connsiteX94" fmla="*/ 85832 w 1416401"/>
              <a:gd name="connsiteY94" fmla="*/ 263769 h 1424354"/>
              <a:gd name="connsiteX95" fmla="*/ 79970 w 1416401"/>
              <a:gd name="connsiteY9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2366 w 1416401"/>
              <a:gd name="connsiteY90" fmla="*/ 546969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7093 w 1416401"/>
              <a:gd name="connsiteY55" fmla="*/ 1219200 h 1424354"/>
              <a:gd name="connsiteX56" fmla="*/ 1381232 w 1416401"/>
              <a:gd name="connsiteY56" fmla="*/ 1289538 h 1424354"/>
              <a:gd name="connsiteX57" fmla="*/ 1351924 w 1416401"/>
              <a:gd name="connsiteY57" fmla="*/ 1330569 h 1424354"/>
              <a:gd name="connsiteX58" fmla="*/ 1322616 w 1416401"/>
              <a:gd name="connsiteY58" fmla="*/ 1359877 h 1424354"/>
              <a:gd name="connsiteX59" fmla="*/ 1287447 w 1416401"/>
              <a:gd name="connsiteY59" fmla="*/ 1383323 h 1424354"/>
              <a:gd name="connsiteX60" fmla="*/ 1269862 w 1416401"/>
              <a:gd name="connsiteY60" fmla="*/ 1395046 h 1424354"/>
              <a:gd name="connsiteX61" fmla="*/ 1234693 w 1416401"/>
              <a:gd name="connsiteY61" fmla="*/ 1406769 h 1424354"/>
              <a:gd name="connsiteX62" fmla="*/ 1217108 w 1416401"/>
              <a:gd name="connsiteY62" fmla="*/ 1412631 h 1424354"/>
              <a:gd name="connsiteX63" fmla="*/ 1176078 w 1416401"/>
              <a:gd name="connsiteY63" fmla="*/ 1418492 h 1424354"/>
              <a:gd name="connsiteX64" fmla="*/ 1140908 w 1416401"/>
              <a:gd name="connsiteY64" fmla="*/ 1424354 h 1424354"/>
              <a:gd name="connsiteX65" fmla="*/ 900585 w 1416401"/>
              <a:gd name="connsiteY65" fmla="*/ 1418492 h 1424354"/>
              <a:gd name="connsiteX66" fmla="*/ 883001 w 1416401"/>
              <a:gd name="connsiteY66" fmla="*/ 1412631 h 1424354"/>
              <a:gd name="connsiteX67" fmla="*/ 800939 w 1416401"/>
              <a:gd name="connsiteY67" fmla="*/ 1406769 h 1424354"/>
              <a:gd name="connsiteX68" fmla="*/ 630955 w 1416401"/>
              <a:gd name="connsiteY68" fmla="*/ 1400908 h 1424354"/>
              <a:gd name="connsiteX69" fmla="*/ 572339 w 1416401"/>
              <a:gd name="connsiteY69" fmla="*/ 1395046 h 1424354"/>
              <a:gd name="connsiteX70" fmla="*/ 476812 w 1416401"/>
              <a:gd name="connsiteY70" fmla="*/ 1400908 h 1424354"/>
              <a:gd name="connsiteX71" fmla="*/ 155426 w 1416401"/>
              <a:gd name="connsiteY71" fmla="*/ 1371600 h 1424354"/>
              <a:gd name="connsiteX72" fmla="*/ 83418 w 1416401"/>
              <a:gd name="connsiteY72" fmla="*/ 1299592 h 1424354"/>
              <a:gd name="connsiteX73" fmla="*/ 50662 w 1416401"/>
              <a:gd name="connsiteY73" fmla="*/ 1248508 h 1424354"/>
              <a:gd name="connsiteX74" fmla="*/ 33078 w 1416401"/>
              <a:gd name="connsiteY74" fmla="*/ 1230923 h 1424354"/>
              <a:gd name="connsiteX75" fmla="*/ 21355 w 1416401"/>
              <a:gd name="connsiteY75" fmla="*/ 1189892 h 1424354"/>
              <a:gd name="connsiteX76" fmla="*/ 9632 w 1416401"/>
              <a:gd name="connsiteY76" fmla="*/ 1143000 h 1424354"/>
              <a:gd name="connsiteX77" fmla="*/ 9632 w 1416401"/>
              <a:gd name="connsiteY77" fmla="*/ 943708 h 1424354"/>
              <a:gd name="connsiteX78" fmla="*/ 15493 w 1416401"/>
              <a:gd name="connsiteY78" fmla="*/ 926123 h 1424354"/>
              <a:gd name="connsiteX79" fmla="*/ 21355 w 1416401"/>
              <a:gd name="connsiteY79" fmla="*/ 873369 h 1424354"/>
              <a:gd name="connsiteX80" fmla="*/ 27216 w 1416401"/>
              <a:gd name="connsiteY80" fmla="*/ 855785 h 1424354"/>
              <a:gd name="connsiteX81" fmla="*/ 33078 w 1416401"/>
              <a:gd name="connsiteY81" fmla="*/ 820615 h 1424354"/>
              <a:gd name="connsiteX82" fmla="*/ 50662 w 1416401"/>
              <a:gd name="connsiteY82" fmla="*/ 779585 h 1424354"/>
              <a:gd name="connsiteX83" fmla="*/ 62385 w 1416401"/>
              <a:gd name="connsiteY83" fmla="*/ 738554 h 1424354"/>
              <a:gd name="connsiteX84" fmla="*/ 74108 w 1416401"/>
              <a:gd name="connsiteY84" fmla="*/ 715108 h 1424354"/>
              <a:gd name="connsiteX85" fmla="*/ 85832 w 1416401"/>
              <a:gd name="connsiteY85" fmla="*/ 674077 h 1424354"/>
              <a:gd name="connsiteX86" fmla="*/ 91693 w 1416401"/>
              <a:gd name="connsiteY86" fmla="*/ 656492 h 1424354"/>
              <a:gd name="connsiteX87" fmla="*/ 97555 w 1416401"/>
              <a:gd name="connsiteY87" fmla="*/ 627185 h 1424354"/>
              <a:gd name="connsiteX88" fmla="*/ 103416 w 1416401"/>
              <a:gd name="connsiteY88" fmla="*/ 609600 h 1424354"/>
              <a:gd name="connsiteX89" fmla="*/ 102366 w 1416401"/>
              <a:gd name="connsiteY89" fmla="*/ 546969 h 1424354"/>
              <a:gd name="connsiteX90" fmla="*/ 83418 w 1416401"/>
              <a:gd name="connsiteY90" fmla="*/ 435496 h 1424354"/>
              <a:gd name="connsiteX91" fmla="*/ 83418 w 1416401"/>
              <a:gd name="connsiteY91" fmla="*/ 291480 h 1424354"/>
              <a:gd name="connsiteX92" fmla="*/ 85832 w 1416401"/>
              <a:gd name="connsiteY92" fmla="*/ 263769 h 1424354"/>
              <a:gd name="connsiteX93" fmla="*/ 79970 w 1416401"/>
              <a:gd name="connsiteY9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1232 w 1416401"/>
              <a:gd name="connsiteY55" fmla="*/ 1289538 h 1424354"/>
              <a:gd name="connsiteX56" fmla="*/ 1351924 w 1416401"/>
              <a:gd name="connsiteY56" fmla="*/ 1330569 h 1424354"/>
              <a:gd name="connsiteX57" fmla="*/ 1322616 w 1416401"/>
              <a:gd name="connsiteY57" fmla="*/ 1359877 h 1424354"/>
              <a:gd name="connsiteX58" fmla="*/ 1287447 w 1416401"/>
              <a:gd name="connsiteY58" fmla="*/ 1383323 h 1424354"/>
              <a:gd name="connsiteX59" fmla="*/ 1269862 w 1416401"/>
              <a:gd name="connsiteY59" fmla="*/ 1395046 h 1424354"/>
              <a:gd name="connsiteX60" fmla="*/ 1234693 w 1416401"/>
              <a:gd name="connsiteY60" fmla="*/ 1406769 h 1424354"/>
              <a:gd name="connsiteX61" fmla="*/ 1217108 w 1416401"/>
              <a:gd name="connsiteY61" fmla="*/ 1412631 h 1424354"/>
              <a:gd name="connsiteX62" fmla="*/ 1176078 w 1416401"/>
              <a:gd name="connsiteY62" fmla="*/ 1418492 h 1424354"/>
              <a:gd name="connsiteX63" fmla="*/ 1140908 w 1416401"/>
              <a:gd name="connsiteY63" fmla="*/ 1424354 h 1424354"/>
              <a:gd name="connsiteX64" fmla="*/ 900585 w 1416401"/>
              <a:gd name="connsiteY64" fmla="*/ 1418492 h 1424354"/>
              <a:gd name="connsiteX65" fmla="*/ 883001 w 1416401"/>
              <a:gd name="connsiteY65" fmla="*/ 1412631 h 1424354"/>
              <a:gd name="connsiteX66" fmla="*/ 800939 w 1416401"/>
              <a:gd name="connsiteY66" fmla="*/ 1406769 h 1424354"/>
              <a:gd name="connsiteX67" fmla="*/ 630955 w 1416401"/>
              <a:gd name="connsiteY67" fmla="*/ 1400908 h 1424354"/>
              <a:gd name="connsiteX68" fmla="*/ 572339 w 1416401"/>
              <a:gd name="connsiteY68" fmla="*/ 1395046 h 1424354"/>
              <a:gd name="connsiteX69" fmla="*/ 476812 w 1416401"/>
              <a:gd name="connsiteY69" fmla="*/ 1400908 h 1424354"/>
              <a:gd name="connsiteX70" fmla="*/ 155426 w 1416401"/>
              <a:gd name="connsiteY70" fmla="*/ 1371600 h 1424354"/>
              <a:gd name="connsiteX71" fmla="*/ 83418 w 1416401"/>
              <a:gd name="connsiteY71" fmla="*/ 1299592 h 1424354"/>
              <a:gd name="connsiteX72" fmla="*/ 50662 w 1416401"/>
              <a:gd name="connsiteY72" fmla="*/ 1248508 h 1424354"/>
              <a:gd name="connsiteX73" fmla="*/ 33078 w 1416401"/>
              <a:gd name="connsiteY73" fmla="*/ 1230923 h 1424354"/>
              <a:gd name="connsiteX74" fmla="*/ 21355 w 1416401"/>
              <a:gd name="connsiteY74" fmla="*/ 1189892 h 1424354"/>
              <a:gd name="connsiteX75" fmla="*/ 9632 w 1416401"/>
              <a:gd name="connsiteY75" fmla="*/ 1143000 h 1424354"/>
              <a:gd name="connsiteX76" fmla="*/ 9632 w 1416401"/>
              <a:gd name="connsiteY76" fmla="*/ 943708 h 1424354"/>
              <a:gd name="connsiteX77" fmla="*/ 15493 w 1416401"/>
              <a:gd name="connsiteY77" fmla="*/ 926123 h 1424354"/>
              <a:gd name="connsiteX78" fmla="*/ 21355 w 1416401"/>
              <a:gd name="connsiteY78" fmla="*/ 873369 h 1424354"/>
              <a:gd name="connsiteX79" fmla="*/ 27216 w 1416401"/>
              <a:gd name="connsiteY79" fmla="*/ 855785 h 1424354"/>
              <a:gd name="connsiteX80" fmla="*/ 33078 w 1416401"/>
              <a:gd name="connsiteY80" fmla="*/ 820615 h 1424354"/>
              <a:gd name="connsiteX81" fmla="*/ 50662 w 1416401"/>
              <a:gd name="connsiteY81" fmla="*/ 779585 h 1424354"/>
              <a:gd name="connsiteX82" fmla="*/ 62385 w 1416401"/>
              <a:gd name="connsiteY82" fmla="*/ 738554 h 1424354"/>
              <a:gd name="connsiteX83" fmla="*/ 74108 w 1416401"/>
              <a:gd name="connsiteY83" fmla="*/ 715108 h 1424354"/>
              <a:gd name="connsiteX84" fmla="*/ 85832 w 1416401"/>
              <a:gd name="connsiteY84" fmla="*/ 674077 h 1424354"/>
              <a:gd name="connsiteX85" fmla="*/ 91693 w 1416401"/>
              <a:gd name="connsiteY85" fmla="*/ 656492 h 1424354"/>
              <a:gd name="connsiteX86" fmla="*/ 97555 w 1416401"/>
              <a:gd name="connsiteY86" fmla="*/ 627185 h 1424354"/>
              <a:gd name="connsiteX87" fmla="*/ 103416 w 1416401"/>
              <a:gd name="connsiteY87" fmla="*/ 609600 h 1424354"/>
              <a:gd name="connsiteX88" fmla="*/ 102366 w 1416401"/>
              <a:gd name="connsiteY88" fmla="*/ 546969 h 1424354"/>
              <a:gd name="connsiteX89" fmla="*/ 83418 w 1416401"/>
              <a:gd name="connsiteY89" fmla="*/ 435496 h 1424354"/>
              <a:gd name="connsiteX90" fmla="*/ 83418 w 1416401"/>
              <a:gd name="connsiteY90" fmla="*/ 291480 h 1424354"/>
              <a:gd name="connsiteX91" fmla="*/ 85832 w 1416401"/>
              <a:gd name="connsiteY91" fmla="*/ 263769 h 1424354"/>
              <a:gd name="connsiteX92" fmla="*/ 79970 w 1416401"/>
              <a:gd name="connsiteY9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81232 w 1416401"/>
              <a:gd name="connsiteY54" fmla="*/ 1289538 h 1424354"/>
              <a:gd name="connsiteX55" fmla="*/ 1351924 w 1416401"/>
              <a:gd name="connsiteY55" fmla="*/ 1330569 h 1424354"/>
              <a:gd name="connsiteX56" fmla="*/ 1322616 w 1416401"/>
              <a:gd name="connsiteY56" fmla="*/ 1359877 h 1424354"/>
              <a:gd name="connsiteX57" fmla="*/ 1287447 w 1416401"/>
              <a:gd name="connsiteY57" fmla="*/ 1383323 h 1424354"/>
              <a:gd name="connsiteX58" fmla="*/ 1269862 w 1416401"/>
              <a:gd name="connsiteY58" fmla="*/ 1395046 h 1424354"/>
              <a:gd name="connsiteX59" fmla="*/ 1234693 w 1416401"/>
              <a:gd name="connsiteY59" fmla="*/ 1406769 h 1424354"/>
              <a:gd name="connsiteX60" fmla="*/ 1217108 w 1416401"/>
              <a:gd name="connsiteY60" fmla="*/ 1412631 h 1424354"/>
              <a:gd name="connsiteX61" fmla="*/ 1176078 w 1416401"/>
              <a:gd name="connsiteY61" fmla="*/ 1418492 h 1424354"/>
              <a:gd name="connsiteX62" fmla="*/ 1140908 w 1416401"/>
              <a:gd name="connsiteY62" fmla="*/ 1424354 h 1424354"/>
              <a:gd name="connsiteX63" fmla="*/ 900585 w 1416401"/>
              <a:gd name="connsiteY63" fmla="*/ 1418492 h 1424354"/>
              <a:gd name="connsiteX64" fmla="*/ 883001 w 1416401"/>
              <a:gd name="connsiteY64" fmla="*/ 1412631 h 1424354"/>
              <a:gd name="connsiteX65" fmla="*/ 800939 w 1416401"/>
              <a:gd name="connsiteY65" fmla="*/ 1406769 h 1424354"/>
              <a:gd name="connsiteX66" fmla="*/ 630955 w 1416401"/>
              <a:gd name="connsiteY66" fmla="*/ 1400908 h 1424354"/>
              <a:gd name="connsiteX67" fmla="*/ 572339 w 1416401"/>
              <a:gd name="connsiteY67" fmla="*/ 1395046 h 1424354"/>
              <a:gd name="connsiteX68" fmla="*/ 476812 w 1416401"/>
              <a:gd name="connsiteY68" fmla="*/ 1400908 h 1424354"/>
              <a:gd name="connsiteX69" fmla="*/ 155426 w 1416401"/>
              <a:gd name="connsiteY69" fmla="*/ 1371600 h 1424354"/>
              <a:gd name="connsiteX70" fmla="*/ 83418 w 1416401"/>
              <a:gd name="connsiteY70" fmla="*/ 1299592 h 1424354"/>
              <a:gd name="connsiteX71" fmla="*/ 50662 w 1416401"/>
              <a:gd name="connsiteY71" fmla="*/ 1248508 h 1424354"/>
              <a:gd name="connsiteX72" fmla="*/ 33078 w 1416401"/>
              <a:gd name="connsiteY72" fmla="*/ 1230923 h 1424354"/>
              <a:gd name="connsiteX73" fmla="*/ 21355 w 1416401"/>
              <a:gd name="connsiteY73" fmla="*/ 1189892 h 1424354"/>
              <a:gd name="connsiteX74" fmla="*/ 9632 w 1416401"/>
              <a:gd name="connsiteY74" fmla="*/ 1143000 h 1424354"/>
              <a:gd name="connsiteX75" fmla="*/ 9632 w 1416401"/>
              <a:gd name="connsiteY75" fmla="*/ 943708 h 1424354"/>
              <a:gd name="connsiteX76" fmla="*/ 15493 w 1416401"/>
              <a:gd name="connsiteY76" fmla="*/ 926123 h 1424354"/>
              <a:gd name="connsiteX77" fmla="*/ 21355 w 1416401"/>
              <a:gd name="connsiteY77" fmla="*/ 873369 h 1424354"/>
              <a:gd name="connsiteX78" fmla="*/ 27216 w 1416401"/>
              <a:gd name="connsiteY78" fmla="*/ 855785 h 1424354"/>
              <a:gd name="connsiteX79" fmla="*/ 33078 w 1416401"/>
              <a:gd name="connsiteY79" fmla="*/ 820615 h 1424354"/>
              <a:gd name="connsiteX80" fmla="*/ 50662 w 1416401"/>
              <a:gd name="connsiteY80" fmla="*/ 779585 h 1424354"/>
              <a:gd name="connsiteX81" fmla="*/ 62385 w 1416401"/>
              <a:gd name="connsiteY81" fmla="*/ 738554 h 1424354"/>
              <a:gd name="connsiteX82" fmla="*/ 74108 w 1416401"/>
              <a:gd name="connsiteY82" fmla="*/ 715108 h 1424354"/>
              <a:gd name="connsiteX83" fmla="*/ 85832 w 1416401"/>
              <a:gd name="connsiteY83" fmla="*/ 674077 h 1424354"/>
              <a:gd name="connsiteX84" fmla="*/ 91693 w 1416401"/>
              <a:gd name="connsiteY84" fmla="*/ 656492 h 1424354"/>
              <a:gd name="connsiteX85" fmla="*/ 97555 w 1416401"/>
              <a:gd name="connsiteY85" fmla="*/ 627185 h 1424354"/>
              <a:gd name="connsiteX86" fmla="*/ 103416 w 1416401"/>
              <a:gd name="connsiteY86" fmla="*/ 609600 h 1424354"/>
              <a:gd name="connsiteX87" fmla="*/ 102366 w 1416401"/>
              <a:gd name="connsiteY87" fmla="*/ 546969 h 1424354"/>
              <a:gd name="connsiteX88" fmla="*/ 83418 w 1416401"/>
              <a:gd name="connsiteY88" fmla="*/ 435496 h 1424354"/>
              <a:gd name="connsiteX89" fmla="*/ 83418 w 1416401"/>
              <a:gd name="connsiteY89" fmla="*/ 291480 h 1424354"/>
              <a:gd name="connsiteX90" fmla="*/ 85832 w 1416401"/>
              <a:gd name="connsiteY90" fmla="*/ 263769 h 1424354"/>
              <a:gd name="connsiteX91" fmla="*/ 79970 w 1416401"/>
              <a:gd name="connsiteY9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51924 w 1416401"/>
              <a:gd name="connsiteY54" fmla="*/ 1330569 h 1424354"/>
              <a:gd name="connsiteX55" fmla="*/ 1322616 w 1416401"/>
              <a:gd name="connsiteY55" fmla="*/ 1359877 h 1424354"/>
              <a:gd name="connsiteX56" fmla="*/ 1287447 w 1416401"/>
              <a:gd name="connsiteY56" fmla="*/ 1383323 h 1424354"/>
              <a:gd name="connsiteX57" fmla="*/ 1269862 w 1416401"/>
              <a:gd name="connsiteY57" fmla="*/ 1395046 h 1424354"/>
              <a:gd name="connsiteX58" fmla="*/ 1234693 w 1416401"/>
              <a:gd name="connsiteY58" fmla="*/ 1406769 h 1424354"/>
              <a:gd name="connsiteX59" fmla="*/ 1217108 w 1416401"/>
              <a:gd name="connsiteY59" fmla="*/ 1412631 h 1424354"/>
              <a:gd name="connsiteX60" fmla="*/ 1176078 w 1416401"/>
              <a:gd name="connsiteY60" fmla="*/ 1418492 h 1424354"/>
              <a:gd name="connsiteX61" fmla="*/ 1140908 w 1416401"/>
              <a:gd name="connsiteY61" fmla="*/ 1424354 h 1424354"/>
              <a:gd name="connsiteX62" fmla="*/ 900585 w 1416401"/>
              <a:gd name="connsiteY62" fmla="*/ 1418492 h 1424354"/>
              <a:gd name="connsiteX63" fmla="*/ 883001 w 1416401"/>
              <a:gd name="connsiteY63" fmla="*/ 1412631 h 1424354"/>
              <a:gd name="connsiteX64" fmla="*/ 800939 w 1416401"/>
              <a:gd name="connsiteY64" fmla="*/ 1406769 h 1424354"/>
              <a:gd name="connsiteX65" fmla="*/ 630955 w 1416401"/>
              <a:gd name="connsiteY65" fmla="*/ 1400908 h 1424354"/>
              <a:gd name="connsiteX66" fmla="*/ 572339 w 1416401"/>
              <a:gd name="connsiteY66" fmla="*/ 1395046 h 1424354"/>
              <a:gd name="connsiteX67" fmla="*/ 476812 w 1416401"/>
              <a:gd name="connsiteY67" fmla="*/ 1400908 h 1424354"/>
              <a:gd name="connsiteX68" fmla="*/ 155426 w 1416401"/>
              <a:gd name="connsiteY68" fmla="*/ 1371600 h 1424354"/>
              <a:gd name="connsiteX69" fmla="*/ 83418 w 1416401"/>
              <a:gd name="connsiteY69" fmla="*/ 1299592 h 1424354"/>
              <a:gd name="connsiteX70" fmla="*/ 50662 w 1416401"/>
              <a:gd name="connsiteY70" fmla="*/ 1248508 h 1424354"/>
              <a:gd name="connsiteX71" fmla="*/ 33078 w 1416401"/>
              <a:gd name="connsiteY71" fmla="*/ 1230923 h 1424354"/>
              <a:gd name="connsiteX72" fmla="*/ 21355 w 1416401"/>
              <a:gd name="connsiteY72" fmla="*/ 1189892 h 1424354"/>
              <a:gd name="connsiteX73" fmla="*/ 9632 w 1416401"/>
              <a:gd name="connsiteY73" fmla="*/ 1143000 h 1424354"/>
              <a:gd name="connsiteX74" fmla="*/ 9632 w 1416401"/>
              <a:gd name="connsiteY74" fmla="*/ 943708 h 1424354"/>
              <a:gd name="connsiteX75" fmla="*/ 15493 w 1416401"/>
              <a:gd name="connsiteY75" fmla="*/ 926123 h 1424354"/>
              <a:gd name="connsiteX76" fmla="*/ 21355 w 1416401"/>
              <a:gd name="connsiteY76" fmla="*/ 873369 h 1424354"/>
              <a:gd name="connsiteX77" fmla="*/ 27216 w 1416401"/>
              <a:gd name="connsiteY77" fmla="*/ 855785 h 1424354"/>
              <a:gd name="connsiteX78" fmla="*/ 33078 w 1416401"/>
              <a:gd name="connsiteY78" fmla="*/ 820615 h 1424354"/>
              <a:gd name="connsiteX79" fmla="*/ 50662 w 1416401"/>
              <a:gd name="connsiteY79" fmla="*/ 779585 h 1424354"/>
              <a:gd name="connsiteX80" fmla="*/ 62385 w 1416401"/>
              <a:gd name="connsiteY80" fmla="*/ 738554 h 1424354"/>
              <a:gd name="connsiteX81" fmla="*/ 74108 w 1416401"/>
              <a:gd name="connsiteY81" fmla="*/ 715108 h 1424354"/>
              <a:gd name="connsiteX82" fmla="*/ 85832 w 1416401"/>
              <a:gd name="connsiteY82" fmla="*/ 674077 h 1424354"/>
              <a:gd name="connsiteX83" fmla="*/ 91693 w 1416401"/>
              <a:gd name="connsiteY83" fmla="*/ 656492 h 1424354"/>
              <a:gd name="connsiteX84" fmla="*/ 97555 w 1416401"/>
              <a:gd name="connsiteY84" fmla="*/ 627185 h 1424354"/>
              <a:gd name="connsiteX85" fmla="*/ 103416 w 1416401"/>
              <a:gd name="connsiteY85" fmla="*/ 609600 h 1424354"/>
              <a:gd name="connsiteX86" fmla="*/ 102366 w 1416401"/>
              <a:gd name="connsiteY86" fmla="*/ 546969 h 1424354"/>
              <a:gd name="connsiteX87" fmla="*/ 83418 w 1416401"/>
              <a:gd name="connsiteY87" fmla="*/ 435496 h 1424354"/>
              <a:gd name="connsiteX88" fmla="*/ 83418 w 1416401"/>
              <a:gd name="connsiteY88" fmla="*/ 291480 h 1424354"/>
              <a:gd name="connsiteX89" fmla="*/ 85832 w 1416401"/>
              <a:gd name="connsiteY89" fmla="*/ 263769 h 1424354"/>
              <a:gd name="connsiteX90" fmla="*/ 79970 w 1416401"/>
              <a:gd name="connsiteY9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22616 w 1416401"/>
              <a:gd name="connsiteY54" fmla="*/ 1359877 h 1424354"/>
              <a:gd name="connsiteX55" fmla="*/ 1287447 w 1416401"/>
              <a:gd name="connsiteY55" fmla="*/ 1383323 h 1424354"/>
              <a:gd name="connsiteX56" fmla="*/ 1269862 w 1416401"/>
              <a:gd name="connsiteY56" fmla="*/ 1395046 h 1424354"/>
              <a:gd name="connsiteX57" fmla="*/ 1234693 w 1416401"/>
              <a:gd name="connsiteY57" fmla="*/ 1406769 h 1424354"/>
              <a:gd name="connsiteX58" fmla="*/ 1217108 w 1416401"/>
              <a:gd name="connsiteY58" fmla="*/ 1412631 h 1424354"/>
              <a:gd name="connsiteX59" fmla="*/ 1176078 w 1416401"/>
              <a:gd name="connsiteY59" fmla="*/ 1418492 h 1424354"/>
              <a:gd name="connsiteX60" fmla="*/ 1140908 w 1416401"/>
              <a:gd name="connsiteY60" fmla="*/ 1424354 h 1424354"/>
              <a:gd name="connsiteX61" fmla="*/ 900585 w 1416401"/>
              <a:gd name="connsiteY61" fmla="*/ 1418492 h 1424354"/>
              <a:gd name="connsiteX62" fmla="*/ 883001 w 1416401"/>
              <a:gd name="connsiteY62" fmla="*/ 1412631 h 1424354"/>
              <a:gd name="connsiteX63" fmla="*/ 800939 w 1416401"/>
              <a:gd name="connsiteY63" fmla="*/ 1406769 h 1424354"/>
              <a:gd name="connsiteX64" fmla="*/ 630955 w 1416401"/>
              <a:gd name="connsiteY64" fmla="*/ 1400908 h 1424354"/>
              <a:gd name="connsiteX65" fmla="*/ 572339 w 1416401"/>
              <a:gd name="connsiteY65" fmla="*/ 1395046 h 1424354"/>
              <a:gd name="connsiteX66" fmla="*/ 476812 w 1416401"/>
              <a:gd name="connsiteY66" fmla="*/ 1400908 h 1424354"/>
              <a:gd name="connsiteX67" fmla="*/ 155426 w 1416401"/>
              <a:gd name="connsiteY67" fmla="*/ 1371600 h 1424354"/>
              <a:gd name="connsiteX68" fmla="*/ 83418 w 1416401"/>
              <a:gd name="connsiteY68" fmla="*/ 1299592 h 1424354"/>
              <a:gd name="connsiteX69" fmla="*/ 50662 w 1416401"/>
              <a:gd name="connsiteY69" fmla="*/ 1248508 h 1424354"/>
              <a:gd name="connsiteX70" fmla="*/ 33078 w 1416401"/>
              <a:gd name="connsiteY70" fmla="*/ 1230923 h 1424354"/>
              <a:gd name="connsiteX71" fmla="*/ 21355 w 1416401"/>
              <a:gd name="connsiteY71" fmla="*/ 1189892 h 1424354"/>
              <a:gd name="connsiteX72" fmla="*/ 9632 w 1416401"/>
              <a:gd name="connsiteY72" fmla="*/ 1143000 h 1424354"/>
              <a:gd name="connsiteX73" fmla="*/ 9632 w 1416401"/>
              <a:gd name="connsiteY73" fmla="*/ 943708 h 1424354"/>
              <a:gd name="connsiteX74" fmla="*/ 15493 w 1416401"/>
              <a:gd name="connsiteY74" fmla="*/ 926123 h 1424354"/>
              <a:gd name="connsiteX75" fmla="*/ 21355 w 1416401"/>
              <a:gd name="connsiteY75" fmla="*/ 873369 h 1424354"/>
              <a:gd name="connsiteX76" fmla="*/ 27216 w 1416401"/>
              <a:gd name="connsiteY76" fmla="*/ 855785 h 1424354"/>
              <a:gd name="connsiteX77" fmla="*/ 33078 w 1416401"/>
              <a:gd name="connsiteY77" fmla="*/ 820615 h 1424354"/>
              <a:gd name="connsiteX78" fmla="*/ 50662 w 1416401"/>
              <a:gd name="connsiteY78" fmla="*/ 779585 h 1424354"/>
              <a:gd name="connsiteX79" fmla="*/ 62385 w 1416401"/>
              <a:gd name="connsiteY79" fmla="*/ 738554 h 1424354"/>
              <a:gd name="connsiteX80" fmla="*/ 74108 w 1416401"/>
              <a:gd name="connsiteY80" fmla="*/ 715108 h 1424354"/>
              <a:gd name="connsiteX81" fmla="*/ 85832 w 1416401"/>
              <a:gd name="connsiteY81" fmla="*/ 674077 h 1424354"/>
              <a:gd name="connsiteX82" fmla="*/ 91693 w 1416401"/>
              <a:gd name="connsiteY82" fmla="*/ 656492 h 1424354"/>
              <a:gd name="connsiteX83" fmla="*/ 97555 w 1416401"/>
              <a:gd name="connsiteY83" fmla="*/ 627185 h 1424354"/>
              <a:gd name="connsiteX84" fmla="*/ 103416 w 1416401"/>
              <a:gd name="connsiteY84" fmla="*/ 609600 h 1424354"/>
              <a:gd name="connsiteX85" fmla="*/ 102366 w 1416401"/>
              <a:gd name="connsiteY85" fmla="*/ 546969 h 1424354"/>
              <a:gd name="connsiteX86" fmla="*/ 83418 w 1416401"/>
              <a:gd name="connsiteY86" fmla="*/ 435496 h 1424354"/>
              <a:gd name="connsiteX87" fmla="*/ 83418 w 1416401"/>
              <a:gd name="connsiteY87" fmla="*/ 291480 h 1424354"/>
              <a:gd name="connsiteX88" fmla="*/ 85832 w 1416401"/>
              <a:gd name="connsiteY88" fmla="*/ 263769 h 1424354"/>
              <a:gd name="connsiteX89" fmla="*/ 79970 w 1416401"/>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82870 w 1424802"/>
              <a:gd name="connsiteY5" fmla="*/ 75475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90278 w 1424802"/>
              <a:gd name="connsiteY12" fmla="*/ 70204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43116 w 1424802"/>
              <a:gd name="connsiteY12" fmla="*/ 1626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7472 h 1495641"/>
              <a:gd name="connsiteX1" fmla="*/ 97555 w 1424802"/>
              <a:gd name="connsiteY1" fmla="*/ 264718 h 1495641"/>
              <a:gd name="connsiteX2" fmla="*/ 103416 w 1424802"/>
              <a:gd name="connsiteY2" fmla="*/ 247133 h 1495641"/>
              <a:gd name="connsiteX3" fmla="*/ 109278 w 1424802"/>
              <a:gd name="connsiteY3" fmla="*/ 223687 h 1495641"/>
              <a:gd name="connsiteX4" fmla="*/ 132724 w 1424802"/>
              <a:gd name="connsiteY4" fmla="*/ 188518 h 1495641"/>
              <a:gd name="connsiteX5" fmla="*/ 82870 w 1424802"/>
              <a:gd name="connsiteY5" fmla="*/ 146762 h 1495641"/>
              <a:gd name="connsiteX6" fmla="*/ 197201 w 1424802"/>
              <a:gd name="connsiteY6" fmla="*/ 141625 h 1495641"/>
              <a:gd name="connsiteX7" fmla="*/ 226508 w 1424802"/>
              <a:gd name="connsiteY7" fmla="*/ 124041 h 1495641"/>
              <a:gd name="connsiteX8" fmla="*/ 261678 w 1424802"/>
              <a:gd name="connsiteY8" fmla="*/ 112318 h 1495641"/>
              <a:gd name="connsiteX9" fmla="*/ 308570 w 1424802"/>
              <a:gd name="connsiteY9" fmla="*/ 94733 h 1495641"/>
              <a:gd name="connsiteX10" fmla="*/ 299018 w 1424802"/>
              <a:gd name="connsiteY10" fmla="*/ 2709 h 1495641"/>
              <a:gd name="connsiteX11" fmla="*/ 367185 w 1424802"/>
              <a:gd name="connsiteY11" fmla="*/ 83010 h 1495641"/>
              <a:gd name="connsiteX12" fmla="*/ 443116 w 1424802"/>
              <a:gd name="connsiteY12" fmla="*/ 2709 h 1495641"/>
              <a:gd name="connsiteX13" fmla="*/ 607508 w 1424802"/>
              <a:gd name="connsiteY13" fmla="*/ 83010 h 1495641"/>
              <a:gd name="connsiteX14" fmla="*/ 659264 w 1424802"/>
              <a:gd name="connsiteY14" fmla="*/ 2709 h 1495641"/>
              <a:gd name="connsiteX15" fmla="*/ 671985 w 1424802"/>
              <a:gd name="connsiteY15" fmla="*/ 100595 h 1495641"/>
              <a:gd name="connsiteX16" fmla="*/ 695432 w 1424802"/>
              <a:gd name="connsiteY16" fmla="*/ 106456 h 1495641"/>
              <a:gd name="connsiteX17" fmla="*/ 718878 w 1424802"/>
              <a:gd name="connsiteY17" fmla="*/ 118179 h 1495641"/>
              <a:gd name="connsiteX18" fmla="*/ 754047 w 1424802"/>
              <a:gd name="connsiteY18" fmla="*/ 129902 h 1495641"/>
              <a:gd name="connsiteX19" fmla="*/ 771632 w 1424802"/>
              <a:gd name="connsiteY19" fmla="*/ 141625 h 1495641"/>
              <a:gd name="connsiteX20" fmla="*/ 789216 w 1424802"/>
              <a:gd name="connsiteY20" fmla="*/ 159210 h 1495641"/>
              <a:gd name="connsiteX21" fmla="*/ 824385 w 1424802"/>
              <a:gd name="connsiteY21" fmla="*/ 170933 h 1495641"/>
              <a:gd name="connsiteX22" fmla="*/ 841970 w 1424802"/>
              <a:gd name="connsiteY22" fmla="*/ 188518 h 1495641"/>
              <a:gd name="connsiteX23" fmla="*/ 847832 w 1424802"/>
              <a:gd name="connsiteY23" fmla="*/ 206102 h 1495641"/>
              <a:gd name="connsiteX24" fmla="*/ 865416 w 1424802"/>
              <a:gd name="connsiteY24" fmla="*/ 211964 h 1495641"/>
              <a:gd name="connsiteX25" fmla="*/ 906447 w 1424802"/>
              <a:gd name="connsiteY25" fmla="*/ 247133 h 1495641"/>
              <a:gd name="connsiteX26" fmla="*/ 918170 w 1424802"/>
              <a:gd name="connsiteY26" fmla="*/ 264718 h 1495641"/>
              <a:gd name="connsiteX27" fmla="*/ 935755 w 1424802"/>
              <a:gd name="connsiteY27" fmla="*/ 276441 h 1495641"/>
              <a:gd name="connsiteX28" fmla="*/ 959201 w 1424802"/>
              <a:gd name="connsiteY28" fmla="*/ 294025 h 1495641"/>
              <a:gd name="connsiteX29" fmla="*/ 976785 w 1424802"/>
              <a:gd name="connsiteY29" fmla="*/ 305749 h 1495641"/>
              <a:gd name="connsiteX30" fmla="*/ 994370 w 1424802"/>
              <a:gd name="connsiteY30" fmla="*/ 329195 h 1495641"/>
              <a:gd name="connsiteX31" fmla="*/ 1035401 w 1424802"/>
              <a:gd name="connsiteY31" fmla="*/ 352641 h 1495641"/>
              <a:gd name="connsiteX32" fmla="*/ 1058847 w 1424802"/>
              <a:gd name="connsiteY32" fmla="*/ 381949 h 1495641"/>
              <a:gd name="connsiteX33" fmla="*/ 1099878 w 1424802"/>
              <a:gd name="connsiteY33" fmla="*/ 417118 h 1495641"/>
              <a:gd name="connsiteX34" fmla="*/ 1129185 w 1424802"/>
              <a:gd name="connsiteY34" fmla="*/ 458149 h 1495641"/>
              <a:gd name="connsiteX35" fmla="*/ 1135047 w 1424802"/>
              <a:gd name="connsiteY35" fmla="*/ 475733 h 1495641"/>
              <a:gd name="connsiteX36" fmla="*/ 1170216 w 1424802"/>
              <a:gd name="connsiteY36" fmla="*/ 516764 h 1495641"/>
              <a:gd name="connsiteX37" fmla="*/ 1187801 w 1424802"/>
              <a:gd name="connsiteY37" fmla="*/ 540210 h 1495641"/>
              <a:gd name="connsiteX38" fmla="*/ 1211247 w 1424802"/>
              <a:gd name="connsiteY38" fmla="*/ 575379 h 1495641"/>
              <a:gd name="connsiteX39" fmla="*/ 1240555 w 1424802"/>
              <a:gd name="connsiteY39" fmla="*/ 616410 h 1495641"/>
              <a:gd name="connsiteX40" fmla="*/ 1264001 w 1424802"/>
              <a:gd name="connsiteY40" fmla="*/ 663302 h 1495641"/>
              <a:gd name="connsiteX41" fmla="*/ 1269862 w 1424802"/>
              <a:gd name="connsiteY41" fmla="*/ 680887 h 1495641"/>
              <a:gd name="connsiteX42" fmla="*/ 1287447 w 1424802"/>
              <a:gd name="connsiteY42" fmla="*/ 710195 h 1495641"/>
              <a:gd name="connsiteX43" fmla="*/ 1299170 w 1424802"/>
              <a:gd name="connsiteY43" fmla="*/ 733641 h 1495641"/>
              <a:gd name="connsiteX44" fmla="*/ 1316755 w 1424802"/>
              <a:gd name="connsiteY44" fmla="*/ 751225 h 1495641"/>
              <a:gd name="connsiteX45" fmla="*/ 1340201 w 1424802"/>
              <a:gd name="connsiteY45" fmla="*/ 792256 h 1495641"/>
              <a:gd name="connsiteX46" fmla="*/ 1351924 w 1424802"/>
              <a:gd name="connsiteY46" fmla="*/ 815702 h 1495641"/>
              <a:gd name="connsiteX47" fmla="*/ 1357785 w 1424802"/>
              <a:gd name="connsiteY47" fmla="*/ 833287 h 1495641"/>
              <a:gd name="connsiteX48" fmla="*/ 1369508 w 1424802"/>
              <a:gd name="connsiteY48" fmla="*/ 850872 h 1495641"/>
              <a:gd name="connsiteX49" fmla="*/ 1381232 w 1424802"/>
              <a:gd name="connsiteY49" fmla="*/ 880179 h 1495641"/>
              <a:gd name="connsiteX50" fmla="*/ 1398816 w 1424802"/>
              <a:gd name="connsiteY50" fmla="*/ 956379 h 1495641"/>
              <a:gd name="connsiteX51" fmla="*/ 1410539 w 1424802"/>
              <a:gd name="connsiteY51" fmla="*/ 1026718 h 1495641"/>
              <a:gd name="connsiteX52" fmla="*/ 1416401 w 1424802"/>
              <a:gd name="connsiteY52" fmla="*/ 1044302 h 1495641"/>
              <a:gd name="connsiteX53" fmla="*/ 1410539 w 1424802"/>
              <a:gd name="connsiteY53" fmla="*/ 1196702 h 1495641"/>
              <a:gd name="connsiteX54" fmla="*/ 1404287 w 1424802"/>
              <a:gd name="connsiteY54" fmla="*/ 1320328 h 1495641"/>
              <a:gd name="connsiteX55" fmla="*/ 1287447 w 1424802"/>
              <a:gd name="connsiteY55" fmla="*/ 1454610 h 1495641"/>
              <a:gd name="connsiteX56" fmla="*/ 1269862 w 1424802"/>
              <a:gd name="connsiteY56" fmla="*/ 1466333 h 1495641"/>
              <a:gd name="connsiteX57" fmla="*/ 1234693 w 1424802"/>
              <a:gd name="connsiteY57" fmla="*/ 1478056 h 1495641"/>
              <a:gd name="connsiteX58" fmla="*/ 1217108 w 1424802"/>
              <a:gd name="connsiteY58" fmla="*/ 1483918 h 1495641"/>
              <a:gd name="connsiteX59" fmla="*/ 1176078 w 1424802"/>
              <a:gd name="connsiteY59" fmla="*/ 1489779 h 1495641"/>
              <a:gd name="connsiteX60" fmla="*/ 1140908 w 1424802"/>
              <a:gd name="connsiteY60" fmla="*/ 1495641 h 1495641"/>
              <a:gd name="connsiteX61" fmla="*/ 900585 w 1424802"/>
              <a:gd name="connsiteY61" fmla="*/ 1489779 h 1495641"/>
              <a:gd name="connsiteX62" fmla="*/ 883001 w 1424802"/>
              <a:gd name="connsiteY62" fmla="*/ 1483918 h 1495641"/>
              <a:gd name="connsiteX63" fmla="*/ 800939 w 1424802"/>
              <a:gd name="connsiteY63" fmla="*/ 1478056 h 1495641"/>
              <a:gd name="connsiteX64" fmla="*/ 630955 w 1424802"/>
              <a:gd name="connsiteY64" fmla="*/ 1472195 h 1495641"/>
              <a:gd name="connsiteX65" fmla="*/ 572339 w 1424802"/>
              <a:gd name="connsiteY65" fmla="*/ 1466333 h 1495641"/>
              <a:gd name="connsiteX66" fmla="*/ 476812 w 1424802"/>
              <a:gd name="connsiteY66" fmla="*/ 1472195 h 1495641"/>
              <a:gd name="connsiteX67" fmla="*/ 155426 w 1424802"/>
              <a:gd name="connsiteY67" fmla="*/ 1442887 h 1495641"/>
              <a:gd name="connsiteX68" fmla="*/ 83418 w 1424802"/>
              <a:gd name="connsiteY68" fmla="*/ 1370879 h 1495641"/>
              <a:gd name="connsiteX69" fmla="*/ 50662 w 1424802"/>
              <a:gd name="connsiteY69" fmla="*/ 1319795 h 1495641"/>
              <a:gd name="connsiteX70" fmla="*/ 33078 w 1424802"/>
              <a:gd name="connsiteY70" fmla="*/ 1302210 h 1495641"/>
              <a:gd name="connsiteX71" fmla="*/ 21355 w 1424802"/>
              <a:gd name="connsiteY71" fmla="*/ 1261179 h 1495641"/>
              <a:gd name="connsiteX72" fmla="*/ 9632 w 1424802"/>
              <a:gd name="connsiteY72" fmla="*/ 1214287 h 1495641"/>
              <a:gd name="connsiteX73" fmla="*/ 9632 w 1424802"/>
              <a:gd name="connsiteY73" fmla="*/ 1014995 h 1495641"/>
              <a:gd name="connsiteX74" fmla="*/ 15493 w 1424802"/>
              <a:gd name="connsiteY74" fmla="*/ 997410 h 1495641"/>
              <a:gd name="connsiteX75" fmla="*/ 21355 w 1424802"/>
              <a:gd name="connsiteY75" fmla="*/ 944656 h 1495641"/>
              <a:gd name="connsiteX76" fmla="*/ 27216 w 1424802"/>
              <a:gd name="connsiteY76" fmla="*/ 927072 h 1495641"/>
              <a:gd name="connsiteX77" fmla="*/ 33078 w 1424802"/>
              <a:gd name="connsiteY77" fmla="*/ 891902 h 1495641"/>
              <a:gd name="connsiteX78" fmla="*/ 50662 w 1424802"/>
              <a:gd name="connsiteY78" fmla="*/ 850872 h 1495641"/>
              <a:gd name="connsiteX79" fmla="*/ 62385 w 1424802"/>
              <a:gd name="connsiteY79" fmla="*/ 809841 h 1495641"/>
              <a:gd name="connsiteX80" fmla="*/ 74108 w 1424802"/>
              <a:gd name="connsiteY80" fmla="*/ 786395 h 1495641"/>
              <a:gd name="connsiteX81" fmla="*/ 85832 w 1424802"/>
              <a:gd name="connsiteY81" fmla="*/ 745364 h 1495641"/>
              <a:gd name="connsiteX82" fmla="*/ 91693 w 1424802"/>
              <a:gd name="connsiteY82" fmla="*/ 727779 h 1495641"/>
              <a:gd name="connsiteX83" fmla="*/ 97555 w 1424802"/>
              <a:gd name="connsiteY83" fmla="*/ 698472 h 1495641"/>
              <a:gd name="connsiteX84" fmla="*/ 103416 w 1424802"/>
              <a:gd name="connsiteY84" fmla="*/ 680887 h 1495641"/>
              <a:gd name="connsiteX85" fmla="*/ 102366 w 1424802"/>
              <a:gd name="connsiteY85" fmla="*/ 618256 h 1495641"/>
              <a:gd name="connsiteX86" fmla="*/ 83418 w 1424802"/>
              <a:gd name="connsiteY86" fmla="*/ 506783 h 1495641"/>
              <a:gd name="connsiteX87" fmla="*/ 83418 w 1424802"/>
              <a:gd name="connsiteY87" fmla="*/ 362767 h 1495641"/>
              <a:gd name="connsiteX88" fmla="*/ 85832 w 1424802"/>
              <a:gd name="connsiteY88" fmla="*/ 335056 h 1495641"/>
              <a:gd name="connsiteX89" fmla="*/ 79970 w 1424802"/>
              <a:gd name="connsiteY89" fmla="*/ 317472 h 1495641"/>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61678 w 1424802"/>
              <a:gd name="connsiteY8" fmla="*/ 115949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26969 w 1424802"/>
              <a:gd name="connsiteY8" fmla="*/ 78368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18878 w 1424802"/>
              <a:gd name="connsiteY17" fmla="*/ 124199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82870 w 1424802"/>
              <a:gd name="connsiteY3" fmla="*/ 224810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82870 w 1424802"/>
              <a:gd name="connsiteY2" fmla="*/ 224810 h 1501661"/>
              <a:gd name="connsiteX3" fmla="*/ 82870 w 1424802"/>
              <a:gd name="connsiteY3" fmla="*/ 152783 h 1501661"/>
              <a:gd name="connsiteX4" fmla="*/ 82870 w 1424802"/>
              <a:gd name="connsiteY4" fmla="*/ 152782 h 1501661"/>
              <a:gd name="connsiteX5" fmla="*/ 197201 w 1424802"/>
              <a:gd name="connsiteY5" fmla="*/ 147645 h 1501661"/>
              <a:gd name="connsiteX6" fmla="*/ 226508 w 1424802"/>
              <a:gd name="connsiteY6" fmla="*/ 130061 h 1501661"/>
              <a:gd name="connsiteX7" fmla="*/ 226969 w 1424802"/>
              <a:gd name="connsiteY7" fmla="*/ 80757 h 1501661"/>
              <a:gd name="connsiteX8" fmla="*/ 308570 w 1424802"/>
              <a:gd name="connsiteY8" fmla="*/ 100753 h 1501661"/>
              <a:gd name="connsiteX9" fmla="*/ 299018 w 1424802"/>
              <a:gd name="connsiteY9" fmla="*/ 8729 h 1501661"/>
              <a:gd name="connsiteX10" fmla="*/ 371067 w 1424802"/>
              <a:gd name="connsiteY10" fmla="*/ 8731 h 1501661"/>
              <a:gd name="connsiteX11" fmla="*/ 443116 w 1424802"/>
              <a:gd name="connsiteY11" fmla="*/ 8729 h 1501661"/>
              <a:gd name="connsiteX12" fmla="*/ 587214 w 1424802"/>
              <a:gd name="connsiteY12" fmla="*/ 8731 h 1501661"/>
              <a:gd name="connsiteX13" fmla="*/ 659264 w 1424802"/>
              <a:gd name="connsiteY13" fmla="*/ 8729 h 1501661"/>
              <a:gd name="connsiteX14" fmla="*/ 671985 w 1424802"/>
              <a:gd name="connsiteY14" fmla="*/ 106615 h 1501661"/>
              <a:gd name="connsiteX15" fmla="*/ 731313 w 1424802"/>
              <a:gd name="connsiteY15" fmla="*/ 80757 h 1501661"/>
              <a:gd name="connsiteX16" fmla="*/ 731313 w 1424802"/>
              <a:gd name="connsiteY16" fmla="*/ 8730 h 1501661"/>
              <a:gd name="connsiteX17" fmla="*/ 754047 w 1424802"/>
              <a:gd name="connsiteY17" fmla="*/ 135922 h 1501661"/>
              <a:gd name="connsiteX18" fmla="*/ 771632 w 1424802"/>
              <a:gd name="connsiteY18" fmla="*/ 147645 h 1501661"/>
              <a:gd name="connsiteX19" fmla="*/ 789216 w 1424802"/>
              <a:gd name="connsiteY19" fmla="*/ 165230 h 1501661"/>
              <a:gd name="connsiteX20" fmla="*/ 824385 w 1424802"/>
              <a:gd name="connsiteY20" fmla="*/ 176953 h 1501661"/>
              <a:gd name="connsiteX21" fmla="*/ 841970 w 1424802"/>
              <a:gd name="connsiteY21" fmla="*/ 194538 h 1501661"/>
              <a:gd name="connsiteX22" fmla="*/ 847832 w 1424802"/>
              <a:gd name="connsiteY22" fmla="*/ 212122 h 1501661"/>
              <a:gd name="connsiteX23" fmla="*/ 865416 w 1424802"/>
              <a:gd name="connsiteY23" fmla="*/ 217984 h 1501661"/>
              <a:gd name="connsiteX24" fmla="*/ 906447 w 1424802"/>
              <a:gd name="connsiteY24" fmla="*/ 253153 h 1501661"/>
              <a:gd name="connsiteX25" fmla="*/ 918170 w 1424802"/>
              <a:gd name="connsiteY25" fmla="*/ 270738 h 1501661"/>
              <a:gd name="connsiteX26" fmla="*/ 935755 w 1424802"/>
              <a:gd name="connsiteY26" fmla="*/ 282461 h 1501661"/>
              <a:gd name="connsiteX27" fmla="*/ 959201 w 1424802"/>
              <a:gd name="connsiteY27" fmla="*/ 300045 h 1501661"/>
              <a:gd name="connsiteX28" fmla="*/ 976785 w 1424802"/>
              <a:gd name="connsiteY28" fmla="*/ 311769 h 1501661"/>
              <a:gd name="connsiteX29" fmla="*/ 994370 w 1424802"/>
              <a:gd name="connsiteY29" fmla="*/ 335215 h 1501661"/>
              <a:gd name="connsiteX30" fmla="*/ 1035401 w 1424802"/>
              <a:gd name="connsiteY30" fmla="*/ 358661 h 1501661"/>
              <a:gd name="connsiteX31" fmla="*/ 1058847 w 1424802"/>
              <a:gd name="connsiteY31" fmla="*/ 387969 h 1501661"/>
              <a:gd name="connsiteX32" fmla="*/ 1099878 w 1424802"/>
              <a:gd name="connsiteY32" fmla="*/ 423138 h 1501661"/>
              <a:gd name="connsiteX33" fmla="*/ 1129185 w 1424802"/>
              <a:gd name="connsiteY33" fmla="*/ 464169 h 1501661"/>
              <a:gd name="connsiteX34" fmla="*/ 1135047 w 1424802"/>
              <a:gd name="connsiteY34" fmla="*/ 481753 h 1501661"/>
              <a:gd name="connsiteX35" fmla="*/ 1170216 w 1424802"/>
              <a:gd name="connsiteY35" fmla="*/ 522784 h 1501661"/>
              <a:gd name="connsiteX36" fmla="*/ 1187801 w 1424802"/>
              <a:gd name="connsiteY36" fmla="*/ 546230 h 1501661"/>
              <a:gd name="connsiteX37" fmla="*/ 1211247 w 1424802"/>
              <a:gd name="connsiteY37" fmla="*/ 581399 h 1501661"/>
              <a:gd name="connsiteX38" fmla="*/ 1240555 w 1424802"/>
              <a:gd name="connsiteY38" fmla="*/ 622430 h 1501661"/>
              <a:gd name="connsiteX39" fmla="*/ 1264001 w 1424802"/>
              <a:gd name="connsiteY39" fmla="*/ 669322 h 1501661"/>
              <a:gd name="connsiteX40" fmla="*/ 1269862 w 1424802"/>
              <a:gd name="connsiteY40" fmla="*/ 686907 h 1501661"/>
              <a:gd name="connsiteX41" fmla="*/ 1287447 w 1424802"/>
              <a:gd name="connsiteY41" fmla="*/ 716215 h 1501661"/>
              <a:gd name="connsiteX42" fmla="*/ 1299170 w 1424802"/>
              <a:gd name="connsiteY42" fmla="*/ 739661 h 1501661"/>
              <a:gd name="connsiteX43" fmla="*/ 1316755 w 1424802"/>
              <a:gd name="connsiteY43" fmla="*/ 757245 h 1501661"/>
              <a:gd name="connsiteX44" fmla="*/ 1340201 w 1424802"/>
              <a:gd name="connsiteY44" fmla="*/ 798276 h 1501661"/>
              <a:gd name="connsiteX45" fmla="*/ 1351924 w 1424802"/>
              <a:gd name="connsiteY45" fmla="*/ 821722 h 1501661"/>
              <a:gd name="connsiteX46" fmla="*/ 1357785 w 1424802"/>
              <a:gd name="connsiteY46" fmla="*/ 839307 h 1501661"/>
              <a:gd name="connsiteX47" fmla="*/ 1369508 w 1424802"/>
              <a:gd name="connsiteY47" fmla="*/ 856892 h 1501661"/>
              <a:gd name="connsiteX48" fmla="*/ 1381232 w 1424802"/>
              <a:gd name="connsiteY48" fmla="*/ 886199 h 1501661"/>
              <a:gd name="connsiteX49" fmla="*/ 1398816 w 1424802"/>
              <a:gd name="connsiteY49" fmla="*/ 962399 h 1501661"/>
              <a:gd name="connsiteX50" fmla="*/ 1410539 w 1424802"/>
              <a:gd name="connsiteY50" fmla="*/ 1032738 h 1501661"/>
              <a:gd name="connsiteX51" fmla="*/ 1416401 w 1424802"/>
              <a:gd name="connsiteY51" fmla="*/ 1050322 h 1501661"/>
              <a:gd name="connsiteX52" fmla="*/ 1410539 w 1424802"/>
              <a:gd name="connsiteY52" fmla="*/ 1202722 h 1501661"/>
              <a:gd name="connsiteX53" fmla="*/ 1404287 w 1424802"/>
              <a:gd name="connsiteY53" fmla="*/ 1326348 h 1501661"/>
              <a:gd name="connsiteX54" fmla="*/ 1287447 w 1424802"/>
              <a:gd name="connsiteY54" fmla="*/ 1460630 h 1501661"/>
              <a:gd name="connsiteX55" fmla="*/ 1269862 w 1424802"/>
              <a:gd name="connsiteY55" fmla="*/ 1472353 h 1501661"/>
              <a:gd name="connsiteX56" fmla="*/ 1234693 w 1424802"/>
              <a:gd name="connsiteY56" fmla="*/ 1484076 h 1501661"/>
              <a:gd name="connsiteX57" fmla="*/ 1217108 w 1424802"/>
              <a:gd name="connsiteY57" fmla="*/ 1489938 h 1501661"/>
              <a:gd name="connsiteX58" fmla="*/ 1176078 w 1424802"/>
              <a:gd name="connsiteY58" fmla="*/ 1495799 h 1501661"/>
              <a:gd name="connsiteX59" fmla="*/ 1140908 w 1424802"/>
              <a:gd name="connsiteY59" fmla="*/ 1501661 h 1501661"/>
              <a:gd name="connsiteX60" fmla="*/ 900585 w 1424802"/>
              <a:gd name="connsiteY60" fmla="*/ 1495799 h 1501661"/>
              <a:gd name="connsiteX61" fmla="*/ 883001 w 1424802"/>
              <a:gd name="connsiteY61" fmla="*/ 1489938 h 1501661"/>
              <a:gd name="connsiteX62" fmla="*/ 800939 w 1424802"/>
              <a:gd name="connsiteY62" fmla="*/ 1484076 h 1501661"/>
              <a:gd name="connsiteX63" fmla="*/ 630955 w 1424802"/>
              <a:gd name="connsiteY63" fmla="*/ 1478215 h 1501661"/>
              <a:gd name="connsiteX64" fmla="*/ 572339 w 1424802"/>
              <a:gd name="connsiteY64" fmla="*/ 1472353 h 1501661"/>
              <a:gd name="connsiteX65" fmla="*/ 476812 w 1424802"/>
              <a:gd name="connsiteY65" fmla="*/ 1478215 h 1501661"/>
              <a:gd name="connsiteX66" fmla="*/ 155426 w 1424802"/>
              <a:gd name="connsiteY66" fmla="*/ 1448907 h 1501661"/>
              <a:gd name="connsiteX67" fmla="*/ 83418 w 1424802"/>
              <a:gd name="connsiteY67" fmla="*/ 1376899 h 1501661"/>
              <a:gd name="connsiteX68" fmla="*/ 50662 w 1424802"/>
              <a:gd name="connsiteY68" fmla="*/ 1325815 h 1501661"/>
              <a:gd name="connsiteX69" fmla="*/ 33078 w 1424802"/>
              <a:gd name="connsiteY69" fmla="*/ 1308230 h 1501661"/>
              <a:gd name="connsiteX70" fmla="*/ 21355 w 1424802"/>
              <a:gd name="connsiteY70" fmla="*/ 1267199 h 1501661"/>
              <a:gd name="connsiteX71" fmla="*/ 9632 w 1424802"/>
              <a:gd name="connsiteY71" fmla="*/ 1220307 h 1501661"/>
              <a:gd name="connsiteX72" fmla="*/ 9632 w 1424802"/>
              <a:gd name="connsiteY72" fmla="*/ 1021015 h 1501661"/>
              <a:gd name="connsiteX73" fmla="*/ 15493 w 1424802"/>
              <a:gd name="connsiteY73" fmla="*/ 1003430 h 1501661"/>
              <a:gd name="connsiteX74" fmla="*/ 21355 w 1424802"/>
              <a:gd name="connsiteY74" fmla="*/ 950676 h 1501661"/>
              <a:gd name="connsiteX75" fmla="*/ 27216 w 1424802"/>
              <a:gd name="connsiteY75" fmla="*/ 933092 h 1501661"/>
              <a:gd name="connsiteX76" fmla="*/ 33078 w 1424802"/>
              <a:gd name="connsiteY76" fmla="*/ 897922 h 1501661"/>
              <a:gd name="connsiteX77" fmla="*/ 50662 w 1424802"/>
              <a:gd name="connsiteY77" fmla="*/ 856892 h 1501661"/>
              <a:gd name="connsiteX78" fmla="*/ 62385 w 1424802"/>
              <a:gd name="connsiteY78" fmla="*/ 815861 h 1501661"/>
              <a:gd name="connsiteX79" fmla="*/ 74108 w 1424802"/>
              <a:gd name="connsiteY79" fmla="*/ 792415 h 1501661"/>
              <a:gd name="connsiteX80" fmla="*/ 85832 w 1424802"/>
              <a:gd name="connsiteY80" fmla="*/ 751384 h 1501661"/>
              <a:gd name="connsiteX81" fmla="*/ 91693 w 1424802"/>
              <a:gd name="connsiteY81" fmla="*/ 733799 h 1501661"/>
              <a:gd name="connsiteX82" fmla="*/ 97555 w 1424802"/>
              <a:gd name="connsiteY82" fmla="*/ 704492 h 1501661"/>
              <a:gd name="connsiteX83" fmla="*/ 103416 w 1424802"/>
              <a:gd name="connsiteY83" fmla="*/ 686907 h 1501661"/>
              <a:gd name="connsiteX84" fmla="*/ 102366 w 1424802"/>
              <a:gd name="connsiteY84" fmla="*/ 624276 h 1501661"/>
              <a:gd name="connsiteX85" fmla="*/ 83418 w 1424802"/>
              <a:gd name="connsiteY85" fmla="*/ 512803 h 1501661"/>
              <a:gd name="connsiteX86" fmla="*/ 83418 w 1424802"/>
              <a:gd name="connsiteY86" fmla="*/ 368787 h 1501661"/>
              <a:gd name="connsiteX87" fmla="*/ 85832 w 1424802"/>
              <a:gd name="connsiteY87" fmla="*/ 341076 h 1501661"/>
              <a:gd name="connsiteX88" fmla="*/ 79970 w 1424802"/>
              <a:gd name="connsiteY88"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197201 w 1424802"/>
              <a:gd name="connsiteY4" fmla="*/ 147645 h 1501661"/>
              <a:gd name="connsiteX5" fmla="*/ 226508 w 1424802"/>
              <a:gd name="connsiteY5" fmla="*/ 130061 h 1501661"/>
              <a:gd name="connsiteX6" fmla="*/ 226969 w 1424802"/>
              <a:gd name="connsiteY6" fmla="*/ 80757 h 1501661"/>
              <a:gd name="connsiteX7" fmla="*/ 308570 w 1424802"/>
              <a:gd name="connsiteY7" fmla="*/ 100753 h 1501661"/>
              <a:gd name="connsiteX8" fmla="*/ 299018 w 1424802"/>
              <a:gd name="connsiteY8" fmla="*/ 8729 h 1501661"/>
              <a:gd name="connsiteX9" fmla="*/ 371067 w 1424802"/>
              <a:gd name="connsiteY9" fmla="*/ 8731 h 1501661"/>
              <a:gd name="connsiteX10" fmla="*/ 443116 w 1424802"/>
              <a:gd name="connsiteY10" fmla="*/ 8729 h 1501661"/>
              <a:gd name="connsiteX11" fmla="*/ 587214 w 1424802"/>
              <a:gd name="connsiteY11" fmla="*/ 8731 h 1501661"/>
              <a:gd name="connsiteX12" fmla="*/ 659264 w 1424802"/>
              <a:gd name="connsiteY12" fmla="*/ 8729 h 1501661"/>
              <a:gd name="connsiteX13" fmla="*/ 671985 w 1424802"/>
              <a:gd name="connsiteY13" fmla="*/ 106615 h 1501661"/>
              <a:gd name="connsiteX14" fmla="*/ 731313 w 1424802"/>
              <a:gd name="connsiteY14" fmla="*/ 80757 h 1501661"/>
              <a:gd name="connsiteX15" fmla="*/ 731313 w 1424802"/>
              <a:gd name="connsiteY15" fmla="*/ 8730 h 1501661"/>
              <a:gd name="connsiteX16" fmla="*/ 754047 w 1424802"/>
              <a:gd name="connsiteY16" fmla="*/ 135922 h 1501661"/>
              <a:gd name="connsiteX17" fmla="*/ 771632 w 1424802"/>
              <a:gd name="connsiteY17" fmla="*/ 147645 h 1501661"/>
              <a:gd name="connsiteX18" fmla="*/ 789216 w 1424802"/>
              <a:gd name="connsiteY18" fmla="*/ 165230 h 1501661"/>
              <a:gd name="connsiteX19" fmla="*/ 824385 w 1424802"/>
              <a:gd name="connsiteY19" fmla="*/ 176953 h 1501661"/>
              <a:gd name="connsiteX20" fmla="*/ 841970 w 1424802"/>
              <a:gd name="connsiteY20" fmla="*/ 194538 h 1501661"/>
              <a:gd name="connsiteX21" fmla="*/ 847832 w 1424802"/>
              <a:gd name="connsiteY21" fmla="*/ 212122 h 1501661"/>
              <a:gd name="connsiteX22" fmla="*/ 865416 w 1424802"/>
              <a:gd name="connsiteY22" fmla="*/ 217984 h 1501661"/>
              <a:gd name="connsiteX23" fmla="*/ 906447 w 1424802"/>
              <a:gd name="connsiteY23" fmla="*/ 253153 h 1501661"/>
              <a:gd name="connsiteX24" fmla="*/ 918170 w 1424802"/>
              <a:gd name="connsiteY24" fmla="*/ 270738 h 1501661"/>
              <a:gd name="connsiteX25" fmla="*/ 935755 w 1424802"/>
              <a:gd name="connsiteY25" fmla="*/ 282461 h 1501661"/>
              <a:gd name="connsiteX26" fmla="*/ 959201 w 1424802"/>
              <a:gd name="connsiteY26" fmla="*/ 300045 h 1501661"/>
              <a:gd name="connsiteX27" fmla="*/ 976785 w 1424802"/>
              <a:gd name="connsiteY27" fmla="*/ 311769 h 1501661"/>
              <a:gd name="connsiteX28" fmla="*/ 994370 w 1424802"/>
              <a:gd name="connsiteY28" fmla="*/ 335215 h 1501661"/>
              <a:gd name="connsiteX29" fmla="*/ 1035401 w 1424802"/>
              <a:gd name="connsiteY29" fmla="*/ 358661 h 1501661"/>
              <a:gd name="connsiteX30" fmla="*/ 1058847 w 1424802"/>
              <a:gd name="connsiteY30" fmla="*/ 387969 h 1501661"/>
              <a:gd name="connsiteX31" fmla="*/ 1099878 w 1424802"/>
              <a:gd name="connsiteY31" fmla="*/ 423138 h 1501661"/>
              <a:gd name="connsiteX32" fmla="*/ 1129185 w 1424802"/>
              <a:gd name="connsiteY32" fmla="*/ 464169 h 1501661"/>
              <a:gd name="connsiteX33" fmla="*/ 1135047 w 1424802"/>
              <a:gd name="connsiteY33" fmla="*/ 481753 h 1501661"/>
              <a:gd name="connsiteX34" fmla="*/ 1170216 w 1424802"/>
              <a:gd name="connsiteY34" fmla="*/ 522784 h 1501661"/>
              <a:gd name="connsiteX35" fmla="*/ 1187801 w 1424802"/>
              <a:gd name="connsiteY35" fmla="*/ 546230 h 1501661"/>
              <a:gd name="connsiteX36" fmla="*/ 1211247 w 1424802"/>
              <a:gd name="connsiteY36" fmla="*/ 581399 h 1501661"/>
              <a:gd name="connsiteX37" fmla="*/ 1240555 w 1424802"/>
              <a:gd name="connsiteY37" fmla="*/ 622430 h 1501661"/>
              <a:gd name="connsiteX38" fmla="*/ 1264001 w 1424802"/>
              <a:gd name="connsiteY38" fmla="*/ 669322 h 1501661"/>
              <a:gd name="connsiteX39" fmla="*/ 1269862 w 1424802"/>
              <a:gd name="connsiteY39" fmla="*/ 686907 h 1501661"/>
              <a:gd name="connsiteX40" fmla="*/ 1287447 w 1424802"/>
              <a:gd name="connsiteY40" fmla="*/ 716215 h 1501661"/>
              <a:gd name="connsiteX41" fmla="*/ 1299170 w 1424802"/>
              <a:gd name="connsiteY41" fmla="*/ 739661 h 1501661"/>
              <a:gd name="connsiteX42" fmla="*/ 1316755 w 1424802"/>
              <a:gd name="connsiteY42" fmla="*/ 757245 h 1501661"/>
              <a:gd name="connsiteX43" fmla="*/ 1340201 w 1424802"/>
              <a:gd name="connsiteY43" fmla="*/ 798276 h 1501661"/>
              <a:gd name="connsiteX44" fmla="*/ 1351924 w 1424802"/>
              <a:gd name="connsiteY44" fmla="*/ 821722 h 1501661"/>
              <a:gd name="connsiteX45" fmla="*/ 1357785 w 1424802"/>
              <a:gd name="connsiteY45" fmla="*/ 839307 h 1501661"/>
              <a:gd name="connsiteX46" fmla="*/ 1369508 w 1424802"/>
              <a:gd name="connsiteY46" fmla="*/ 856892 h 1501661"/>
              <a:gd name="connsiteX47" fmla="*/ 1381232 w 1424802"/>
              <a:gd name="connsiteY47" fmla="*/ 886199 h 1501661"/>
              <a:gd name="connsiteX48" fmla="*/ 1398816 w 1424802"/>
              <a:gd name="connsiteY48" fmla="*/ 962399 h 1501661"/>
              <a:gd name="connsiteX49" fmla="*/ 1410539 w 1424802"/>
              <a:gd name="connsiteY49" fmla="*/ 1032738 h 1501661"/>
              <a:gd name="connsiteX50" fmla="*/ 1416401 w 1424802"/>
              <a:gd name="connsiteY50" fmla="*/ 1050322 h 1501661"/>
              <a:gd name="connsiteX51" fmla="*/ 1410539 w 1424802"/>
              <a:gd name="connsiteY51" fmla="*/ 1202722 h 1501661"/>
              <a:gd name="connsiteX52" fmla="*/ 1404287 w 1424802"/>
              <a:gd name="connsiteY52" fmla="*/ 1326348 h 1501661"/>
              <a:gd name="connsiteX53" fmla="*/ 1287447 w 1424802"/>
              <a:gd name="connsiteY53" fmla="*/ 1460630 h 1501661"/>
              <a:gd name="connsiteX54" fmla="*/ 1269862 w 1424802"/>
              <a:gd name="connsiteY54" fmla="*/ 1472353 h 1501661"/>
              <a:gd name="connsiteX55" fmla="*/ 1234693 w 1424802"/>
              <a:gd name="connsiteY55" fmla="*/ 1484076 h 1501661"/>
              <a:gd name="connsiteX56" fmla="*/ 1217108 w 1424802"/>
              <a:gd name="connsiteY56" fmla="*/ 1489938 h 1501661"/>
              <a:gd name="connsiteX57" fmla="*/ 1176078 w 1424802"/>
              <a:gd name="connsiteY57" fmla="*/ 1495799 h 1501661"/>
              <a:gd name="connsiteX58" fmla="*/ 1140908 w 1424802"/>
              <a:gd name="connsiteY58" fmla="*/ 1501661 h 1501661"/>
              <a:gd name="connsiteX59" fmla="*/ 900585 w 1424802"/>
              <a:gd name="connsiteY59" fmla="*/ 1495799 h 1501661"/>
              <a:gd name="connsiteX60" fmla="*/ 883001 w 1424802"/>
              <a:gd name="connsiteY60" fmla="*/ 1489938 h 1501661"/>
              <a:gd name="connsiteX61" fmla="*/ 800939 w 1424802"/>
              <a:gd name="connsiteY61" fmla="*/ 1484076 h 1501661"/>
              <a:gd name="connsiteX62" fmla="*/ 630955 w 1424802"/>
              <a:gd name="connsiteY62" fmla="*/ 1478215 h 1501661"/>
              <a:gd name="connsiteX63" fmla="*/ 572339 w 1424802"/>
              <a:gd name="connsiteY63" fmla="*/ 1472353 h 1501661"/>
              <a:gd name="connsiteX64" fmla="*/ 476812 w 1424802"/>
              <a:gd name="connsiteY64" fmla="*/ 1478215 h 1501661"/>
              <a:gd name="connsiteX65" fmla="*/ 155426 w 1424802"/>
              <a:gd name="connsiteY65" fmla="*/ 1448907 h 1501661"/>
              <a:gd name="connsiteX66" fmla="*/ 83418 w 1424802"/>
              <a:gd name="connsiteY66" fmla="*/ 1376899 h 1501661"/>
              <a:gd name="connsiteX67" fmla="*/ 50662 w 1424802"/>
              <a:gd name="connsiteY67" fmla="*/ 1325815 h 1501661"/>
              <a:gd name="connsiteX68" fmla="*/ 33078 w 1424802"/>
              <a:gd name="connsiteY68" fmla="*/ 1308230 h 1501661"/>
              <a:gd name="connsiteX69" fmla="*/ 21355 w 1424802"/>
              <a:gd name="connsiteY69" fmla="*/ 1267199 h 1501661"/>
              <a:gd name="connsiteX70" fmla="*/ 9632 w 1424802"/>
              <a:gd name="connsiteY70" fmla="*/ 1220307 h 1501661"/>
              <a:gd name="connsiteX71" fmla="*/ 9632 w 1424802"/>
              <a:gd name="connsiteY71" fmla="*/ 1021015 h 1501661"/>
              <a:gd name="connsiteX72" fmla="*/ 15493 w 1424802"/>
              <a:gd name="connsiteY72" fmla="*/ 1003430 h 1501661"/>
              <a:gd name="connsiteX73" fmla="*/ 21355 w 1424802"/>
              <a:gd name="connsiteY73" fmla="*/ 950676 h 1501661"/>
              <a:gd name="connsiteX74" fmla="*/ 27216 w 1424802"/>
              <a:gd name="connsiteY74" fmla="*/ 933092 h 1501661"/>
              <a:gd name="connsiteX75" fmla="*/ 33078 w 1424802"/>
              <a:gd name="connsiteY75" fmla="*/ 897922 h 1501661"/>
              <a:gd name="connsiteX76" fmla="*/ 50662 w 1424802"/>
              <a:gd name="connsiteY76" fmla="*/ 856892 h 1501661"/>
              <a:gd name="connsiteX77" fmla="*/ 62385 w 1424802"/>
              <a:gd name="connsiteY77" fmla="*/ 815861 h 1501661"/>
              <a:gd name="connsiteX78" fmla="*/ 74108 w 1424802"/>
              <a:gd name="connsiteY78" fmla="*/ 792415 h 1501661"/>
              <a:gd name="connsiteX79" fmla="*/ 85832 w 1424802"/>
              <a:gd name="connsiteY79" fmla="*/ 751384 h 1501661"/>
              <a:gd name="connsiteX80" fmla="*/ 91693 w 1424802"/>
              <a:gd name="connsiteY80" fmla="*/ 733799 h 1501661"/>
              <a:gd name="connsiteX81" fmla="*/ 97555 w 1424802"/>
              <a:gd name="connsiteY81" fmla="*/ 704492 h 1501661"/>
              <a:gd name="connsiteX82" fmla="*/ 103416 w 1424802"/>
              <a:gd name="connsiteY82" fmla="*/ 686907 h 1501661"/>
              <a:gd name="connsiteX83" fmla="*/ 102366 w 1424802"/>
              <a:gd name="connsiteY83" fmla="*/ 624276 h 1501661"/>
              <a:gd name="connsiteX84" fmla="*/ 83418 w 1424802"/>
              <a:gd name="connsiteY84" fmla="*/ 512803 h 1501661"/>
              <a:gd name="connsiteX85" fmla="*/ 83418 w 1424802"/>
              <a:gd name="connsiteY85" fmla="*/ 368787 h 1501661"/>
              <a:gd name="connsiteX86" fmla="*/ 85832 w 1424802"/>
              <a:gd name="connsiteY86" fmla="*/ 341076 h 1501661"/>
              <a:gd name="connsiteX87" fmla="*/ 79970 w 1424802"/>
              <a:gd name="connsiteY87"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508 w 1424802"/>
              <a:gd name="connsiteY4" fmla="*/ 130061 h 1501661"/>
              <a:gd name="connsiteX5" fmla="*/ 226969 w 1424802"/>
              <a:gd name="connsiteY5" fmla="*/ 80757 h 1501661"/>
              <a:gd name="connsiteX6" fmla="*/ 308570 w 1424802"/>
              <a:gd name="connsiteY6" fmla="*/ 100753 h 1501661"/>
              <a:gd name="connsiteX7" fmla="*/ 299018 w 1424802"/>
              <a:gd name="connsiteY7" fmla="*/ 8729 h 1501661"/>
              <a:gd name="connsiteX8" fmla="*/ 371067 w 1424802"/>
              <a:gd name="connsiteY8" fmla="*/ 8731 h 1501661"/>
              <a:gd name="connsiteX9" fmla="*/ 443116 w 1424802"/>
              <a:gd name="connsiteY9" fmla="*/ 8729 h 1501661"/>
              <a:gd name="connsiteX10" fmla="*/ 587214 w 1424802"/>
              <a:gd name="connsiteY10" fmla="*/ 8731 h 1501661"/>
              <a:gd name="connsiteX11" fmla="*/ 659264 w 1424802"/>
              <a:gd name="connsiteY11" fmla="*/ 8729 h 1501661"/>
              <a:gd name="connsiteX12" fmla="*/ 671985 w 1424802"/>
              <a:gd name="connsiteY12" fmla="*/ 106615 h 1501661"/>
              <a:gd name="connsiteX13" fmla="*/ 731313 w 1424802"/>
              <a:gd name="connsiteY13" fmla="*/ 80757 h 1501661"/>
              <a:gd name="connsiteX14" fmla="*/ 731313 w 1424802"/>
              <a:gd name="connsiteY14" fmla="*/ 8730 h 1501661"/>
              <a:gd name="connsiteX15" fmla="*/ 754047 w 1424802"/>
              <a:gd name="connsiteY15" fmla="*/ 135922 h 1501661"/>
              <a:gd name="connsiteX16" fmla="*/ 771632 w 1424802"/>
              <a:gd name="connsiteY16" fmla="*/ 147645 h 1501661"/>
              <a:gd name="connsiteX17" fmla="*/ 789216 w 1424802"/>
              <a:gd name="connsiteY17" fmla="*/ 165230 h 1501661"/>
              <a:gd name="connsiteX18" fmla="*/ 824385 w 1424802"/>
              <a:gd name="connsiteY18" fmla="*/ 176953 h 1501661"/>
              <a:gd name="connsiteX19" fmla="*/ 841970 w 1424802"/>
              <a:gd name="connsiteY19" fmla="*/ 194538 h 1501661"/>
              <a:gd name="connsiteX20" fmla="*/ 847832 w 1424802"/>
              <a:gd name="connsiteY20" fmla="*/ 212122 h 1501661"/>
              <a:gd name="connsiteX21" fmla="*/ 865416 w 1424802"/>
              <a:gd name="connsiteY21" fmla="*/ 217984 h 1501661"/>
              <a:gd name="connsiteX22" fmla="*/ 906447 w 1424802"/>
              <a:gd name="connsiteY22" fmla="*/ 253153 h 1501661"/>
              <a:gd name="connsiteX23" fmla="*/ 918170 w 1424802"/>
              <a:gd name="connsiteY23" fmla="*/ 270738 h 1501661"/>
              <a:gd name="connsiteX24" fmla="*/ 935755 w 1424802"/>
              <a:gd name="connsiteY24" fmla="*/ 282461 h 1501661"/>
              <a:gd name="connsiteX25" fmla="*/ 959201 w 1424802"/>
              <a:gd name="connsiteY25" fmla="*/ 300045 h 1501661"/>
              <a:gd name="connsiteX26" fmla="*/ 976785 w 1424802"/>
              <a:gd name="connsiteY26" fmla="*/ 311769 h 1501661"/>
              <a:gd name="connsiteX27" fmla="*/ 994370 w 1424802"/>
              <a:gd name="connsiteY27" fmla="*/ 335215 h 1501661"/>
              <a:gd name="connsiteX28" fmla="*/ 1035401 w 1424802"/>
              <a:gd name="connsiteY28" fmla="*/ 358661 h 1501661"/>
              <a:gd name="connsiteX29" fmla="*/ 1058847 w 1424802"/>
              <a:gd name="connsiteY29" fmla="*/ 387969 h 1501661"/>
              <a:gd name="connsiteX30" fmla="*/ 1099878 w 1424802"/>
              <a:gd name="connsiteY30" fmla="*/ 423138 h 1501661"/>
              <a:gd name="connsiteX31" fmla="*/ 1129185 w 1424802"/>
              <a:gd name="connsiteY31" fmla="*/ 464169 h 1501661"/>
              <a:gd name="connsiteX32" fmla="*/ 1135047 w 1424802"/>
              <a:gd name="connsiteY32" fmla="*/ 481753 h 1501661"/>
              <a:gd name="connsiteX33" fmla="*/ 1170216 w 1424802"/>
              <a:gd name="connsiteY33" fmla="*/ 522784 h 1501661"/>
              <a:gd name="connsiteX34" fmla="*/ 1187801 w 1424802"/>
              <a:gd name="connsiteY34" fmla="*/ 546230 h 1501661"/>
              <a:gd name="connsiteX35" fmla="*/ 1211247 w 1424802"/>
              <a:gd name="connsiteY35" fmla="*/ 581399 h 1501661"/>
              <a:gd name="connsiteX36" fmla="*/ 1240555 w 1424802"/>
              <a:gd name="connsiteY36" fmla="*/ 622430 h 1501661"/>
              <a:gd name="connsiteX37" fmla="*/ 1264001 w 1424802"/>
              <a:gd name="connsiteY37" fmla="*/ 669322 h 1501661"/>
              <a:gd name="connsiteX38" fmla="*/ 1269862 w 1424802"/>
              <a:gd name="connsiteY38" fmla="*/ 686907 h 1501661"/>
              <a:gd name="connsiteX39" fmla="*/ 1287447 w 1424802"/>
              <a:gd name="connsiteY39" fmla="*/ 716215 h 1501661"/>
              <a:gd name="connsiteX40" fmla="*/ 1299170 w 1424802"/>
              <a:gd name="connsiteY40" fmla="*/ 739661 h 1501661"/>
              <a:gd name="connsiteX41" fmla="*/ 1316755 w 1424802"/>
              <a:gd name="connsiteY41" fmla="*/ 757245 h 1501661"/>
              <a:gd name="connsiteX42" fmla="*/ 1340201 w 1424802"/>
              <a:gd name="connsiteY42" fmla="*/ 798276 h 1501661"/>
              <a:gd name="connsiteX43" fmla="*/ 1351924 w 1424802"/>
              <a:gd name="connsiteY43" fmla="*/ 821722 h 1501661"/>
              <a:gd name="connsiteX44" fmla="*/ 1357785 w 1424802"/>
              <a:gd name="connsiteY44" fmla="*/ 839307 h 1501661"/>
              <a:gd name="connsiteX45" fmla="*/ 1369508 w 1424802"/>
              <a:gd name="connsiteY45" fmla="*/ 856892 h 1501661"/>
              <a:gd name="connsiteX46" fmla="*/ 1381232 w 1424802"/>
              <a:gd name="connsiteY46" fmla="*/ 886199 h 1501661"/>
              <a:gd name="connsiteX47" fmla="*/ 1398816 w 1424802"/>
              <a:gd name="connsiteY47" fmla="*/ 962399 h 1501661"/>
              <a:gd name="connsiteX48" fmla="*/ 1410539 w 1424802"/>
              <a:gd name="connsiteY48" fmla="*/ 1032738 h 1501661"/>
              <a:gd name="connsiteX49" fmla="*/ 1416401 w 1424802"/>
              <a:gd name="connsiteY49" fmla="*/ 1050322 h 1501661"/>
              <a:gd name="connsiteX50" fmla="*/ 1410539 w 1424802"/>
              <a:gd name="connsiteY50" fmla="*/ 1202722 h 1501661"/>
              <a:gd name="connsiteX51" fmla="*/ 1404287 w 1424802"/>
              <a:gd name="connsiteY51" fmla="*/ 1326348 h 1501661"/>
              <a:gd name="connsiteX52" fmla="*/ 1287447 w 1424802"/>
              <a:gd name="connsiteY52" fmla="*/ 1460630 h 1501661"/>
              <a:gd name="connsiteX53" fmla="*/ 1269862 w 1424802"/>
              <a:gd name="connsiteY53" fmla="*/ 1472353 h 1501661"/>
              <a:gd name="connsiteX54" fmla="*/ 1234693 w 1424802"/>
              <a:gd name="connsiteY54" fmla="*/ 1484076 h 1501661"/>
              <a:gd name="connsiteX55" fmla="*/ 1217108 w 1424802"/>
              <a:gd name="connsiteY55" fmla="*/ 1489938 h 1501661"/>
              <a:gd name="connsiteX56" fmla="*/ 1176078 w 1424802"/>
              <a:gd name="connsiteY56" fmla="*/ 1495799 h 1501661"/>
              <a:gd name="connsiteX57" fmla="*/ 1140908 w 1424802"/>
              <a:gd name="connsiteY57" fmla="*/ 1501661 h 1501661"/>
              <a:gd name="connsiteX58" fmla="*/ 900585 w 1424802"/>
              <a:gd name="connsiteY58" fmla="*/ 1495799 h 1501661"/>
              <a:gd name="connsiteX59" fmla="*/ 883001 w 1424802"/>
              <a:gd name="connsiteY59" fmla="*/ 1489938 h 1501661"/>
              <a:gd name="connsiteX60" fmla="*/ 800939 w 1424802"/>
              <a:gd name="connsiteY60" fmla="*/ 1484076 h 1501661"/>
              <a:gd name="connsiteX61" fmla="*/ 630955 w 1424802"/>
              <a:gd name="connsiteY61" fmla="*/ 1478215 h 1501661"/>
              <a:gd name="connsiteX62" fmla="*/ 572339 w 1424802"/>
              <a:gd name="connsiteY62" fmla="*/ 1472353 h 1501661"/>
              <a:gd name="connsiteX63" fmla="*/ 476812 w 1424802"/>
              <a:gd name="connsiteY63" fmla="*/ 1478215 h 1501661"/>
              <a:gd name="connsiteX64" fmla="*/ 155426 w 1424802"/>
              <a:gd name="connsiteY64" fmla="*/ 1448907 h 1501661"/>
              <a:gd name="connsiteX65" fmla="*/ 83418 w 1424802"/>
              <a:gd name="connsiteY65" fmla="*/ 1376899 h 1501661"/>
              <a:gd name="connsiteX66" fmla="*/ 50662 w 1424802"/>
              <a:gd name="connsiteY66" fmla="*/ 1325815 h 1501661"/>
              <a:gd name="connsiteX67" fmla="*/ 33078 w 1424802"/>
              <a:gd name="connsiteY67" fmla="*/ 1308230 h 1501661"/>
              <a:gd name="connsiteX68" fmla="*/ 21355 w 1424802"/>
              <a:gd name="connsiteY68" fmla="*/ 1267199 h 1501661"/>
              <a:gd name="connsiteX69" fmla="*/ 9632 w 1424802"/>
              <a:gd name="connsiteY69" fmla="*/ 1220307 h 1501661"/>
              <a:gd name="connsiteX70" fmla="*/ 9632 w 1424802"/>
              <a:gd name="connsiteY70" fmla="*/ 1021015 h 1501661"/>
              <a:gd name="connsiteX71" fmla="*/ 15493 w 1424802"/>
              <a:gd name="connsiteY71" fmla="*/ 1003430 h 1501661"/>
              <a:gd name="connsiteX72" fmla="*/ 21355 w 1424802"/>
              <a:gd name="connsiteY72" fmla="*/ 950676 h 1501661"/>
              <a:gd name="connsiteX73" fmla="*/ 27216 w 1424802"/>
              <a:gd name="connsiteY73" fmla="*/ 933092 h 1501661"/>
              <a:gd name="connsiteX74" fmla="*/ 33078 w 1424802"/>
              <a:gd name="connsiteY74" fmla="*/ 897922 h 1501661"/>
              <a:gd name="connsiteX75" fmla="*/ 50662 w 1424802"/>
              <a:gd name="connsiteY75" fmla="*/ 856892 h 1501661"/>
              <a:gd name="connsiteX76" fmla="*/ 62385 w 1424802"/>
              <a:gd name="connsiteY76" fmla="*/ 815861 h 1501661"/>
              <a:gd name="connsiteX77" fmla="*/ 74108 w 1424802"/>
              <a:gd name="connsiteY77" fmla="*/ 792415 h 1501661"/>
              <a:gd name="connsiteX78" fmla="*/ 85832 w 1424802"/>
              <a:gd name="connsiteY78" fmla="*/ 751384 h 1501661"/>
              <a:gd name="connsiteX79" fmla="*/ 91693 w 1424802"/>
              <a:gd name="connsiteY79" fmla="*/ 733799 h 1501661"/>
              <a:gd name="connsiteX80" fmla="*/ 97555 w 1424802"/>
              <a:gd name="connsiteY80" fmla="*/ 704492 h 1501661"/>
              <a:gd name="connsiteX81" fmla="*/ 103416 w 1424802"/>
              <a:gd name="connsiteY81" fmla="*/ 686907 h 1501661"/>
              <a:gd name="connsiteX82" fmla="*/ 102366 w 1424802"/>
              <a:gd name="connsiteY82" fmla="*/ 624276 h 1501661"/>
              <a:gd name="connsiteX83" fmla="*/ 83418 w 1424802"/>
              <a:gd name="connsiteY83" fmla="*/ 512803 h 1501661"/>
              <a:gd name="connsiteX84" fmla="*/ 83418 w 1424802"/>
              <a:gd name="connsiteY84" fmla="*/ 368787 h 1501661"/>
              <a:gd name="connsiteX85" fmla="*/ 85832 w 1424802"/>
              <a:gd name="connsiteY85" fmla="*/ 341076 h 1501661"/>
              <a:gd name="connsiteX86" fmla="*/ 79970 w 1424802"/>
              <a:gd name="connsiteY86"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308570 w 1424802"/>
              <a:gd name="connsiteY5" fmla="*/ 100753 h 1501661"/>
              <a:gd name="connsiteX6" fmla="*/ 299018 w 1424802"/>
              <a:gd name="connsiteY6" fmla="*/ 8729 h 1501661"/>
              <a:gd name="connsiteX7" fmla="*/ 371067 w 1424802"/>
              <a:gd name="connsiteY7" fmla="*/ 8731 h 1501661"/>
              <a:gd name="connsiteX8" fmla="*/ 443116 w 1424802"/>
              <a:gd name="connsiteY8" fmla="*/ 8729 h 1501661"/>
              <a:gd name="connsiteX9" fmla="*/ 587214 w 1424802"/>
              <a:gd name="connsiteY9" fmla="*/ 8731 h 1501661"/>
              <a:gd name="connsiteX10" fmla="*/ 659264 w 1424802"/>
              <a:gd name="connsiteY10" fmla="*/ 8729 h 1501661"/>
              <a:gd name="connsiteX11" fmla="*/ 671985 w 1424802"/>
              <a:gd name="connsiteY11" fmla="*/ 106615 h 1501661"/>
              <a:gd name="connsiteX12" fmla="*/ 731313 w 1424802"/>
              <a:gd name="connsiteY12" fmla="*/ 80757 h 1501661"/>
              <a:gd name="connsiteX13" fmla="*/ 731313 w 1424802"/>
              <a:gd name="connsiteY13" fmla="*/ 8730 h 1501661"/>
              <a:gd name="connsiteX14" fmla="*/ 754047 w 1424802"/>
              <a:gd name="connsiteY14" fmla="*/ 135922 h 1501661"/>
              <a:gd name="connsiteX15" fmla="*/ 771632 w 1424802"/>
              <a:gd name="connsiteY15" fmla="*/ 147645 h 1501661"/>
              <a:gd name="connsiteX16" fmla="*/ 789216 w 1424802"/>
              <a:gd name="connsiteY16" fmla="*/ 165230 h 1501661"/>
              <a:gd name="connsiteX17" fmla="*/ 824385 w 1424802"/>
              <a:gd name="connsiteY17" fmla="*/ 176953 h 1501661"/>
              <a:gd name="connsiteX18" fmla="*/ 841970 w 1424802"/>
              <a:gd name="connsiteY18" fmla="*/ 194538 h 1501661"/>
              <a:gd name="connsiteX19" fmla="*/ 847832 w 1424802"/>
              <a:gd name="connsiteY19" fmla="*/ 212122 h 1501661"/>
              <a:gd name="connsiteX20" fmla="*/ 865416 w 1424802"/>
              <a:gd name="connsiteY20" fmla="*/ 217984 h 1501661"/>
              <a:gd name="connsiteX21" fmla="*/ 906447 w 1424802"/>
              <a:gd name="connsiteY21" fmla="*/ 253153 h 1501661"/>
              <a:gd name="connsiteX22" fmla="*/ 918170 w 1424802"/>
              <a:gd name="connsiteY22" fmla="*/ 270738 h 1501661"/>
              <a:gd name="connsiteX23" fmla="*/ 935755 w 1424802"/>
              <a:gd name="connsiteY23" fmla="*/ 282461 h 1501661"/>
              <a:gd name="connsiteX24" fmla="*/ 959201 w 1424802"/>
              <a:gd name="connsiteY24" fmla="*/ 300045 h 1501661"/>
              <a:gd name="connsiteX25" fmla="*/ 976785 w 1424802"/>
              <a:gd name="connsiteY25" fmla="*/ 311769 h 1501661"/>
              <a:gd name="connsiteX26" fmla="*/ 994370 w 1424802"/>
              <a:gd name="connsiteY26" fmla="*/ 335215 h 1501661"/>
              <a:gd name="connsiteX27" fmla="*/ 1035401 w 1424802"/>
              <a:gd name="connsiteY27" fmla="*/ 358661 h 1501661"/>
              <a:gd name="connsiteX28" fmla="*/ 1058847 w 1424802"/>
              <a:gd name="connsiteY28" fmla="*/ 387969 h 1501661"/>
              <a:gd name="connsiteX29" fmla="*/ 1099878 w 1424802"/>
              <a:gd name="connsiteY29" fmla="*/ 423138 h 1501661"/>
              <a:gd name="connsiteX30" fmla="*/ 1129185 w 1424802"/>
              <a:gd name="connsiteY30" fmla="*/ 464169 h 1501661"/>
              <a:gd name="connsiteX31" fmla="*/ 1135047 w 1424802"/>
              <a:gd name="connsiteY31" fmla="*/ 481753 h 1501661"/>
              <a:gd name="connsiteX32" fmla="*/ 1170216 w 1424802"/>
              <a:gd name="connsiteY32" fmla="*/ 522784 h 1501661"/>
              <a:gd name="connsiteX33" fmla="*/ 1187801 w 1424802"/>
              <a:gd name="connsiteY33" fmla="*/ 546230 h 1501661"/>
              <a:gd name="connsiteX34" fmla="*/ 1211247 w 1424802"/>
              <a:gd name="connsiteY34" fmla="*/ 581399 h 1501661"/>
              <a:gd name="connsiteX35" fmla="*/ 1240555 w 1424802"/>
              <a:gd name="connsiteY35" fmla="*/ 622430 h 1501661"/>
              <a:gd name="connsiteX36" fmla="*/ 1264001 w 1424802"/>
              <a:gd name="connsiteY36" fmla="*/ 669322 h 1501661"/>
              <a:gd name="connsiteX37" fmla="*/ 1269862 w 1424802"/>
              <a:gd name="connsiteY37" fmla="*/ 686907 h 1501661"/>
              <a:gd name="connsiteX38" fmla="*/ 1287447 w 1424802"/>
              <a:gd name="connsiteY38" fmla="*/ 716215 h 1501661"/>
              <a:gd name="connsiteX39" fmla="*/ 1299170 w 1424802"/>
              <a:gd name="connsiteY39" fmla="*/ 739661 h 1501661"/>
              <a:gd name="connsiteX40" fmla="*/ 1316755 w 1424802"/>
              <a:gd name="connsiteY40" fmla="*/ 757245 h 1501661"/>
              <a:gd name="connsiteX41" fmla="*/ 1340201 w 1424802"/>
              <a:gd name="connsiteY41" fmla="*/ 798276 h 1501661"/>
              <a:gd name="connsiteX42" fmla="*/ 1351924 w 1424802"/>
              <a:gd name="connsiteY42" fmla="*/ 821722 h 1501661"/>
              <a:gd name="connsiteX43" fmla="*/ 1357785 w 1424802"/>
              <a:gd name="connsiteY43" fmla="*/ 839307 h 1501661"/>
              <a:gd name="connsiteX44" fmla="*/ 1369508 w 1424802"/>
              <a:gd name="connsiteY44" fmla="*/ 856892 h 1501661"/>
              <a:gd name="connsiteX45" fmla="*/ 1381232 w 1424802"/>
              <a:gd name="connsiteY45" fmla="*/ 886199 h 1501661"/>
              <a:gd name="connsiteX46" fmla="*/ 1398816 w 1424802"/>
              <a:gd name="connsiteY46" fmla="*/ 962399 h 1501661"/>
              <a:gd name="connsiteX47" fmla="*/ 1410539 w 1424802"/>
              <a:gd name="connsiteY47" fmla="*/ 1032738 h 1501661"/>
              <a:gd name="connsiteX48" fmla="*/ 1416401 w 1424802"/>
              <a:gd name="connsiteY48" fmla="*/ 1050322 h 1501661"/>
              <a:gd name="connsiteX49" fmla="*/ 1410539 w 1424802"/>
              <a:gd name="connsiteY49" fmla="*/ 1202722 h 1501661"/>
              <a:gd name="connsiteX50" fmla="*/ 1404287 w 1424802"/>
              <a:gd name="connsiteY50" fmla="*/ 1326348 h 1501661"/>
              <a:gd name="connsiteX51" fmla="*/ 1287447 w 1424802"/>
              <a:gd name="connsiteY51" fmla="*/ 1460630 h 1501661"/>
              <a:gd name="connsiteX52" fmla="*/ 1269862 w 1424802"/>
              <a:gd name="connsiteY52" fmla="*/ 1472353 h 1501661"/>
              <a:gd name="connsiteX53" fmla="*/ 1234693 w 1424802"/>
              <a:gd name="connsiteY53" fmla="*/ 1484076 h 1501661"/>
              <a:gd name="connsiteX54" fmla="*/ 1217108 w 1424802"/>
              <a:gd name="connsiteY54" fmla="*/ 1489938 h 1501661"/>
              <a:gd name="connsiteX55" fmla="*/ 1176078 w 1424802"/>
              <a:gd name="connsiteY55" fmla="*/ 1495799 h 1501661"/>
              <a:gd name="connsiteX56" fmla="*/ 1140908 w 1424802"/>
              <a:gd name="connsiteY56" fmla="*/ 1501661 h 1501661"/>
              <a:gd name="connsiteX57" fmla="*/ 900585 w 1424802"/>
              <a:gd name="connsiteY57" fmla="*/ 1495799 h 1501661"/>
              <a:gd name="connsiteX58" fmla="*/ 883001 w 1424802"/>
              <a:gd name="connsiteY58" fmla="*/ 1489938 h 1501661"/>
              <a:gd name="connsiteX59" fmla="*/ 800939 w 1424802"/>
              <a:gd name="connsiteY59" fmla="*/ 1484076 h 1501661"/>
              <a:gd name="connsiteX60" fmla="*/ 630955 w 1424802"/>
              <a:gd name="connsiteY60" fmla="*/ 1478215 h 1501661"/>
              <a:gd name="connsiteX61" fmla="*/ 572339 w 1424802"/>
              <a:gd name="connsiteY61" fmla="*/ 1472353 h 1501661"/>
              <a:gd name="connsiteX62" fmla="*/ 476812 w 1424802"/>
              <a:gd name="connsiteY62" fmla="*/ 1478215 h 1501661"/>
              <a:gd name="connsiteX63" fmla="*/ 155426 w 1424802"/>
              <a:gd name="connsiteY63" fmla="*/ 1448907 h 1501661"/>
              <a:gd name="connsiteX64" fmla="*/ 83418 w 1424802"/>
              <a:gd name="connsiteY64" fmla="*/ 1376899 h 1501661"/>
              <a:gd name="connsiteX65" fmla="*/ 50662 w 1424802"/>
              <a:gd name="connsiteY65" fmla="*/ 1325815 h 1501661"/>
              <a:gd name="connsiteX66" fmla="*/ 33078 w 1424802"/>
              <a:gd name="connsiteY66" fmla="*/ 1308230 h 1501661"/>
              <a:gd name="connsiteX67" fmla="*/ 21355 w 1424802"/>
              <a:gd name="connsiteY67" fmla="*/ 1267199 h 1501661"/>
              <a:gd name="connsiteX68" fmla="*/ 9632 w 1424802"/>
              <a:gd name="connsiteY68" fmla="*/ 1220307 h 1501661"/>
              <a:gd name="connsiteX69" fmla="*/ 9632 w 1424802"/>
              <a:gd name="connsiteY69" fmla="*/ 1021015 h 1501661"/>
              <a:gd name="connsiteX70" fmla="*/ 15493 w 1424802"/>
              <a:gd name="connsiteY70" fmla="*/ 1003430 h 1501661"/>
              <a:gd name="connsiteX71" fmla="*/ 21355 w 1424802"/>
              <a:gd name="connsiteY71" fmla="*/ 950676 h 1501661"/>
              <a:gd name="connsiteX72" fmla="*/ 27216 w 1424802"/>
              <a:gd name="connsiteY72" fmla="*/ 933092 h 1501661"/>
              <a:gd name="connsiteX73" fmla="*/ 33078 w 1424802"/>
              <a:gd name="connsiteY73" fmla="*/ 897922 h 1501661"/>
              <a:gd name="connsiteX74" fmla="*/ 50662 w 1424802"/>
              <a:gd name="connsiteY74" fmla="*/ 856892 h 1501661"/>
              <a:gd name="connsiteX75" fmla="*/ 62385 w 1424802"/>
              <a:gd name="connsiteY75" fmla="*/ 815861 h 1501661"/>
              <a:gd name="connsiteX76" fmla="*/ 74108 w 1424802"/>
              <a:gd name="connsiteY76" fmla="*/ 792415 h 1501661"/>
              <a:gd name="connsiteX77" fmla="*/ 85832 w 1424802"/>
              <a:gd name="connsiteY77" fmla="*/ 751384 h 1501661"/>
              <a:gd name="connsiteX78" fmla="*/ 91693 w 1424802"/>
              <a:gd name="connsiteY78" fmla="*/ 733799 h 1501661"/>
              <a:gd name="connsiteX79" fmla="*/ 97555 w 1424802"/>
              <a:gd name="connsiteY79" fmla="*/ 704492 h 1501661"/>
              <a:gd name="connsiteX80" fmla="*/ 103416 w 1424802"/>
              <a:gd name="connsiteY80" fmla="*/ 686907 h 1501661"/>
              <a:gd name="connsiteX81" fmla="*/ 102366 w 1424802"/>
              <a:gd name="connsiteY81" fmla="*/ 624276 h 1501661"/>
              <a:gd name="connsiteX82" fmla="*/ 83418 w 1424802"/>
              <a:gd name="connsiteY82" fmla="*/ 512803 h 1501661"/>
              <a:gd name="connsiteX83" fmla="*/ 83418 w 1424802"/>
              <a:gd name="connsiteY83" fmla="*/ 368787 h 1501661"/>
              <a:gd name="connsiteX84" fmla="*/ 85832 w 1424802"/>
              <a:gd name="connsiteY84" fmla="*/ 341076 h 1501661"/>
              <a:gd name="connsiteX85" fmla="*/ 79970 w 1424802"/>
              <a:gd name="connsiteY85"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299018 w 1424802"/>
              <a:gd name="connsiteY5" fmla="*/ 8729 h 1501661"/>
              <a:gd name="connsiteX6" fmla="*/ 371067 w 1424802"/>
              <a:gd name="connsiteY6" fmla="*/ 8731 h 1501661"/>
              <a:gd name="connsiteX7" fmla="*/ 443116 w 1424802"/>
              <a:gd name="connsiteY7" fmla="*/ 8729 h 1501661"/>
              <a:gd name="connsiteX8" fmla="*/ 587214 w 1424802"/>
              <a:gd name="connsiteY8" fmla="*/ 8731 h 1501661"/>
              <a:gd name="connsiteX9" fmla="*/ 659264 w 1424802"/>
              <a:gd name="connsiteY9" fmla="*/ 8729 h 1501661"/>
              <a:gd name="connsiteX10" fmla="*/ 671985 w 1424802"/>
              <a:gd name="connsiteY10" fmla="*/ 106615 h 1501661"/>
              <a:gd name="connsiteX11" fmla="*/ 731313 w 1424802"/>
              <a:gd name="connsiteY11" fmla="*/ 80757 h 1501661"/>
              <a:gd name="connsiteX12" fmla="*/ 731313 w 1424802"/>
              <a:gd name="connsiteY12" fmla="*/ 8730 h 1501661"/>
              <a:gd name="connsiteX13" fmla="*/ 754047 w 1424802"/>
              <a:gd name="connsiteY13" fmla="*/ 135922 h 1501661"/>
              <a:gd name="connsiteX14" fmla="*/ 771632 w 1424802"/>
              <a:gd name="connsiteY14" fmla="*/ 147645 h 1501661"/>
              <a:gd name="connsiteX15" fmla="*/ 789216 w 1424802"/>
              <a:gd name="connsiteY15" fmla="*/ 165230 h 1501661"/>
              <a:gd name="connsiteX16" fmla="*/ 824385 w 1424802"/>
              <a:gd name="connsiteY16" fmla="*/ 176953 h 1501661"/>
              <a:gd name="connsiteX17" fmla="*/ 841970 w 1424802"/>
              <a:gd name="connsiteY17" fmla="*/ 194538 h 1501661"/>
              <a:gd name="connsiteX18" fmla="*/ 847832 w 1424802"/>
              <a:gd name="connsiteY18" fmla="*/ 212122 h 1501661"/>
              <a:gd name="connsiteX19" fmla="*/ 865416 w 1424802"/>
              <a:gd name="connsiteY19" fmla="*/ 217984 h 1501661"/>
              <a:gd name="connsiteX20" fmla="*/ 906447 w 1424802"/>
              <a:gd name="connsiteY20" fmla="*/ 253153 h 1501661"/>
              <a:gd name="connsiteX21" fmla="*/ 918170 w 1424802"/>
              <a:gd name="connsiteY21" fmla="*/ 270738 h 1501661"/>
              <a:gd name="connsiteX22" fmla="*/ 935755 w 1424802"/>
              <a:gd name="connsiteY22" fmla="*/ 282461 h 1501661"/>
              <a:gd name="connsiteX23" fmla="*/ 959201 w 1424802"/>
              <a:gd name="connsiteY23" fmla="*/ 300045 h 1501661"/>
              <a:gd name="connsiteX24" fmla="*/ 976785 w 1424802"/>
              <a:gd name="connsiteY24" fmla="*/ 311769 h 1501661"/>
              <a:gd name="connsiteX25" fmla="*/ 994370 w 1424802"/>
              <a:gd name="connsiteY25" fmla="*/ 335215 h 1501661"/>
              <a:gd name="connsiteX26" fmla="*/ 1035401 w 1424802"/>
              <a:gd name="connsiteY26" fmla="*/ 358661 h 1501661"/>
              <a:gd name="connsiteX27" fmla="*/ 1058847 w 1424802"/>
              <a:gd name="connsiteY27" fmla="*/ 387969 h 1501661"/>
              <a:gd name="connsiteX28" fmla="*/ 1099878 w 1424802"/>
              <a:gd name="connsiteY28" fmla="*/ 423138 h 1501661"/>
              <a:gd name="connsiteX29" fmla="*/ 1129185 w 1424802"/>
              <a:gd name="connsiteY29" fmla="*/ 464169 h 1501661"/>
              <a:gd name="connsiteX30" fmla="*/ 1135047 w 1424802"/>
              <a:gd name="connsiteY30" fmla="*/ 481753 h 1501661"/>
              <a:gd name="connsiteX31" fmla="*/ 1170216 w 1424802"/>
              <a:gd name="connsiteY31" fmla="*/ 522784 h 1501661"/>
              <a:gd name="connsiteX32" fmla="*/ 1187801 w 1424802"/>
              <a:gd name="connsiteY32" fmla="*/ 546230 h 1501661"/>
              <a:gd name="connsiteX33" fmla="*/ 1211247 w 1424802"/>
              <a:gd name="connsiteY33" fmla="*/ 581399 h 1501661"/>
              <a:gd name="connsiteX34" fmla="*/ 1240555 w 1424802"/>
              <a:gd name="connsiteY34" fmla="*/ 622430 h 1501661"/>
              <a:gd name="connsiteX35" fmla="*/ 1264001 w 1424802"/>
              <a:gd name="connsiteY35" fmla="*/ 669322 h 1501661"/>
              <a:gd name="connsiteX36" fmla="*/ 1269862 w 1424802"/>
              <a:gd name="connsiteY36" fmla="*/ 686907 h 1501661"/>
              <a:gd name="connsiteX37" fmla="*/ 1287447 w 1424802"/>
              <a:gd name="connsiteY37" fmla="*/ 716215 h 1501661"/>
              <a:gd name="connsiteX38" fmla="*/ 1299170 w 1424802"/>
              <a:gd name="connsiteY38" fmla="*/ 739661 h 1501661"/>
              <a:gd name="connsiteX39" fmla="*/ 1316755 w 1424802"/>
              <a:gd name="connsiteY39" fmla="*/ 757245 h 1501661"/>
              <a:gd name="connsiteX40" fmla="*/ 1340201 w 1424802"/>
              <a:gd name="connsiteY40" fmla="*/ 798276 h 1501661"/>
              <a:gd name="connsiteX41" fmla="*/ 1351924 w 1424802"/>
              <a:gd name="connsiteY41" fmla="*/ 821722 h 1501661"/>
              <a:gd name="connsiteX42" fmla="*/ 1357785 w 1424802"/>
              <a:gd name="connsiteY42" fmla="*/ 839307 h 1501661"/>
              <a:gd name="connsiteX43" fmla="*/ 1369508 w 1424802"/>
              <a:gd name="connsiteY43" fmla="*/ 856892 h 1501661"/>
              <a:gd name="connsiteX44" fmla="*/ 1381232 w 1424802"/>
              <a:gd name="connsiteY44" fmla="*/ 886199 h 1501661"/>
              <a:gd name="connsiteX45" fmla="*/ 1398816 w 1424802"/>
              <a:gd name="connsiteY45" fmla="*/ 962399 h 1501661"/>
              <a:gd name="connsiteX46" fmla="*/ 1410539 w 1424802"/>
              <a:gd name="connsiteY46" fmla="*/ 1032738 h 1501661"/>
              <a:gd name="connsiteX47" fmla="*/ 1416401 w 1424802"/>
              <a:gd name="connsiteY47" fmla="*/ 1050322 h 1501661"/>
              <a:gd name="connsiteX48" fmla="*/ 1410539 w 1424802"/>
              <a:gd name="connsiteY48" fmla="*/ 1202722 h 1501661"/>
              <a:gd name="connsiteX49" fmla="*/ 1404287 w 1424802"/>
              <a:gd name="connsiteY49" fmla="*/ 1326348 h 1501661"/>
              <a:gd name="connsiteX50" fmla="*/ 1287447 w 1424802"/>
              <a:gd name="connsiteY50" fmla="*/ 1460630 h 1501661"/>
              <a:gd name="connsiteX51" fmla="*/ 1269862 w 1424802"/>
              <a:gd name="connsiteY51" fmla="*/ 1472353 h 1501661"/>
              <a:gd name="connsiteX52" fmla="*/ 1234693 w 1424802"/>
              <a:gd name="connsiteY52" fmla="*/ 1484076 h 1501661"/>
              <a:gd name="connsiteX53" fmla="*/ 1217108 w 1424802"/>
              <a:gd name="connsiteY53" fmla="*/ 1489938 h 1501661"/>
              <a:gd name="connsiteX54" fmla="*/ 1176078 w 1424802"/>
              <a:gd name="connsiteY54" fmla="*/ 1495799 h 1501661"/>
              <a:gd name="connsiteX55" fmla="*/ 1140908 w 1424802"/>
              <a:gd name="connsiteY55" fmla="*/ 1501661 h 1501661"/>
              <a:gd name="connsiteX56" fmla="*/ 900585 w 1424802"/>
              <a:gd name="connsiteY56" fmla="*/ 1495799 h 1501661"/>
              <a:gd name="connsiteX57" fmla="*/ 883001 w 1424802"/>
              <a:gd name="connsiteY57" fmla="*/ 1489938 h 1501661"/>
              <a:gd name="connsiteX58" fmla="*/ 800939 w 1424802"/>
              <a:gd name="connsiteY58" fmla="*/ 1484076 h 1501661"/>
              <a:gd name="connsiteX59" fmla="*/ 630955 w 1424802"/>
              <a:gd name="connsiteY59" fmla="*/ 1478215 h 1501661"/>
              <a:gd name="connsiteX60" fmla="*/ 572339 w 1424802"/>
              <a:gd name="connsiteY60" fmla="*/ 1472353 h 1501661"/>
              <a:gd name="connsiteX61" fmla="*/ 476812 w 1424802"/>
              <a:gd name="connsiteY61" fmla="*/ 1478215 h 1501661"/>
              <a:gd name="connsiteX62" fmla="*/ 155426 w 1424802"/>
              <a:gd name="connsiteY62" fmla="*/ 1448907 h 1501661"/>
              <a:gd name="connsiteX63" fmla="*/ 83418 w 1424802"/>
              <a:gd name="connsiteY63" fmla="*/ 1376899 h 1501661"/>
              <a:gd name="connsiteX64" fmla="*/ 50662 w 1424802"/>
              <a:gd name="connsiteY64" fmla="*/ 1325815 h 1501661"/>
              <a:gd name="connsiteX65" fmla="*/ 33078 w 1424802"/>
              <a:gd name="connsiteY65" fmla="*/ 1308230 h 1501661"/>
              <a:gd name="connsiteX66" fmla="*/ 21355 w 1424802"/>
              <a:gd name="connsiteY66" fmla="*/ 1267199 h 1501661"/>
              <a:gd name="connsiteX67" fmla="*/ 9632 w 1424802"/>
              <a:gd name="connsiteY67" fmla="*/ 1220307 h 1501661"/>
              <a:gd name="connsiteX68" fmla="*/ 9632 w 1424802"/>
              <a:gd name="connsiteY68" fmla="*/ 1021015 h 1501661"/>
              <a:gd name="connsiteX69" fmla="*/ 15493 w 1424802"/>
              <a:gd name="connsiteY69" fmla="*/ 1003430 h 1501661"/>
              <a:gd name="connsiteX70" fmla="*/ 21355 w 1424802"/>
              <a:gd name="connsiteY70" fmla="*/ 950676 h 1501661"/>
              <a:gd name="connsiteX71" fmla="*/ 27216 w 1424802"/>
              <a:gd name="connsiteY71" fmla="*/ 933092 h 1501661"/>
              <a:gd name="connsiteX72" fmla="*/ 33078 w 1424802"/>
              <a:gd name="connsiteY72" fmla="*/ 897922 h 1501661"/>
              <a:gd name="connsiteX73" fmla="*/ 50662 w 1424802"/>
              <a:gd name="connsiteY73" fmla="*/ 856892 h 1501661"/>
              <a:gd name="connsiteX74" fmla="*/ 62385 w 1424802"/>
              <a:gd name="connsiteY74" fmla="*/ 815861 h 1501661"/>
              <a:gd name="connsiteX75" fmla="*/ 74108 w 1424802"/>
              <a:gd name="connsiteY75" fmla="*/ 792415 h 1501661"/>
              <a:gd name="connsiteX76" fmla="*/ 85832 w 1424802"/>
              <a:gd name="connsiteY76" fmla="*/ 751384 h 1501661"/>
              <a:gd name="connsiteX77" fmla="*/ 91693 w 1424802"/>
              <a:gd name="connsiteY77" fmla="*/ 733799 h 1501661"/>
              <a:gd name="connsiteX78" fmla="*/ 97555 w 1424802"/>
              <a:gd name="connsiteY78" fmla="*/ 704492 h 1501661"/>
              <a:gd name="connsiteX79" fmla="*/ 103416 w 1424802"/>
              <a:gd name="connsiteY79" fmla="*/ 686907 h 1501661"/>
              <a:gd name="connsiteX80" fmla="*/ 102366 w 1424802"/>
              <a:gd name="connsiteY80" fmla="*/ 624276 h 1501661"/>
              <a:gd name="connsiteX81" fmla="*/ 83418 w 1424802"/>
              <a:gd name="connsiteY81" fmla="*/ 512803 h 1501661"/>
              <a:gd name="connsiteX82" fmla="*/ 83418 w 1424802"/>
              <a:gd name="connsiteY82" fmla="*/ 368787 h 1501661"/>
              <a:gd name="connsiteX83" fmla="*/ 85832 w 1424802"/>
              <a:gd name="connsiteY83" fmla="*/ 341076 h 1501661"/>
              <a:gd name="connsiteX84" fmla="*/ 79970 w 1424802"/>
              <a:gd name="connsiteY84" fmla="*/ 323492 h 1501661"/>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671985 w 1424802"/>
              <a:gd name="connsiteY10" fmla="*/ 121894 h 1516940"/>
              <a:gd name="connsiteX11" fmla="*/ 731313 w 1424802"/>
              <a:gd name="connsiteY11" fmla="*/ 96036 h 1516940"/>
              <a:gd name="connsiteX12" fmla="*/ 731313 w 1424802"/>
              <a:gd name="connsiteY12" fmla="*/ 24009 h 1516940"/>
              <a:gd name="connsiteX13" fmla="*/ 754047 w 1424802"/>
              <a:gd name="connsiteY13" fmla="*/ 151201 h 1516940"/>
              <a:gd name="connsiteX14" fmla="*/ 771632 w 1424802"/>
              <a:gd name="connsiteY14" fmla="*/ 162924 h 1516940"/>
              <a:gd name="connsiteX15" fmla="*/ 789216 w 1424802"/>
              <a:gd name="connsiteY15" fmla="*/ 180509 h 1516940"/>
              <a:gd name="connsiteX16" fmla="*/ 824385 w 1424802"/>
              <a:gd name="connsiteY16" fmla="*/ 192232 h 1516940"/>
              <a:gd name="connsiteX17" fmla="*/ 841970 w 1424802"/>
              <a:gd name="connsiteY17" fmla="*/ 209817 h 1516940"/>
              <a:gd name="connsiteX18" fmla="*/ 847832 w 1424802"/>
              <a:gd name="connsiteY18" fmla="*/ 227401 h 1516940"/>
              <a:gd name="connsiteX19" fmla="*/ 865416 w 1424802"/>
              <a:gd name="connsiteY19" fmla="*/ 233263 h 1516940"/>
              <a:gd name="connsiteX20" fmla="*/ 906447 w 1424802"/>
              <a:gd name="connsiteY20" fmla="*/ 268432 h 1516940"/>
              <a:gd name="connsiteX21" fmla="*/ 918170 w 1424802"/>
              <a:gd name="connsiteY21" fmla="*/ 286017 h 1516940"/>
              <a:gd name="connsiteX22" fmla="*/ 935755 w 1424802"/>
              <a:gd name="connsiteY22" fmla="*/ 297740 h 1516940"/>
              <a:gd name="connsiteX23" fmla="*/ 959201 w 1424802"/>
              <a:gd name="connsiteY23" fmla="*/ 315324 h 1516940"/>
              <a:gd name="connsiteX24" fmla="*/ 976785 w 1424802"/>
              <a:gd name="connsiteY24" fmla="*/ 327048 h 1516940"/>
              <a:gd name="connsiteX25" fmla="*/ 994370 w 1424802"/>
              <a:gd name="connsiteY25" fmla="*/ 350494 h 1516940"/>
              <a:gd name="connsiteX26" fmla="*/ 1035401 w 1424802"/>
              <a:gd name="connsiteY26" fmla="*/ 373940 h 1516940"/>
              <a:gd name="connsiteX27" fmla="*/ 1058847 w 1424802"/>
              <a:gd name="connsiteY27" fmla="*/ 403248 h 1516940"/>
              <a:gd name="connsiteX28" fmla="*/ 1099878 w 1424802"/>
              <a:gd name="connsiteY28" fmla="*/ 438417 h 1516940"/>
              <a:gd name="connsiteX29" fmla="*/ 1129185 w 1424802"/>
              <a:gd name="connsiteY29" fmla="*/ 479448 h 1516940"/>
              <a:gd name="connsiteX30" fmla="*/ 1135047 w 1424802"/>
              <a:gd name="connsiteY30" fmla="*/ 497032 h 1516940"/>
              <a:gd name="connsiteX31" fmla="*/ 1170216 w 1424802"/>
              <a:gd name="connsiteY31" fmla="*/ 538063 h 1516940"/>
              <a:gd name="connsiteX32" fmla="*/ 1187801 w 1424802"/>
              <a:gd name="connsiteY32" fmla="*/ 561509 h 1516940"/>
              <a:gd name="connsiteX33" fmla="*/ 1211247 w 1424802"/>
              <a:gd name="connsiteY33" fmla="*/ 596678 h 1516940"/>
              <a:gd name="connsiteX34" fmla="*/ 1240555 w 1424802"/>
              <a:gd name="connsiteY34" fmla="*/ 637709 h 1516940"/>
              <a:gd name="connsiteX35" fmla="*/ 1264001 w 1424802"/>
              <a:gd name="connsiteY35" fmla="*/ 684601 h 1516940"/>
              <a:gd name="connsiteX36" fmla="*/ 1269862 w 1424802"/>
              <a:gd name="connsiteY36" fmla="*/ 702186 h 1516940"/>
              <a:gd name="connsiteX37" fmla="*/ 1287447 w 1424802"/>
              <a:gd name="connsiteY37" fmla="*/ 731494 h 1516940"/>
              <a:gd name="connsiteX38" fmla="*/ 1299170 w 1424802"/>
              <a:gd name="connsiteY38" fmla="*/ 754940 h 1516940"/>
              <a:gd name="connsiteX39" fmla="*/ 1316755 w 1424802"/>
              <a:gd name="connsiteY39" fmla="*/ 772524 h 1516940"/>
              <a:gd name="connsiteX40" fmla="*/ 1340201 w 1424802"/>
              <a:gd name="connsiteY40" fmla="*/ 813555 h 1516940"/>
              <a:gd name="connsiteX41" fmla="*/ 1351924 w 1424802"/>
              <a:gd name="connsiteY41" fmla="*/ 837001 h 1516940"/>
              <a:gd name="connsiteX42" fmla="*/ 1357785 w 1424802"/>
              <a:gd name="connsiteY42" fmla="*/ 854586 h 1516940"/>
              <a:gd name="connsiteX43" fmla="*/ 1369508 w 1424802"/>
              <a:gd name="connsiteY43" fmla="*/ 872171 h 1516940"/>
              <a:gd name="connsiteX44" fmla="*/ 1381232 w 1424802"/>
              <a:gd name="connsiteY44" fmla="*/ 901478 h 1516940"/>
              <a:gd name="connsiteX45" fmla="*/ 1398816 w 1424802"/>
              <a:gd name="connsiteY45" fmla="*/ 977678 h 1516940"/>
              <a:gd name="connsiteX46" fmla="*/ 1410539 w 1424802"/>
              <a:gd name="connsiteY46" fmla="*/ 1048017 h 1516940"/>
              <a:gd name="connsiteX47" fmla="*/ 1416401 w 1424802"/>
              <a:gd name="connsiteY47" fmla="*/ 1065601 h 1516940"/>
              <a:gd name="connsiteX48" fmla="*/ 1410539 w 1424802"/>
              <a:gd name="connsiteY48" fmla="*/ 1218001 h 1516940"/>
              <a:gd name="connsiteX49" fmla="*/ 1404287 w 1424802"/>
              <a:gd name="connsiteY49" fmla="*/ 1341627 h 1516940"/>
              <a:gd name="connsiteX50" fmla="*/ 1287447 w 1424802"/>
              <a:gd name="connsiteY50" fmla="*/ 1475909 h 1516940"/>
              <a:gd name="connsiteX51" fmla="*/ 1269862 w 1424802"/>
              <a:gd name="connsiteY51" fmla="*/ 1487632 h 1516940"/>
              <a:gd name="connsiteX52" fmla="*/ 1234693 w 1424802"/>
              <a:gd name="connsiteY52" fmla="*/ 1499355 h 1516940"/>
              <a:gd name="connsiteX53" fmla="*/ 1217108 w 1424802"/>
              <a:gd name="connsiteY53" fmla="*/ 1505217 h 1516940"/>
              <a:gd name="connsiteX54" fmla="*/ 1176078 w 1424802"/>
              <a:gd name="connsiteY54" fmla="*/ 1511078 h 1516940"/>
              <a:gd name="connsiteX55" fmla="*/ 1140908 w 1424802"/>
              <a:gd name="connsiteY55" fmla="*/ 1516940 h 1516940"/>
              <a:gd name="connsiteX56" fmla="*/ 900585 w 1424802"/>
              <a:gd name="connsiteY56" fmla="*/ 1511078 h 1516940"/>
              <a:gd name="connsiteX57" fmla="*/ 883001 w 1424802"/>
              <a:gd name="connsiteY57" fmla="*/ 1505217 h 1516940"/>
              <a:gd name="connsiteX58" fmla="*/ 800939 w 1424802"/>
              <a:gd name="connsiteY58" fmla="*/ 1499355 h 1516940"/>
              <a:gd name="connsiteX59" fmla="*/ 630955 w 1424802"/>
              <a:gd name="connsiteY59" fmla="*/ 1493494 h 1516940"/>
              <a:gd name="connsiteX60" fmla="*/ 572339 w 1424802"/>
              <a:gd name="connsiteY60" fmla="*/ 1487632 h 1516940"/>
              <a:gd name="connsiteX61" fmla="*/ 476812 w 1424802"/>
              <a:gd name="connsiteY61" fmla="*/ 1493494 h 1516940"/>
              <a:gd name="connsiteX62" fmla="*/ 155426 w 1424802"/>
              <a:gd name="connsiteY62" fmla="*/ 1464186 h 1516940"/>
              <a:gd name="connsiteX63" fmla="*/ 83418 w 1424802"/>
              <a:gd name="connsiteY63" fmla="*/ 1392178 h 1516940"/>
              <a:gd name="connsiteX64" fmla="*/ 50662 w 1424802"/>
              <a:gd name="connsiteY64" fmla="*/ 1341094 h 1516940"/>
              <a:gd name="connsiteX65" fmla="*/ 33078 w 1424802"/>
              <a:gd name="connsiteY65" fmla="*/ 1323509 h 1516940"/>
              <a:gd name="connsiteX66" fmla="*/ 21355 w 1424802"/>
              <a:gd name="connsiteY66" fmla="*/ 1282478 h 1516940"/>
              <a:gd name="connsiteX67" fmla="*/ 9632 w 1424802"/>
              <a:gd name="connsiteY67" fmla="*/ 1235586 h 1516940"/>
              <a:gd name="connsiteX68" fmla="*/ 9632 w 1424802"/>
              <a:gd name="connsiteY68" fmla="*/ 1036294 h 1516940"/>
              <a:gd name="connsiteX69" fmla="*/ 15493 w 1424802"/>
              <a:gd name="connsiteY69" fmla="*/ 1018709 h 1516940"/>
              <a:gd name="connsiteX70" fmla="*/ 21355 w 1424802"/>
              <a:gd name="connsiteY70" fmla="*/ 965955 h 1516940"/>
              <a:gd name="connsiteX71" fmla="*/ 27216 w 1424802"/>
              <a:gd name="connsiteY71" fmla="*/ 948371 h 1516940"/>
              <a:gd name="connsiteX72" fmla="*/ 33078 w 1424802"/>
              <a:gd name="connsiteY72" fmla="*/ 913201 h 1516940"/>
              <a:gd name="connsiteX73" fmla="*/ 50662 w 1424802"/>
              <a:gd name="connsiteY73" fmla="*/ 872171 h 1516940"/>
              <a:gd name="connsiteX74" fmla="*/ 62385 w 1424802"/>
              <a:gd name="connsiteY74" fmla="*/ 831140 h 1516940"/>
              <a:gd name="connsiteX75" fmla="*/ 74108 w 1424802"/>
              <a:gd name="connsiteY75" fmla="*/ 807694 h 1516940"/>
              <a:gd name="connsiteX76" fmla="*/ 85832 w 1424802"/>
              <a:gd name="connsiteY76" fmla="*/ 766663 h 1516940"/>
              <a:gd name="connsiteX77" fmla="*/ 91693 w 1424802"/>
              <a:gd name="connsiteY77" fmla="*/ 749078 h 1516940"/>
              <a:gd name="connsiteX78" fmla="*/ 97555 w 1424802"/>
              <a:gd name="connsiteY78" fmla="*/ 719771 h 1516940"/>
              <a:gd name="connsiteX79" fmla="*/ 103416 w 1424802"/>
              <a:gd name="connsiteY79" fmla="*/ 702186 h 1516940"/>
              <a:gd name="connsiteX80" fmla="*/ 102366 w 1424802"/>
              <a:gd name="connsiteY80" fmla="*/ 639555 h 1516940"/>
              <a:gd name="connsiteX81" fmla="*/ 83418 w 1424802"/>
              <a:gd name="connsiteY81" fmla="*/ 528082 h 1516940"/>
              <a:gd name="connsiteX82" fmla="*/ 83418 w 1424802"/>
              <a:gd name="connsiteY82" fmla="*/ 384066 h 1516940"/>
              <a:gd name="connsiteX83" fmla="*/ 85832 w 1424802"/>
              <a:gd name="connsiteY83" fmla="*/ 356355 h 1516940"/>
              <a:gd name="connsiteX84" fmla="*/ 79970 w 1424802"/>
              <a:gd name="connsiteY84"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96036 h 1516940"/>
              <a:gd name="connsiteX11" fmla="*/ 731313 w 1424802"/>
              <a:gd name="connsiteY11" fmla="*/ 24009 h 1516940"/>
              <a:gd name="connsiteX12" fmla="*/ 754047 w 1424802"/>
              <a:gd name="connsiteY12" fmla="*/ 151201 h 1516940"/>
              <a:gd name="connsiteX13" fmla="*/ 771632 w 1424802"/>
              <a:gd name="connsiteY13" fmla="*/ 162924 h 1516940"/>
              <a:gd name="connsiteX14" fmla="*/ 789216 w 1424802"/>
              <a:gd name="connsiteY14" fmla="*/ 180509 h 1516940"/>
              <a:gd name="connsiteX15" fmla="*/ 824385 w 1424802"/>
              <a:gd name="connsiteY15" fmla="*/ 192232 h 1516940"/>
              <a:gd name="connsiteX16" fmla="*/ 841970 w 1424802"/>
              <a:gd name="connsiteY16" fmla="*/ 209817 h 1516940"/>
              <a:gd name="connsiteX17" fmla="*/ 847832 w 1424802"/>
              <a:gd name="connsiteY17" fmla="*/ 227401 h 1516940"/>
              <a:gd name="connsiteX18" fmla="*/ 865416 w 1424802"/>
              <a:gd name="connsiteY18" fmla="*/ 233263 h 1516940"/>
              <a:gd name="connsiteX19" fmla="*/ 906447 w 1424802"/>
              <a:gd name="connsiteY19" fmla="*/ 268432 h 1516940"/>
              <a:gd name="connsiteX20" fmla="*/ 918170 w 1424802"/>
              <a:gd name="connsiteY20" fmla="*/ 286017 h 1516940"/>
              <a:gd name="connsiteX21" fmla="*/ 935755 w 1424802"/>
              <a:gd name="connsiteY21" fmla="*/ 297740 h 1516940"/>
              <a:gd name="connsiteX22" fmla="*/ 959201 w 1424802"/>
              <a:gd name="connsiteY22" fmla="*/ 315324 h 1516940"/>
              <a:gd name="connsiteX23" fmla="*/ 976785 w 1424802"/>
              <a:gd name="connsiteY23" fmla="*/ 327048 h 1516940"/>
              <a:gd name="connsiteX24" fmla="*/ 994370 w 1424802"/>
              <a:gd name="connsiteY24" fmla="*/ 350494 h 1516940"/>
              <a:gd name="connsiteX25" fmla="*/ 1035401 w 1424802"/>
              <a:gd name="connsiteY25" fmla="*/ 373940 h 1516940"/>
              <a:gd name="connsiteX26" fmla="*/ 1058847 w 1424802"/>
              <a:gd name="connsiteY26" fmla="*/ 403248 h 1516940"/>
              <a:gd name="connsiteX27" fmla="*/ 1099878 w 1424802"/>
              <a:gd name="connsiteY27" fmla="*/ 438417 h 1516940"/>
              <a:gd name="connsiteX28" fmla="*/ 1129185 w 1424802"/>
              <a:gd name="connsiteY28" fmla="*/ 479448 h 1516940"/>
              <a:gd name="connsiteX29" fmla="*/ 1135047 w 1424802"/>
              <a:gd name="connsiteY29" fmla="*/ 497032 h 1516940"/>
              <a:gd name="connsiteX30" fmla="*/ 1170216 w 1424802"/>
              <a:gd name="connsiteY30" fmla="*/ 538063 h 1516940"/>
              <a:gd name="connsiteX31" fmla="*/ 1187801 w 1424802"/>
              <a:gd name="connsiteY31" fmla="*/ 561509 h 1516940"/>
              <a:gd name="connsiteX32" fmla="*/ 1211247 w 1424802"/>
              <a:gd name="connsiteY32" fmla="*/ 596678 h 1516940"/>
              <a:gd name="connsiteX33" fmla="*/ 1240555 w 1424802"/>
              <a:gd name="connsiteY33" fmla="*/ 637709 h 1516940"/>
              <a:gd name="connsiteX34" fmla="*/ 1264001 w 1424802"/>
              <a:gd name="connsiteY34" fmla="*/ 684601 h 1516940"/>
              <a:gd name="connsiteX35" fmla="*/ 1269862 w 1424802"/>
              <a:gd name="connsiteY35" fmla="*/ 702186 h 1516940"/>
              <a:gd name="connsiteX36" fmla="*/ 1287447 w 1424802"/>
              <a:gd name="connsiteY36" fmla="*/ 731494 h 1516940"/>
              <a:gd name="connsiteX37" fmla="*/ 1299170 w 1424802"/>
              <a:gd name="connsiteY37" fmla="*/ 754940 h 1516940"/>
              <a:gd name="connsiteX38" fmla="*/ 1316755 w 1424802"/>
              <a:gd name="connsiteY38" fmla="*/ 772524 h 1516940"/>
              <a:gd name="connsiteX39" fmla="*/ 1340201 w 1424802"/>
              <a:gd name="connsiteY39" fmla="*/ 813555 h 1516940"/>
              <a:gd name="connsiteX40" fmla="*/ 1351924 w 1424802"/>
              <a:gd name="connsiteY40" fmla="*/ 837001 h 1516940"/>
              <a:gd name="connsiteX41" fmla="*/ 1357785 w 1424802"/>
              <a:gd name="connsiteY41" fmla="*/ 854586 h 1516940"/>
              <a:gd name="connsiteX42" fmla="*/ 1369508 w 1424802"/>
              <a:gd name="connsiteY42" fmla="*/ 872171 h 1516940"/>
              <a:gd name="connsiteX43" fmla="*/ 1381232 w 1424802"/>
              <a:gd name="connsiteY43" fmla="*/ 901478 h 1516940"/>
              <a:gd name="connsiteX44" fmla="*/ 1398816 w 1424802"/>
              <a:gd name="connsiteY44" fmla="*/ 977678 h 1516940"/>
              <a:gd name="connsiteX45" fmla="*/ 1410539 w 1424802"/>
              <a:gd name="connsiteY45" fmla="*/ 1048017 h 1516940"/>
              <a:gd name="connsiteX46" fmla="*/ 1416401 w 1424802"/>
              <a:gd name="connsiteY46" fmla="*/ 1065601 h 1516940"/>
              <a:gd name="connsiteX47" fmla="*/ 1410539 w 1424802"/>
              <a:gd name="connsiteY47" fmla="*/ 1218001 h 1516940"/>
              <a:gd name="connsiteX48" fmla="*/ 1404287 w 1424802"/>
              <a:gd name="connsiteY48" fmla="*/ 1341627 h 1516940"/>
              <a:gd name="connsiteX49" fmla="*/ 1287447 w 1424802"/>
              <a:gd name="connsiteY49" fmla="*/ 1475909 h 1516940"/>
              <a:gd name="connsiteX50" fmla="*/ 1269862 w 1424802"/>
              <a:gd name="connsiteY50" fmla="*/ 1487632 h 1516940"/>
              <a:gd name="connsiteX51" fmla="*/ 1234693 w 1424802"/>
              <a:gd name="connsiteY51" fmla="*/ 1499355 h 1516940"/>
              <a:gd name="connsiteX52" fmla="*/ 1217108 w 1424802"/>
              <a:gd name="connsiteY52" fmla="*/ 1505217 h 1516940"/>
              <a:gd name="connsiteX53" fmla="*/ 1176078 w 1424802"/>
              <a:gd name="connsiteY53" fmla="*/ 1511078 h 1516940"/>
              <a:gd name="connsiteX54" fmla="*/ 1140908 w 1424802"/>
              <a:gd name="connsiteY54" fmla="*/ 1516940 h 1516940"/>
              <a:gd name="connsiteX55" fmla="*/ 900585 w 1424802"/>
              <a:gd name="connsiteY55" fmla="*/ 1511078 h 1516940"/>
              <a:gd name="connsiteX56" fmla="*/ 883001 w 1424802"/>
              <a:gd name="connsiteY56" fmla="*/ 1505217 h 1516940"/>
              <a:gd name="connsiteX57" fmla="*/ 800939 w 1424802"/>
              <a:gd name="connsiteY57" fmla="*/ 1499355 h 1516940"/>
              <a:gd name="connsiteX58" fmla="*/ 630955 w 1424802"/>
              <a:gd name="connsiteY58" fmla="*/ 1493494 h 1516940"/>
              <a:gd name="connsiteX59" fmla="*/ 572339 w 1424802"/>
              <a:gd name="connsiteY59" fmla="*/ 1487632 h 1516940"/>
              <a:gd name="connsiteX60" fmla="*/ 476812 w 1424802"/>
              <a:gd name="connsiteY60" fmla="*/ 1493494 h 1516940"/>
              <a:gd name="connsiteX61" fmla="*/ 155426 w 1424802"/>
              <a:gd name="connsiteY61" fmla="*/ 1464186 h 1516940"/>
              <a:gd name="connsiteX62" fmla="*/ 83418 w 1424802"/>
              <a:gd name="connsiteY62" fmla="*/ 1392178 h 1516940"/>
              <a:gd name="connsiteX63" fmla="*/ 50662 w 1424802"/>
              <a:gd name="connsiteY63" fmla="*/ 1341094 h 1516940"/>
              <a:gd name="connsiteX64" fmla="*/ 33078 w 1424802"/>
              <a:gd name="connsiteY64" fmla="*/ 1323509 h 1516940"/>
              <a:gd name="connsiteX65" fmla="*/ 21355 w 1424802"/>
              <a:gd name="connsiteY65" fmla="*/ 1282478 h 1516940"/>
              <a:gd name="connsiteX66" fmla="*/ 9632 w 1424802"/>
              <a:gd name="connsiteY66" fmla="*/ 1235586 h 1516940"/>
              <a:gd name="connsiteX67" fmla="*/ 9632 w 1424802"/>
              <a:gd name="connsiteY67" fmla="*/ 1036294 h 1516940"/>
              <a:gd name="connsiteX68" fmla="*/ 15493 w 1424802"/>
              <a:gd name="connsiteY68" fmla="*/ 1018709 h 1516940"/>
              <a:gd name="connsiteX69" fmla="*/ 21355 w 1424802"/>
              <a:gd name="connsiteY69" fmla="*/ 965955 h 1516940"/>
              <a:gd name="connsiteX70" fmla="*/ 27216 w 1424802"/>
              <a:gd name="connsiteY70" fmla="*/ 948371 h 1516940"/>
              <a:gd name="connsiteX71" fmla="*/ 33078 w 1424802"/>
              <a:gd name="connsiteY71" fmla="*/ 913201 h 1516940"/>
              <a:gd name="connsiteX72" fmla="*/ 50662 w 1424802"/>
              <a:gd name="connsiteY72" fmla="*/ 872171 h 1516940"/>
              <a:gd name="connsiteX73" fmla="*/ 62385 w 1424802"/>
              <a:gd name="connsiteY73" fmla="*/ 831140 h 1516940"/>
              <a:gd name="connsiteX74" fmla="*/ 74108 w 1424802"/>
              <a:gd name="connsiteY74" fmla="*/ 807694 h 1516940"/>
              <a:gd name="connsiteX75" fmla="*/ 85832 w 1424802"/>
              <a:gd name="connsiteY75" fmla="*/ 766663 h 1516940"/>
              <a:gd name="connsiteX76" fmla="*/ 91693 w 1424802"/>
              <a:gd name="connsiteY76" fmla="*/ 749078 h 1516940"/>
              <a:gd name="connsiteX77" fmla="*/ 97555 w 1424802"/>
              <a:gd name="connsiteY77" fmla="*/ 719771 h 1516940"/>
              <a:gd name="connsiteX78" fmla="*/ 103416 w 1424802"/>
              <a:gd name="connsiteY78" fmla="*/ 702186 h 1516940"/>
              <a:gd name="connsiteX79" fmla="*/ 102366 w 1424802"/>
              <a:gd name="connsiteY79" fmla="*/ 639555 h 1516940"/>
              <a:gd name="connsiteX80" fmla="*/ 83418 w 1424802"/>
              <a:gd name="connsiteY80" fmla="*/ 528082 h 1516940"/>
              <a:gd name="connsiteX81" fmla="*/ 83418 w 1424802"/>
              <a:gd name="connsiteY81" fmla="*/ 384066 h 1516940"/>
              <a:gd name="connsiteX82" fmla="*/ 85832 w 1424802"/>
              <a:gd name="connsiteY82" fmla="*/ 356355 h 1516940"/>
              <a:gd name="connsiteX83" fmla="*/ 79970 w 1424802"/>
              <a:gd name="connsiteY83"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71632 w 1424802"/>
              <a:gd name="connsiteY12" fmla="*/ 162924 h 1516940"/>
              <a:gd name="connsiteX13" fmla="*/ 789216 w 1424802"/>
              <a:gd name="connsiteY13" fmla="*/ 180509 h 1516940"/>
              <a:gd name="connsiteX14" fmla="*/ 824385 w 1424802"/>
              <a:gd name="connsiteY14" fmla="*/ 192232 h 1516940"/>
              <a:gd name="connsiteX15" fmla="*/ 841970 w 1424802"/>
              <a:gd name="connsiteY15" fmla="*/ 209817 h 1516940"/>
              <a:gd name="connsiteX16" fmla="*/ 847832 w 1424802"/>
              <a:gd name="connsiteY16" fmla="*/ 227401 h 1516940"/>
              <a:gd name="connsiteX17" fmla="*/ 865416 w 1424802"/>
              <a:gd name="connsiteY17" fmla="*/ 233263 h 1516940"/>
              <a:gd name="connsiteX18" fmla="*/ 906447 w 1424802"/>
              <a:gd name="connsiteY18" fmla="*/ 268432 h 1516940"/>
              <a:gd name="connsiteX19" fmla="*/ 918170 w 1424802"/>
              <a:gd name="connsiteY19" fmla="*/ 286017 h 1516940"/>
              <a:gd name="connsiteX20" fmla="*/ 935755 w 1424802"/>
              <a:gd name="connsiteY20" fmla="*/ 297740 h 1516940"/>
              <a:gd name="connsiteX21" fmla="*/ 959201 w 1424802"/>
              <a:gd name="connsiteY21" fmla="*/ 315324 h 1516940"/>
              <a:gd name="connsiteX22" fmla="*/ 976785 w 1424802"/>
              <a:gd name="connsiteY22" fmla="*/ 327048 h 1516940"/>
              <a:gd name="connsiteX23" fmla="*/ 994370 w 1424802"/>
              <a:gd name="connsiteY23" fmla="*/ 350494 h 1516940"/>
              <a:gd name="connsiteX24" fmla="*/ 1035401 w 1424802"/>
              <a:gd name="connsiteY24" fmla="*/ 373940 h 1516940"/>
              <a:gd name="connsiteX25" fmla="*/ 1058847 w 1424802"/>
              <a:gd name="connsiteY25" fmla="*/ 403248 h 1516940"/>
              <a:gd name="connsiteX26" fmla="*/ 1099878 w 1424802"/>
              <a:gd name="connsiteY26" fmla="*/ 438417 h 1516940"/>
              <a:gd name="connsiteX27" fmla="*/ 1129185 w 1424802"/>
              <a:gd name="connsiteY27" fmla="*/ 479448 h 1516940"/>
              <a:gd name="connsiteX28" fmla="*/ 1135047 w 1424802"/>
              <a:gd name="connsiteY28" fmla="*/ 497032 h 1516940"/>
              <a:gd name="connsiteX29" fmla="*/ 1170216 w 1424802"/>
              <a:gd name="connsiteY29" fmla="*/ 538063 h 1516940"/>
              <a:gd name="connsiteX30" fmla="*/ 1187801 w 1424802"/>
              <a:gd name="connsiteY30" fmla="*/ 561509 h 1516940"/>
              <a:gd name="connsiteX31" fmla="*/ 1211247 w 1424802"/>
              <a:gd name="connsiteY31" fmla="*/ 596678 h 1516940"/>
              <a:gd name="connsiteX32" fmla="*/ 1240555 w 1424802"/>
              <a:gd name="connsiteY32" fmla="*/ 637709 h 1516940"/>
              <a:gd name="connsiteX33" fmla="*/ 1264001 w 1424802"/>
              <a:gd name="connsiteY33" fmla="*/ 684601 h 1516940"/>
              <a:gd name="connsiteX34" fmla="*/ 1269862 w 1424802"/>
              <a:gd name="connsiteY34" fmla="*/ 702186 h 1516940"/>
              <a:gd name="connsiteX35" fmla="*/ 1287447 w 1424802"/>
              <a:gd name="connsiteY35" fmla="*/ 731494 h 1516940"/>
              <a:gd name="connsiteX36" fmla="*/ 1299170 w 1424802"/>
              <a:gd name="connsiteY36" fmla="*/ 754940 h 1516940"/>
              <a:gd name="connsiteX37" fmla="*/ 1316755 w 1424802"/>
              <a:gd name="connsiteY37" fmla="*/ 772524 h 1516940"/>
              <a:gd name="connsiteX38" fmla="*/ 1340201 w 1424802"/>
              <a:gd name="connsiteY38" fmla="*/ 813555 h 1516940"/>
              <a:gd name="connsiteX39" fmla="*/ 1351924 w 1424802"/>
              <a:gd name="connsiteY39" fmla="*/ 837001 h 1516940"/>
              <a:gd name="connsiteX40" fmla="*/ 1357785 w 1424802"/>
              <a:gd name="connsiteY40" fmla="*/ 854586 h 1516940"/>
              <a:gd name="connsiteX41" fmla="*/ 1369508 w 1424802"/>
              <a:gd name="connsiteY41" fmla="*/ 872171 h 1516940"/>
              <a:gd name="connsiteX42" fmla="*/ 1381232 w 1424802"/>
              <a:gd name="connsiteY42" fmla="*/ 901478 h 1516940"/>
              <a:gd name="connsiteX43" fmla="*/ 1398816 w 1424802"/>
              <a:gd name="connsiteY43" fmla="*/ 977678 h 1516940"/>
              <a:gd name="connsiteX44" fmla="*/ 1410539 w 1424802"/>
              <a:gd name="connsiteY44" fmla="*/ 1048017 h 1516940"/>
              <a:gd name="connsiteX45" fmla="*/ 1416401 w 1424802"/>
              <a:gd name="connsiteY45" fmla="*/ 1065601 h 1516940"/>
              <a:gd name="connsiteX46" fmla="*/ 1410539 w 1424802"/>
              <a:gd name="connsiteY46" fmla="*/ 1218001 h 1516940"/>
              <a:gd name="connsiteX47" fmla="*/ 1404287 w 1424802"/>
              <a:gd name="connsiteY47" fmla="*/ 1341627 h 1516940"/>
              <a:gd name="connsiteX48" fmla="*/ 1287447 w 1424802"/>
              <a:gd name="connsiteY48" fmla="*/ 1475909 h 1516940"/>
              <a:gd name="connsiteX49" fmla="*/ 1269862 w 1424802"/>
              <a:gd name="connsiteY49" fmla="*/ 1487632 h 1516940"/>
              <a:gd name="connsiteX50" fmla="*/ 1234693 w 1424802"/>
              <a:gd name="connsiteY50" fmla="*/ 1499355 h 1516940"/>
              <a:gd name="connsiteX51" fmla="*/ 1217108 w 1424802"/>
              <a:gd name="connsiteY51" fmla="*/ 1505217 h 1516940"/>
              <a:gd name="connsiteX52" fmla="*/ 1176078 w 1424802"/>
              <a:gd name="connsiteY52" fmla="*/ 1511078 h 1516940"/>
              <a:gd name="connsiteX53" fmla="*/ 1140908 w 1424802"/>
              <a:gd name="connsiteY53" fmla="*/ 1516940 h 1516940"/>
              <a:gd name="connsiteX54" fmla="*/ 900585 w 1424802"/>
              <a:gd name="connsiteY54" fmla="*/ 1511078 h 1516940"/>
              <a:gd name="connsiteX55" fmla="*/ 883001 w 1424802"/>
              <a:gd name="connsiteY55" fmla="*/ 1505217 h 1516940"/>
              <a:gd name="connsiteX56" fmla="*/ 800939 w 1424802"/>
              <a:gd name="connsiteY56" fmla="*/ 1499355 h 1516940"/>
              <a:gd name="connsiteX57" fmla="*/ 630955 w 1424802"/>
              <a:gd name="connsiteY57" fmla="*/ 1493494 h 1516940"/>
              <a:gd name="connsiteX58" fmla="*/ 572339 w 1424802"/>
              <a:gd name="connsiteY58" fmla="*/ 1487632 h 1516940"/>
              <a:gd name="connsiteX59" fmla="*/ 476812 w 1424802"/>
              <a:gd name="connsiteY59" fmla="*/ 1493494 h 1516940"/>
              <a:gd name="connsiteX60" fmla="*/ 155426 w 1424802"/>
              <a:gd name="connsiteY60" fmla="*/ 1464186 h 1516940"/>
              <a:gd name="connsiteX61" fmla="*/ 83418 w 1424802"/>
              <a:gd name="connsiteY61" fmla="*/ 1392178 h 1516940"/>
              <a:gd name="connsiteX62" fmla="*/ 50662 w 1424802"/>
              <a:gd name="connsiteY62" fmla="*/ 1341094 h 1516940"/>
              <a:gd name="connsiteX63" fmla="*/ 33078 w 1424802"/>
              <a:gd name="connsiteY63" fmla="*/ 1323509 h 1516940"/>
              <a:gd name="connsiteX64" fmla="*/ 21355 w 1424802"/>
              <a:gd name="connsiteY64" fmla="*/ 1282478 h 1516940"/>
              <a:gd name="connsiteX65" fmla="*/ 9632 w 1424802"/>
              <a:gd name="connsiteY65" fmla="*/ 1235586 h 1516940"/>
              <a:gd name="connsiteX66" fmla="*/ 9632 w 1424802"/>
              <a:gd name="connsiteY66" fmla="*/ 1036294 h 1516940"/>
              <a:gd name="connsiteX67" fmla="*/ 15493 w 1424802"/>
              <a:gd name="connsiteY67" fmla="*/ 1018709 h 1516940"/>
              <a:gd name="connsiteX68" fmla="*/ 21355 w 1424802"/>
              <a:gd name="connsiteY68" fmla="*/ 965955 h 1516940"/>
              <a:gd name="connsiteX69" fmla="*/ 27216 w 1424802"/>
              <a:gd name="connsiteY69" fmla="*/ 948371 h 1516940"/>
              <a:gd name="connsiteX70" fmla="*/ 33078 w 1424802"/>
              <a:gd name="connsiteY70" fmla="*/ 913201 h 1516940"/>
              <a:gd name="connsiteX71" fmla="*/ 50662 w 1424802"/>
              <a:gd name="connsiteY71" fmla="*/ 872171 h 1516940"/>
              <a:gd name="connsiteX72" fmla="*/ 62385 w 1424802"/>
              <a:gd name="connsiteY72" fmla="*/ 831140 h 1516940"/>
              <a:gd name="connsiteX73" fmla="*/ 74108 w 1424802"/>
              <a:gd name="connsiteY73" fmla="*/ 807694 h 1516940"/>
              <a:gd name="connsiteX74" fmla="*/ 85832 w 1424802"/>
              <a:gd name="connsiteY74" fmla="*/ 766663 h 1516940"/>
              <a:gd name="connsiteX75" fmla="*/ 91693 w 1424802"/>
              <a:gd name="connsiteY75" fmla="*/ 749078 h 1516940"/>
              <a:gd name="connsiteX76" fmla="*/ 97555 w 1424802"/>
              <a:gd name="connsiteY76" fmla="*/ 719771 h 1516940"/>
              <a:gd name="connsiteX77" fmla="*/ 103416 w 1424802"/>
              <a:gd name="connsiteY77" fmla="*/ 702186 h 1516940"/>
              <a:gd name="connsiteX78" fmla="*/ 102366 w 1424802"/>
              <a:gd name="connsiteY78" fmla="*/ 639555 h 1516940"/>
              <a:gd name="connsiteX79" fmla="*/ 83418 w 1424802"/>
              <a:gd name="connsiteY79" fmla="*/ 528082 h 1516940"/>
              <a:gd name="connsiteX80" fmla="*/ 83418 w 1424802"/>
              <a:gd name="connsiteY80" fmla="*/ 384066 h 1516940"/>
              <a:gd name="connsiteX81" fmla="*/ 85832 w 1424802"/>
              <a:gd name="connsiteY81" fmla="*/ 356355 h 1516940"/>
              <a:gd name="connsiteX82" fmla="*/ 79970 w 1424802"/>
              <a:gd name="connsiteY82"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89216 w 1424802"/>
              <a:gd name="connsiteY12" fmla="*/ 180509 h 1516940"/>
              <a:gd name="connsiteX13" fmla="*/ 824385 w 1424802"/>
              <a:gd name="connsiteY13" fmla="*/ 192232 h 1516940"/>
              <a:gd name="connsiteX14" fmla="*/ 841970 w 1424802"/>
              <a:gd name="connsiteY14" fmla="*/ 209817 h 1516940"/>
              <a:gd name="connsiteX15" fmla="*/ 847832 w 1424802"/>
              <a:gd name="connsiteY15" fmla="*/ 227401 h 1516940"/>
              <a:gd name="connsiteX16" fmla="*/ 865416 w 1424802"/>
              <a:gd name="connsiteY16" fmla="*/ 233263 h 1516940"/>
              <a:gd name="connsiteX17" fmla="*/ 906447 w 1424802"/>
              <a:gd name="connsiteY17" fmla="*/ 268432 h 1516940"/>
              <a:gd name="connsiteX18" fmla="*/ 918170 w 1424802"/>
              <a:gd name="connsiteY18" fmla="*/ 286017 h 1516940"/>
              <a:gd name="connsiteX19" fmla="*/ 935755 w 1424802"/>
              <a:gd name="connsiteY19" fmla="*/ 297740 h 1516940"/>
              <a:gd name="connsiteX20" fmla="*/ 959201 w 1424802"/>
              <a:gd name="connsiteY20" fmla="*/ 315324 h 1516940"/>
              <a:gd name="connsiteX21" fmla="*/ 976785 w 1424802"/>
              <a:gd name="connsiteY21" fmla="*/ 327048 h 1516940"/>
              <a:gd name="connsiteX22" fmla="*/ 994370 w 1424802"/>
              <a:gd name="connsiteY22" fmla="*/ 350494 h 1516940"/>
              <a:gd name="connsiteX23" fmla="*/ 1035401 w 1424802"/>
              <a:gd name="connsiteY23" fmla="*/ 373940 h 1516940"/>
              <a:gd name="connsiteX24" fmla="*/ 1058847 w 1424802"/>
              <a:gd name="connsiteY24" fmla="*/ 403248 h 1516940"/>
              <a:gd name="connsiteX25" fmla="*/ 1099878 w 1424802"/>
              <a:gd name="connsiteY25" fmla="*/ 438417 h 1516940"/>
              <a:gd name="connsiteX26" fmla="*/ 1129185 w 1424802"/>
              <a:gd name="connsiteY26" fmla="*/ 479448 h 1516940"/>
              <a:gd name="connsiteX27" fmla="*/ 1135047 w 1424802"/>
              <a:gd name="connsiteY27" fmla="*/ 497032 h 1516940"/>
              <a:gd name="connsiteX28" fmla="*/ 1170216 w 1424802"/>
              <a:gd name="connsiteY28" fmla="*/ 538063 h 1516940"/>
              <a:gd name="connsiteX29" fmla="*/ 1187801 w 1424802"/>
              <a:gd name="connsiteY29" fmla="*/ 561509 h 1516940"/>
              <a:gd name="connsiteX30" fmla="*/ 1211247 w 1424802"/>
              <a:gd name="connsiteY30" fmla="*/ 596678 h 1516940"/>
              <a:gd name="connsiteX31" fmla="*/ 1240555 w 1424802"/>
              <a:gd name="connsiteY31" fmla="*/ 637709 h 1516940"/>
              <a:gd name="connsiteX32" fmla="*/ 1264001 w 1424802"/>
              <a:gd name="connsiteY32" fmla="*/ 684601 h 1516940"/>
              <a:gd name="connsiteX33" fmla="*/ 1269862 w 1424802"/>
              <a:gd name="connsiteY33" fmla="*/ 702186 h 1516940"/>
              <a:gd name="connsiteX34" fmla="*/ 1287447 w 1424802"/>
              <a:gd name="connsiteY34" fmla="*/ 731494 h 1516940"/>
              <a:gd name="connsiteX35" fmla="*/ 1299170 w 1424802"/>
              <a:gd name="connsiteY35" fmla="*/ 754940 h 1516940"/>
              <a:gd name="connsiteX36" fmla="*/ 1316755 w 1424802"/>
              <a:gd name="connsiteY36" fmla="*/ 772524 h 1516940"/>
              <a:gd name="connsiteX37" fmla="*/ 1340201 w 1424802"/>
              <a:gd name="connsiteY37" fmla="*/ 813555 h 1516940"/>
              <a:gd name="connsiteX38" fmla="*/ 1351924 w 1424802"/>
              <a:gd name="connsiteY38" fmla="*/ 837001 h 1516940"/>
              <a:gd name="connsiteX39" fmla="*/ 1357785 w 1424802"/>
              <a:gd name="connsiteY39" fmla="*/ 854586 h 1516940"/>
              <a:gd name="connsiteX40" fmla="*/ 1369508 w 1424802"/>
              <a:gd name="connsiteY40" fmla="*/ 872171 h 1516940"/>
              <a:gd name="connsiteX41" fmla="*/ 1381232 w 1424802"/>
              <a:gd name="connsiteY41" fmla="*/ 901478 h 1516940"/>
              <a:gd name="connsiteX42" fmla="*/ 1398816 w 1424802"/>
              <a:gd name="connsiteY42" fmla="*/ 977678 h 1516940"/>
              <a:gd name="connsiteX43" fmla="*/ 1410539 w 1424802"/>
              <a:gd name="connsiteY43" fmla="*/ 1048017 h 1516940"/>
              <a:gd name="connsiteX44" fmla="*/ 1416401 w 1424802"/>
              <a:gd name="connsiteY44" fmla="*/ 1065601 h 1516940"/>
              <a:gd name="connsiteX45" fmla="*/ 1410539 w 1424802"/>
              <a:gd name="connsiteY45" fmla="*/ 1218001 h 1516940"/>
              <a:gd name="connsiteX46" fmla="*/ 1404287 w 1424802"/>
              <a:gd name="connsiteY46" fmla="*/ 1341627 h 1516940"/>
              <a:gd name="connsiteX47" fmla="*/ 1287447 w 1424802"/>
              <a:gd name="connsiteY47" fmla="*/ 1475909 h 1516940"/>
              <a:gd name="connsiteX48" fmla="*/ 1269862 w 1424802"/>
              <a:gd name="connsiteY48" fmla="*/ 1487632 h 1516940"/>
              <a:gd name="connsiteX49" fmla="*/ 1234693 w 1424802"/>
              <a:gd name="connsiteY49" fmla="*/ 1499355 h 1516940"/>
              <a:gd name="connsiteX50" fmla="*/ 1217108 w 1424802"/>
              <a:gd name="connsiteY50" fmla="*/ 1505217 h 1516940"/>
              <a:gd name="connsiteX51" fmla="*/ 1176078 w 1424802"/>
              <a:gd name="connsiteY51" fmla="*/ 1511078 h 1516940"/>
              <a:gd name="connsiteX52" fmla="*/ 1140908 w 1424802"/>
              <a:gd name="connsiteY52" fmla="*/ 1516940 h 1516940"/>
              <a:gd name="connsiteX53" fmla="*/ 900585 w 1424802"/>
              <a:gd name="connsiteY53" fmla="*/ 1511078 h 1516940"/>
              <a:gd name="connsiteX54" fmla="*/ 883001 w 1424802"/>
              <a:gd name="connsiteY54" fmla="*/ 1505217 h 1516940"/>
              <a:gd name="connsiteX55" fmla="*/ 800939 w 1424802"/>
              <a:gd name="connsiteY55" fmla="*/ 1499355 h 1516940"/>
              <a:gd name="connsiteX56" fmla="*/ 630955 w 1424802"/>
              <a:gd name="connsiteY56" fmla="*/ 1493494 h 1516940"/>
              <a:gd name="connsiteX57" fmla="*/ 572339 w 1424802"/>
              <a:gd name="connsiteY57" fmla="*/ 1487632 h 1516940"/>
              <a:gd name="connsiteX58" fmla="*/ 476812 w 1424802"/>
              <a:gd name="connsiteY58" fmla="*/ 1493494 h 1516940"/>
              <a:gd name="connsiteX59" fmla="*/ 155426 w 1424802"/>
              <a:gd name="connsiteY59" fmla="*/ 1464186 h 1516940"/>
              <a:gd name="connsiteX60" fmla="*/ 83418 w 1424802"/>
              <a:gd name="connsiteY60" fmla="*/ 1392178 h 1516940"/>
              <a:gd name="connsiteX61" fmla="*/ 50662 w 1424802"/>
              <a:gd name="connsiteY61" fmla="*/ 1341094 h 1516940"/>
              <a:gd name="connsiteX62" fmla="*/ 33078 w 1424802"/>
              <a:gd name="connsiteY62" fmla="*/ 1323509 h 1516940"/>
              <a:gd name="connsiteX63" fmla="*/ 21355 w 1424802"/>
              <a:gd name="connsiteY63" fmla="*/ 1282478 h 1516940"/>
              <a:gd name="connsiteX64" fmla="*/ 9632 w 1424802"/>
              <a:gd name="connsiteY64" fmla="*/ 1235586 h 1516940"/>
              <a:gd name="connsiteX65" fmla="*/ 9632 w 1424802"/>
              <a:gd name="connsiteY65" fmla="*/ 1036294 h 1516940"/>
              <a:gd name="connsiteX66" fmla="*/ 15493 w 1424802"/>
              <a:gd name="connsiteY66" fmla="*/ 1018709 h 1516940"/>
              <a:gd name="connsiteX67" fmla="*/ 21355 w 1424802"/>
              <a:gd name="connsiteY67" fmla="*/ 965955 h 1516940"/>
              <a:gd name="connsiteX68" fmla="*/ 27216 w 1424802"/>
              <a:gd name="connsiteY68" fmla="*/ 948371 h 1516940"/>
              <a:gd name="connsiteX69" fmla="*/ 33078 w 1424802"/>
              <a:gd name="connsiteY69" fmla="*/ 913201 h 1516940"/>
              <a:gd name="connsiteX70" fmla="*/ 50662 w 1424802"/>
              <a:gd name="connsiteY70" fmla="*/ 872171 h 1516940"/>
              <a:gd name="connsiteX71" fmla="*/ 62385 w 1424802"/>
              <a:gd name="connsiteY71" fmla="*/ 831140 h 1516940"/>
              <a:gd name="connsiteX72" fmla="*/ 74108 w 1424802"/>
              <a:gd name="connsiteY72" fmla="*/ 807694 h 1516940"/>
              <a:gd name="connsiteX73" fmla="*/ 85832 w 1424802"/>
              <a:gd name="connsiteY73" fmla="*/ 766663 h 1516940"/>
              <a:gd name="connsiteX74" fmla="*/ 91693 w 1424802"/>
              <a:gd name="connsiteY74" fmla="*/ 749078 h 1516940"/>
              <a:gd name="connsiteX75" fmla="*/ 97555 w 1424802"/>
              <a:gd name="connsiteY75" fmla="*/ 719771 h 1516940"/>
              <a:gd name="connsiteX76" fmla="*/ 103416 w 1424802"/>
              <a:gd name="connsiteY76" fmla="*/ 702186 h 1516940"/>
              <a:gd name="connsiteX77" fmla="*/ 102366 w 1424802"/>
              <a:gd name="connsiteY77" fmla="*/ 639555 h 1516940"/>
              <a:gd name="connsiteX78" fmla="*/ 83418 w 1424802"/>
              <a:gd name="connsiteY78" fmla="*/ 528082 h 1516940"/>
              <a:gd name="connsiteX79" fmla="*/ 83418 w 1424802"/>
              <a:gd name="connsiteY79" fmla="*/ 384066 h 1516940"/>
              <a:gd name="connsiteX80" fmla="*/ 85832 w 1424802"/>
              <a:gd name="connsiteY80" fmla="*/ 356355 h 1516940"/>
              <a:gd name="connsiteX81" fmla="*/ 79970 w 1424802"/>
              <a:gd name="connsiteY81"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89216 w 1424802"/>
              <a:gd name="connsiteY11" fmla="*/ 180509 h 1516940"/>
              <a:gd name="connsiteX12" fmla="*/ 824385 w 1424802"/>
              <a:gd name="connsiteY12" fmla="*/ 192232 h 1516940"/>
              <a:gd name="connsiteX13" fmla="*/ 841970 w 1424802"/>
              <a:gd name="connsiteY13" fmla="*/ 209817 h 1516940"/>
              <a:gd name="connsiteX14" fmla="*/ 847832 w 1424802"/>
              <a:gd name="connsiteY14" fmla="*/ 227401 h 1516940"/>
              <a:gd name="connsiteX15" fmla="*/ 865416 w 1424802"/>
              <a:gd name="connsiteY15" fmla="*/ 233263 h 1516940"/>
              <a:gd name="connsiteX16" fmla="*/ 906447 w 1424802"/>
              <a:gd name="connsiteY16" fmla="*/ 268432 h 1516940"/>
              <a:gd name="connsiteX17" fmla="*/ 918170 w 1424802"/>
              <a:gd name="connsiteY17" fmla="*/ 286017 h 1516940"/>
              <a:gd name="connsiteX18" fmla="*/ 935755 w 1424802"/>
              <a:gd name="connsiteY18" fmla="*/ 297740 h 1516940"/>
              <a:gd name="connsiteX19" fmla="*/ 959201 w 1424802"/>
              <a:gd name="connsiteY19" fmla="*/ 315324 h 1516940"/>
              <a:gd name="connsiteX20" fmla="*/ 976785 w 1424802"/>
              <a:gd name="connsiteY20" fmla="*/ 327048 h 1516940"/>
              <a:gd name="connsiteX21" fmla="*/ 994370 w 1424802"/>
              <a:gd name="connsiteY21" fmla="*/ 350494 h 1516940"/>
              <a:gd name="connsiteX22" fmla="*/ 1035401 w 1424802"/>
              <a:gd name="connsiteY22" fmla="*/ 373940 h 1516940"/>
              <a:gd name="connsiteX23" fmla="*/ 1058847 w 1424802"/>
              <a:gd name="connsiteY23" fmla="*/ 403248 h 1516940"/>
              <a:gd name="connsiteX24" fmla="*/ 1099878 w 1424802"/>
              <a:gd name="connsiteY24" fmla="*/ 438417 h 1516940"/>
              <a:gd name="connsiteX25" fmla="*/ 1129185 w 1424802"/>
              <a:gd name="connsiteY25" fmla="*/ 479448 h 1516940"/>
              <a:gd name="connsiteX26" fmla="*/ 1135047 w 1424802"/>
              <a:gd name="connsiteY26" fmla="*/ 497032 h 1516940"/>
              <a:gd name="connsiteX27" fmla="*/ 1170216 w 1424802"/>
              <a:gd name="connsiteY27" fmla="*/ 538063 h 1516940"/>
              <a:gd name="connsiteX28" fmla="*/ 1187801 w 1424802"/>
              <a:gd name="connsiteY28" fmla="*/ 561509 h 1516940"/>
              <a:gd name="connsiteX29" fmla="*/ 1211247 w 1424802"/>
              <a:gd name="connsiteY29" fmla="*/ 596678 h 1516940"/>
              <a:gd name="connsiteX30" fmla="*/ 1240555 w 1424802"/>
              <a:gd name="connsiteY30" fmla="*/ 637709 h 1516940"/>
              <a:gd name="connsiteX31" fmla="*/ 1264001 w 1424802"/>
              <a:gd name="connsiteY31" fmla="*/ 684601 h 1516940"/>
              <a:gd name="connsiteX32" fmla="*/ 1269862 w 1424802"/>
              <a:gd name="connsiteY32" fmla="*/ 702186 h 1516940"/>
              <a:gd name="connsiteX33" fmla="*/ 1287447 w 1424802"/>
              <a:gd name="connsiteY33" fmla="*/ 731494 h 1516940"/>
              <a:gd name="connsiteX34" fmla="*/ 1299170 w 1424802"/>
              <a:gd name="connsiteY34" fmla="*/ 754940 h 1516940"/>
              <a:gd name="connsiteX35" fmla="*/ 1316755 w 1424802"/>
              <a:gd name="connsiteY35" fmla="*/ 772524 h 1516940"/>
              <a:gd name="connsiteX36" fmla="*/ 1340201 w 1424802"/>
              <a:gd name="connsiteY36" fmla="*/ 813555 h 1516940"/>
              <a:gd name="connsiteX37" fmla="*/ 1351924 w 1424802"/>
              <a:gd name="connsiteY37" fmla="*/ 837001 h 1516940"/>
              <a:gd name="connsiteX38" fmla="*/ 1357785 w 1424802"/>
              <a:gd name="connsiteY38" fmla="*/ 854586 h 1516940"/>
              <a:gd name="connsiteX39" fmla="*/ 1369508 w 1424802"/>
              <a:gd name="connsiteY39" fmla="*/ 872171 h 1516940"/>
              <a:gd name="connsiteX40" fmla="*/ 1381232 w 1424802"/>
              <a:gd name="connsiteY40" fmla="*/ 901478 h 1516940"/>
              <a:gd name="connsiteX41" fmla="*/ 1398816 w 1424802"/>
              <a:gd name="connsiteY41" fmla="*/ 977678 h 1516940"/>
              <a:gd name="connsiteX42" fmla="*/ 1410539 w 1424802"/>
              <a:gd name="connsiteY42" fmla="*/ 1048017 h 1516940"/>
              <a:gd name="connsiteX43" fmla="*/ 1416401 w 1424802"/>
              <a:gd name="connsiteY43" fmla="*/ 1065601 h 1516940"/>
              <a:gd name="connsiteX44" fmla="*/ 1410539 w 1424802"/>
              <a:gd name="connsiteY44" fmla="*/ 1218001 h 1516940"/>
              <a:gd name="connsiteX45" fmla="*/ 1404287 w 1424802"/>
              <a:gd name="connsiteY45" fmla="*/ 1341627 h 1516940"/>
              <a:gd name="connsiteX46" fmla="*/ 1287447 w 1424802"/>
              <a:gd name="connsiteY46" fmla="*/ 1475909 h 1516940"/>
              <a:gd name="connsiteX47" fmla="*/ 1269862 w 1424802"/>
              <a:gd name="connsiteY47" fmla="*/ 1487632 h 1516940"/>
              <a:gd name="connsiteX48" fmla="*/ 1234693 w 1424802"/>
              <a:gd name="connsiteY48" fmla="*/ 1499355 h 1516940"/>
              <a:gd name="connsiteX49" fmla="*/ 1217108 w 1424802"/>
              <a:gd name="connsiteY49" fmla="*/ 1505217 h 1516940"/>
              <a:gd name="connsiteX50" fmla="*/ 1176078 w 1424802"/>
              <a:gd name="connsiteY50" fmla="*/ 1511078 h 1516940"/>
              <a:gd name="connsiteX51" fmla="*/ 1140908 w 1424802"/>
              <a:gd name="connsiteY51" fmla="*/ 1516940 h 1516940"/>
              <a:gd name="connsiteX52" fmla="*/ 900585 w 1424802"/>
              <a:gd name="connsiteY52" fmla="*/ 1511078 h 1516940"/>
              <a:gd name="connsiteX53" fmla="*/ 883001 w 1424802"/>
              <a:gd name="connsiteY53" fmla="*/ 1505217 h 1516940"/>
              <a:gd name="connsiteX54" fmla="*/ 800939 w 1424802"/>
              <a:gd name="connsiteY54" fmla="*/ 1499355 h 1516940"/>
              <a:gd name="connsiteX55" fmla="*/ 630955 w 1424802"/>
              <a:gd name="connsiteY55" fmla="*/ 1493494 h 1516940"/>
              <a:gd name="connsiteX56" fmla="*/ 572339 w 1424802"/>
              <a:gd name="connsiteY56" fmla="*/ 1487632 h 1516940"/>
              <a:gd name="connsiteX57" fmla="*/ 476812 w 1424802"/>
              <a:gd name="connsiteY57" fmla="*/ 1493494 h 1516940"/>
              <a:gd name="connsiteX58" fmla="*/ 155426 w 1424802"/>
              <a:gd name="connsiteY58" fmla="*/ 1464186 h 1516940"/>
              <a:gd name="connsiteX59" fmla="*/ 83418 w 1424802"/>
              <a:gd name="connsiteY59" fmla="*/ 1392178 h 1516940"/>
              <a:gd name="connsiteX60" fmla="*/ 50662 w 1424802"/>
              <a:gd name="connsiteY60" fmla="*/ 1341094 h 1516940"/>
              <a:gd name="connsiteX61" fmla="*/ 33078 w 1424802"/>
              <a:gd name="connsiteY61" fmla="*/ 1323509 h 1516940"/>
              <a:gd name="connsiteX62" fmla="*/ 21355 w 1424802"/>
              <a:gd name="connsiteY62" fmla="*/ 1282478 h 1516940"/>
              <a:gd name="connsiteX63" fmla="*/ 9632 w 1424802"/>
              <a:gd name="connsiteY63" fmla="*/ 1235586 h 1516940"/>
              <a:gd name="connsiteX64" fmla="*/ 9632 w 1424802"/>
              <a:gd name="connsiteY64" fmla="*/ 1036294 h 1516940"/>
              <a:gd name="connsiteX65" fmla="*/ 15493 w 1424802"/>
              <a:gd name="connsiteY65" fmla="*/ 1018709 h 1516940"/>
              <a:gd name="connsiteX66" fmla="*/ 21355 w 1424802"/>
              <a:gd name="connsiteY66" fmla="*/ 965955 h 1516940"/>
              <a:gd name="connsiteX67" fmla="*/ 27216 w 1424802"/>
              <a:gd name="connsiteY67" fmla="*/ 948371 h 1516940"/>
              <a:gd name="connsiteX68" fmla="*/ 33078 w 1424802"/>
              <a:gd name="connsiteY68" fmla="*/ 913201 h 1516940"/>
              <a:gd name="connsiteX69" fmla="*/ 50662 w 1424802"/>
              <a:gd name="connsiteY69" fmla="*/ 872171 h 1516940"/>
              <a:gd name="connsiteX70" fmla="*/ 62385 w 1424802"/>
              <a:gd name="connsiteY70" fmla="*/ 831140 h 1516940"/>
              <a:gd name="connsiteX71" fmla="*/ 74108 w 1424802"/>
              <a:gd name="connsiteY71" fmla="*/ 807694 h 1516940"/>
              <a:gd name="connsiteX72" fmla="*/ 85832 w 1424802"/>
              <a:gd name="connsiteY72" fmla="*/ 766663 h 1516940"/>
              <a:gd name="connsiteX73" fmla="*/ 91693 w 1424802"/>
              <a:gd name="connsiteY73" fmla="*/ 749078 h 1516940"/>
              <a:gd name="connsiteX74" fmla="*/ 97555 w 1424802"/>
              <a:gd name="connsiteY74" fmla="*/ 719771 h 1516940"/>
              <a:gd name="connsiteX75" fmla="*/ 103416 w 1424802"/>
              <a:gd name="connsiteY75" fmla="*/ 702186 h 1516940"/>
              <a:gd name="connsiteX76" fmla="*/ 102366 w 1424802"/>
              <a:gd name="connsiteY76" fmla="*/ 639555 h 1516940"/>
              <a:gd name="connsiteX77" fmla="*/ 83418 w 1424802"/>
              <a:gd name="connsiteY77" fmla="*/ 528082 h 1516940"/>
              <a:gd name="connsiteX78" fmla="*/ 83418 w 1424802"/>
              <a:gd name="connsiteY78" fmla="*/ 384066 h 1516940"/>
              <a:gd name="connsiteX79" fmla="*/ 85832 w 1424802"/>
              <a:gd name="connsiteY79" fmla="*/ 356355 h 1516940"/>
              <a:gd name="connsiteX80" fmla="*/ 79970 w 1424802"/>
              <a:gd name="connsiteY80"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9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2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79970 w 1424802"/>
              <a:gd name="connsiteY78" fmla="*/ 461524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34270 w 1424802"/>
              <a:gd name="connsiteY78"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34270 w 1424802"/>
              <a:gd name="connsiteY77"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51506 w 1424802"/>
              <a:gd name="connsiteY6" fmla="*/ 58629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240555 w 1424802"/>
              <a:gd name="connsiteY27" fmla="*/ 770815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379755 w 1424802"/>
              <a:gd name="connsiteY40" fmla="*/ 1237514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379755 w 1424802"/>
              <a:gd name="connsiteY39" fmla="*/ 1237514 h 1650046"/>
              <a:gd name="connsiteX40" fmla="*/ 1410539 w 1424802"/>
              <a:gd name="connsiteY40" fmla="*/ 1351107 h 1650046"/>
              <a:gd name="connsiteX41" fmla="*/ 1404287 w 1424802"/>
              <a:gd name="connsiteY41" fmla="*/ 1474733 h 1650046"/>
              <a:gd name="connsiteX42" fmla="*/ 1287447 w 1424802"/>
              <a:gd name="connsiteY42" fmla="*/ 1609015 h 1650046"/>
              <a:gd name="connsiteX43" fmla="*/ 1269862 w 1424802"/>
              <a:gd name="connsiteY43" fmla="*/ 1620738 h 1650046"/>
              <a:gd name="connsiteX44" fmla="*/ 1234693 w 1424802"/>
              <a:gd name="connsiteY44" fmla="*/ 1632461 h 1650046"/>
              <a:gd name="connsiteX45" fmla="*/ 1217108 w 1424802"/>
              <a:gd name="connsiteY45" fmla="*/ 1638323 h 1650046"/>
              <a:gd name="connsiteX46" fmla="*/ 1176078 w 1424802"/>
              <a:gd name="connsiteY46" fmla="*/ 1644184 h 1650046"/>
              <a:gd name="connsiteX47" fmla="*/ 1140908 w 1424802"/>
              <a:gd name="connsiteY47" fmla="*/ 1650046 h 1650046"/>
              <a:gd name="connsiteX48" fmla="*/ 900585 w 1424802"/>
              <a:gd name="connsiteY48" fmla="*/ 1644184 h 1650046"/>
              <a:gd name="connsiteX49" fmla="*/ 883001 w 1424802"/>
              <a:gd name="connsiteY49" fmla="*/ 1638323 h 1650046"/>
              <a:gd name="connsiteX50" fmla="*/ 800939 w 1424802"/>
              <a:gd name="connsiteY50" fmla="*/ 1632461 h 1650046"/>
              <a:gd name="connsiteX51" fmla="*/ 630955 w 1424802"/>
              <a:gd name="connsiteY51" fmla="*/ 1626600 h 1650046"/>
              <a:gd name="connsiteX52" fmla="*/ 572339 w 1424802"/>
              <a:gd name="connsiteY52" fmla="*/ 1620738 h 1650046"/>
              <a:gd name="connsiteX53" fmla="*/ 476812 w 1424802"/>
              <a:gd name="connsiteY53" fmla="*/ 1626600 h 1650046"/>
              <a:gd name="connsiteX54" fmla="*/ 155426 w 1424802"/>
              <a:gd name="connsiteY54" fmla="*/ 1597292 h 1650046"/>
              <a:gd name="connsiteX55" fmla="*/ 83418 w 1424802"/>
              <a:gd name="connsiteY55" fmla="*/ 1525284 h 1650046"/>
              <a:gd name="connsiteX56" fmla="*/ 50662 w 1424802"/>
              <a:gd name="connsiteY56" fmla="*/ 1474200 h 1650046"/>
              <a:gd name="connsiteX57" fmla="*/ 33078 w 1424802"/>
              <a:gd name="connsiteY57" fmla="*/ 1456615 h 1650046"/>
              <a:gd name="connsiteX58" fmla="*/ 21355 w 1424802"/>
              <a:gd name="connsiteY58" fmla="*/ 1415584 h 1650046"/>
              <a:gd name="connsiteX59" fmla="*/ 9632 w 1424802"/>
              <a:gd name="connsiteY59" fmla="*/ 1368692 h 1650046"/>
              <a:gd name="connsiteX60" fmla="*/ 9632 w 1424802"/>
              <a:gd name="connsiteY60" fmla="*/ 1169400 h 1650046"/>
              <a:gd name="connsiteX61" fmla="*/ 15493 w 1424802"/>
              <a:gd name="connsiteY61" fmla="*/ 1151815 h 1650046"/>
              <a:gd name="connsiteX62" fmla="*/ 21355 w 1424802"/>
              <a:gd name="connsiteY62" fmla="*/ 1099061 h 1650046"/>
              <a:gd name="connsiteX63" fmla="*/ 27216 w 1424802"/>
              <a:gd name="connsiteY63" fmla="*/ 1081477 h 1650046"/>
              <a:gd name="connsiteX64" fmla="*/ 33078 w 1424802"/>
              <a:gd name="connsiteY64" fmla="*/ 1046307 h 1650046"/>
              <a:gd name="connsiteX65" fmla="*/ 50662 w 1424802"/>
              <a:gd name="connsiteY65" fmla="*/ 1005277 h 1650046"/>
              <a:gd name="connsiteX66" fmla="*/ 62385 w 1424802"/>
              <a:gd name="connsiteY66" fmla="*/ 964246 h 1650046"/>
              <a:gd name="connsiteX67" fmla="*/ 74108 w 1424802"/>
              <a:gd name="connsiteY67" fmla="*/ 940800 h 1650046"/>
              <a:gd name="connsiteX68" fmla="*/ 85832 w 1424802"/>
              <a:gd name="connsiteY68" fmla="*/ 899769 h 1650046"/>
              <a:gd name="connsiteX69" fmla="*/ 91693 w 1424802"/>
              <a:gd name="connsiteY69" fmla="*/ 882184 h 1650046"/>
              <a:gd name="connsiteX70" fmla="*/ 97555 w 1424802"/>
              <a:gd name="connsiteY70" fmla="*/ 852877 h 1650046"/>
              <a:gd name="connsiteX71" fmla="*/ 103416 w 1424802"/>
              <a:gd name="connsiteY71" fmla="*/ 835292 h 1650046"/>
              <a:gd name="connsiteX72" fmla="*/ 102366 w 1424802"/>
              <a:gd name="connsiteY72" fmla="*/ 772661 h 1650046"/>
              <a:gd name="connsiteX73" fmla="*/ 83418 w 1424802"/>
              <a:gd name="connsiteY73" fmla="*/ 661188 h 1650046"/>
              <a:gd name="connsiteX74" fmla="*/ 34270 w 1424802"/>
              <a:gd name="connsiteY7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07706 w 1424802"/>
              <a:gd name="connsiteY36" fmla="*/ 1093461 h 1650046"/>
              <a:gd name="connsiteX37" fmla="*/ 1353869 w 1424802"/>
              <a:gd name="connsiteY37" fmla="*/ 1173135 h 1650046"/>
              <a:gd name="connsiteX38" fmla="*/ 1379755 w 1424802"/>
              <a:gd name="connsiteY38" fmla="*/ 1237514 h 1650046"/>
              <a:gd name="connsiteX39" fmla="*/ 1410539 w 1424802"/>
              <a:gd name="connsiteY39" fmla="*/ 1351107 h 1650046"/>
              <a:gd name="connsiteX40" fmla="*/ 1404287 w 1424802"/>
              <a:gd name="connsiteY40" fmla="*/ 1474733 h 1650046"/>
              <a:gd name="connsiteX41" fmla="*/ 1287447 w 1424802"/>
              <a:gd name="connsiteY41" fmla="*/ 1609015 h 1650046"/>
              <a:gd name="connsiteX42" fmla="*/ 1269862 w 1424802"/>
              <a:gd name="connsiteY42" fmla="*/ 1620738 h 1650046"/>
              <a:gd name="connsiteX43" fmla="*/ 1234693 w 1424802"/>
              <a:gd name="connsiteY43" fmla="*/ 1632461 h 1650046"/>
              <a:gd name="connsiteX44" fmla="*/ 1217108 w 1424802"/>
              <a:gd name="connsiteY44" fmla="*/ 1638323 h 1650046"/>
              <a:gd name="connsiteX45" fmla="*/ 1176078 w 1424802"/>
              <a:gd name="connsiteY45" fmla="*/ 1644184 h 1650046"/>
              <a:gd name="connsiteX46" fmla="*/ 1140908 w 1424802"/>
              <a:gd name="connsiteY46" fmla="*/ 1650046 h 1650046"/>
              <a:gd name="connsiteX47" fmla="*/ 900585 w 1424802"/>
              <a:gd name="connsiteY47" fmla="*/ 1644184 h 1650046"/>
              <a:gd name="connsiteX48" fmla="*/ 883001 w 1424802"/>
              <a:gd name="connsiteY48" fmla="*/ 1638323 h 1650046"/>
              <a:gd name="connsiteX49" fmla="*/ 800939 w 1424802"/>
              <a:gd name="connsiteY49" fmla="*/ 1632461 h 1650046"/>
              <a:gd name="connsiteX50" fmla="*/ 630955 w 1424802"/>
              <a:gd name="connsiteY50" fmla="*/ 1626600 h 1650046"/>
              <a:gd name="connsiteX51" fmla="*/ 572339 w 1424802"/>
              <a:gd name="connsiteY51" fmla="*/ 1620738 h 1650046"/>
              <a:gd name="connsiteX52" fmla="*/ 476812 w 1424802"/>
              <a:gd name="connsiteY52" fmla="*/ 1626600 h 1650046"/>
              <a:gd name="connsiteX53" fmla="*/ 155426 w 1424802"/>
              <a:gd name="connsiteY53" fmla="*/ 1597292 h 1650046"/>
              <a:gd name="connsiteX54" fmla="*/ 83418 w 1424802"/>
              <a:gd name="connsiteY54" fmla="*/ 1525284 h 1650046"/>
              <a:gd name="connsiteX55" fmla="*/ 50662 w 1424802"/>
              <a:gd name="connsiteY55" fmla="*/ 1474200 h 1650046"/>
              <a:gd name="connsiteX56" fmla="*/ 33078 w 1424802"/>
              <a:gd name="connsiteY56" fmla="*/ 1456615 h 1650046"/>
              <a:gd name="connsiteX57" fmla="*/ 21355 w 1424802"/>
              <a:gd name="connsiteY57" fmla="*/ 1415584 h 1650046"/>
              <a:gd name="connsiteX58" fmla="*/ 9632 w 1424802"/>
              <a:gd name="connsiteY58" fmla="*/ 1368692 h 1650046"/>
              <a:gd name="connsiteX59" fmla="*/ 9632 w 1424802"/>
              <a:gd name="connsiteY59" fmla="*/ 1169400 h 1650046"/>
              <a:gd name="connsiteX60" fmla="*/ 15493 w 1424802"/>
              <a:gd name="connsiteY60" fmla="*/ 1151815 h 1650046"/>
              <a:gd name="connsiteX61" fmla="*/ 21355 w 1424802"/>
              <a:gd name="connsiteY61" fmla="*/ 1099061 h 1650046"/>
              <a:gd name="connsiteX62" fmla="*/ 27216 w 1424802"/>
              <a:gd name="connsiteY62" fmla="*/ 1081477 h 1650046"/>
              <a:gd name="connsiteX63" fmla="*/ 33078 w 1424802"/>
              <a:gd name="connsiteY63" fmla="*/ 1046307 h 1650046"/>
              <a:gd name="connsiteX64" fmla="*/ 50662 w 1424802"/>
              <a:gd name="connsiteY64" fmla="*/ 1005277 h 1650046"/>
              <a:gd name="connsiteX65" fmla="*/ 62385 w 1424802"/>
              <a:gd name="connsiteY65" fmla="*/ 964246 h 1650046"/>
              <a:gd name="connsiteX66" fmla="*/ 74108 w 1424802"/>
              <a:gd name="connsiteY66" fmla="*/ 940800 h 1650046"/>
              <a:gd name="connsiteX67" fmla="*/ 85832 w 1424802"/>
              <a:gd name="connsiteY67" fmla="*/ 899769 h 1650046"/>
              <a:gd name="connsiteX68" fmla="*/ 91693 w 1424802"/>
              <a:gd name="connsiteY68" fmla="*/ 882184 h 1650046"/>
              <a:gd name="connsiteX69" fmla="*/ 97555 w 1424802"/>
              <a:gd name="connsiteY69" fmla="*/ 852877 h 1650046"/>
              <a:gd name="connsiteX70" fmla="*/ 103416 w 1424802"/>
              <a:gd name="connsiteY70" fmla="*/ 835292 h 1650046"/>
              <a:gd name="connsiteX71" fmla="*/ 102366 w 1424802"/>
              <a:gd name="connsiteY71" fmla="*/ 772661 h 1650046"/>
              <a:gd name="connsiteX72" fmla="*/ 83418 w 1424802"/>
              <a:gd name="connsiteY72" fmla="*/ 661188 h 1650046"/>
              <a:gd name="connsiteX73" fmla="*/ 34270 w 1424802"/>
              <a:gd name="connsiteY7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07706 w 1424802"/>
              <a:gd name="connsiteY35" fmla="*/ 1093461 h 1650046"/>
              <a:gd name="connsiteX36" fmla="*/ 1353869 w 1424802"/>
              <a:gd name="connsiteY36" fmla="*/ 1173135 h 1650046"/>
              <a:gd name="connsiteX37" fmla="*/ 1379755 w 1424802"/>
              <a:gd name="connsiteY37" fmla="*/ 1237514 h 1650046"/>
              <a:gd name="connsiteX38" fmla="*/ 1410539 w 1424802"/>
              <a:gd name="connsiteY38" fmla="*/ 1351107 h 1650046"/>
              <a:gd name="connsiteX39" fmla="*/ 1404287 w 1424802"/>
              <a:gd name="connsiteY39" fmla="*/ 1474733 h 1650046"/>
              <a:gd name="connsiteX40" fmla="*/ 1287447 w 1424802"/>
              <a:gd name="connsiteY40" fmla="*/ 1609015 h 1650046"/>
              <a:gd name="connsiteX41" fmla="*/ 1269862 w 1424802"/>
              <a:gd name="connsiteY41" fmla="*/ 1620738 h 1650046"/>
              <a:gd name="connsiteX42" fmla="*/ 1234693 w 1424802"/>
              <a:gd name="connsiteY42" fmla="*/ 1632461 h 1650046"/>
              <a:gd name="connsiteX43" fmla="*/ 1217108 w 1424802"/>
              <a:gd name="connsiteY43" fmla="*/ 1638323 h 1650046"/>
              <a:gd name="connsiteX44" fmla="*/ 1176078 w 1424802"/>
              <a:gd name="connsiteY44" fmla="*/ 1644184 h 1650046"/>
              <a:gd name="connsiteX45" fmla="*/ 1140908 w 1424802"/>
              <a:gd name="connsiteY45" fmla="*/ 1650046 h 1650046"/>
              <a:gd name="connsiteX46" fmla="*/ 900585 w 1424802"/>
              <a:gd name="connsiteY46" fmla="*/ 1644184 h 1650046"/>
              <a:gd name="connsiteX47" fmla="*/ 883001 w 1424802"/>
              <a:gd name="connsiteY47" fmla="*/ 1638323 h 1650046"/>
              <a:gd name="connsiteX48" fmla="*/ 800939 w 1424802"/>
              <a:gd name="connsiteY48" fmla="*/ 1632461 h 1650046"/>
              <a:gd name="connsiteX49" fmla="*/ 630955 w 1424802"/>
              <a:gd name="connsiteY49" fmla="*/ 1626600 h 1650046"/>
              <a:gd name="connsiteX50" fmla="*/ 572339 w 1424802"/>
              <a:gd name="connsiteY50" fmla="*/ 1620738 h 1650046"/>
              <a:gd name="connsiteX51" fmla="*/ 476812 w 1424802"/>
              <a:gd name="connsiteY51" fmla="*/ 1626600 h 1650046"/>
              <a:gd name="connsiteX52" fmla="*/ 155426 w 1424802"/>
              <a:gd name="connsiteY52" fmla="*/ 1597292 h 1650046"/>
              <a:gd name="connsiteX53" fmla="*/ 83418 w 1424802"/>
              <a:gd name="connsiteY53" fmla="*/ 1525284 h 1650046"/>
              <a:gd name="connsiteX54" fmla="*/ 50662 w 1424802"/>
              <a:gd name="connsiteY54" fmla="*/ 1474200 h 1650046"/>
              <a:gd name="connsiteX55" fmla="*/ 33078 w 1424802"/>
              <a:gd name="connsiteY55" fmla="*/ 1456615 h 1650046"/>
              <a:gd name="connsiteX56" fmla="*/ 21355 w 1424802"/>
              <a:gd name="connsiteY56" fmla="*/ 1415584 h 1650046"/>
              <a:gd name="connsiteX57" fmla="*/ 9632 w 1424802"/>
              <a:gd name="connsiteY57" fmla="*/ 1368692 h 1650046"/>
              <a:gd name="connsiteX58" fmla="*/ 9632 w 1424802"/>
              <a:gd name="connsiteY58" fmla="*/ 1169400 h 1650046"/>
              <a:gd name="connsiteX59" fmla="*/ 15493 w 1424802"/>
              <a:gd name="connsiteY59" fmla="*/ 1151815 h 1650046"/>
              <a:gd name="connsiteX60" fmla="*/ 21355 w 1424802"/>
              <a:gd name="connsiteY60" fmla="*/ 1099061 h 1650046"/>
              <a:gd name="connsiteX61" fmla="*/ 27216 w 1424802"/>
              <a:gd name="connsiteY61" fmla="*/ 1081477 h 1650046"/>
              <a:gd name="connsiteX62" fmla="*/ 33078 w 1424802"/>
              <a:gd name="connsiteY62" fmla="*/ 1046307 h 1650046"/>
              <a:gd name="connsiteX63" fmla="*/ 50662 w 1424802"/>
              <a:gd name="connsiteY63" fmla="*/ 1005277 h 1650046"/>
              <a:gd name="connsiteX64" fmla="*/ 62385 w 1424802"/>
              <a:gd name="connsiteY64" fmla="*/ 964246 h 1650046"/>
              <a:gd name="connsiteX65" fmla="*/ 74108 w 1424802"/>
              <a:gd name="connsiteY65" fmla="*/ 940800 h 1650046"/>
              <a:gd name="connsiteX66" fmla="*/ 85832 w 1424802"/>
              <a:gd name="connsiteY66" fmla="*/ 899769 h 1650046"/>
              <a:gd name="connsiteX67" fmla="*/ 91693 w 1424802"/>
              <a:gd name="connsiteY67" fmla="*/ 882184 h 1650046"/>
              <a:gd name="connsiteX68" fmla="*/ 97555 w 1424802"/>
              <a:gd name="connsiteY68" fmla="*/ 852877 h 1650046"/>
              <a:gd name="connsiteX69" fmla="*/ 103416 w 1424802"/>
              <a:gd name="connsiteY69" fmla="*/ 835292 h 1650046"/>
              <a:gd name="connsiteX70" fmla="*/ 102366 w 1424802"/>
              <a:gd name="connsiteY70" fmla="*/ 772661 h 1650046"/>
              <a:gd name="connsiteX71" fmla="*/ 83418 w 1424802"/>
              <a:gd name="connsiteY71" fmla="*/ 661188 h 1650046"/>
              <a:gd name="connsiteX72" fmla="*/ 34270 w 1424802"/>
              <a:gd name="connsiteY7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51924 w 1424802"/>
              <a:gd name="connsiteY33" fmla="*/ 970107 h 1650046"/>
              <a:gd name="connsiteX34" fmla="*/ 1307706 w 1424802"/>
              <a:gd name="connsiteY34" fmla="*/ 1093461 h 1650046"/>
              <a:gd name="connsiteX35" fmla="*/ 1353869 w 1424802"/>
              <a:gd name="connsiteY35" fmla="*/ 1173135 h 1650046"/>
              <a:gd name="connsiteX36" fmla="*/ 1379755 w 1424802"/>
              <a:gd name="connsiteY36" fmla="*/ 1237514 h 1650046"/>
              <a:gd name="connsiteX37" fmla="*/ 1410539 w 1424802"/>
              <a:gd name="connsiteY37" fmla="*/ 1351107 h 1650046"/>
              <a:gd name="connsiteX38" fmla="*/ 1404287 w 1424802"/>
              <a:gd name="connsiteY38" fmla="*/ 1474733 h 1650046"/>
              <a:gd name="connsiteX39" fmla="*/ 1287447 w 1424802"/>
              <a:gd name="connsiteY39" fmla="*/ 1609015 h 1650046"/>
              <a:gd name="connsiteX40" fmla="*/ 1269862 w 1424802"/>
              <a:gd name="connsiteY40" fmla="*/ 1620738 h 1650046"/>
              <a:gd name="connsiteX41" fmla="*/ 1234693 w 1424802"/>
              <a:gd name="connsiteY41" fmla="*/ 1632461 h 1650046"/>
              <a:gd name="connsiteX42" fmla="*/ 1217108 w 1424802"/>
              <a:gd name="connsiteY42" fmla="*/ 1638323 h 1650046"/>
              <a:gd name="connsiteX43" fmla="*/ 1176078 w 1424802"/>
              <a:gd name="connsiteY43" fmla="*/ 1644184 h 1650046"/>
              <a:gd name="connsiteX44" fmla="*/ 1140908 w 1424802"/>
              <a:gd name="connsiteY44" fmla="*/ 1650046 h 1650046"/>
              <a:gd name="connsiteX45" fmla="*/ 900585 w 1424802"/>
              <a:gd name="connsiteY45" fmla="*/ 1644184 h 1650046"/>
              <a:gd name="connsiteX46" fmla="*/ 883001 w 1424802"/>
              <a:gd name="connsiteY46" fmla="*/ 1638323 h 1650046"/>
              <a:gd name="connsiteX47" fmla="*/ 800939 w 1424802"/>
              <a:gd name="connsiteY47" fmla="*/ 1632461 h 1650046"/>
              <a:gd name="connsiteX48" fmla="*/ 630955 w 1424802"/>
              <a:gd name="connsiteY48" fmla="*/ 1626600 h 1650046"/>
              <a:gd name="connsiteX49" fmla="*/ 572339 w 1424802"/>
              <a:gd name="connsiteY49" fmla="*/ 1620738 h 1650046"/>
              <a:gd name="connsiteX50" fmla="*/ 476812 w 1424802"/>
              <a:gd name="connsiteY50" fmla="*/ 1626600 h 1650046"/>
              <a:gd name="connsiteX51" fmla="*/ 155426 w 1424802"/>
              <a:gd name="connsiteY51" fmla="*/ 1597292 h 1650046"/>
              <a:gd name="connsiteX52" fmla="*/ 83418 w 1424802"/>
              <a:gd name="connsiteY52" fmla="*/ 1525284 h 1650046"/>
              <a:gd name="connsiteX53" fmla="*/ 50662 w 1424802"/>
              <a:gd name="connsiteY53" fmla="*/ 1474200 h 1650046"/>
              <a:gd name="connsiteX54" fmla="*/ 33078 w 1424802"/>
              <a:gd name="connsiteY54" fmla="*/ 1456615 h 1650046"/>
              <a:gd name="connsiteX55" fmla="*/ 21355 w 1424802"/>
              <a:gd name="connsiteY55" fmla="*/ 1415584 h 1650046"/>
              <a:gd name="connsiteX56" fmla="*/ 9632 w 1424802"/>
              <a:gd name="connsiteY56" fmla="*/ 1368692 h 1650046"/>
              <a:gd name="connsiteX57" fmla="*/ 9632 w 1424802"/>
              <a:gd name="connsiteY57" fmla="*/ 1169400 h 1650046"/>
              <a:gd name="connsiteX58" fmla="*/ 15493 w 1424802"/>
              <a:gd name="connsiteY58" fmla="*/ 1151815 h 1650046"/>
              <a:gd name="connsiteX59" fmla="*/ 21355 w 1424802"/>
              <a:gd name="connsiteY59" fmla="*/ 1099061 h 1650046"/>
              <a:gd name="connsiteX60" fmla="*/ 27216 w 1424802"/>
              <a:gd name="connsiteY60" fmla="*/ 1081477 h 1650046"/>
              <a:gd name="connsiteX61" fmla="*/ 33078 w 1424802"/>
              <a:gd name="connsiteY61" fmla="*/ 1046307 h 1650046"/>
              <a:gd name="connsiteX62" fmla="*/ 50662 w 1424802"/>
              <a:gd name="connsiteY62" fmla="*/ 1005277 h 1650046"/>
              <a:gd name="connsiteX63" fmla="*/ 62385 w 1424802"/>
              <a:gd name="connsiteY63" fmla="*/ 964246 h 1650046"/>
              <a:gd name="connsiteX64" fmla="*/ 74108 w 1424802"/>
              <a:gd name="connsiteY64" fmla="*/ 940800 h 1650046"/>
              <a:gd name="connsiteX65" fmla="*/ 85832 w 1424802"/>
              <a:gd name="connsiteY65" fmla="*/ 899769 h 1650046"/>
              <a:gd name="connsiteX66" fmla="*/ 91693 w 1424802"/>
              <a:gd name="connsiteY66" fmla="*/ 882184 h 1650046"/>
              <a:gd name="connsiteX67" fmla="*/ 97555 w 1424802"/>
              <a:gd name="connsiteY67" fmla="*/ 852877 h 1650046"/>
              <a:gd name="connsiteX68" fmla="*/ 103416 w 1424802"/>
              <a:gd name="connsiteY68" fmla="*/ 835292 h 1650046"/>
              <a:gd name="connsiteX69" fmla="*/ 102366 w 1424802"/>
              <a:gd name="connsiteY69" fmla="*/ 772661 h 1650046"/>
              <a:gd name="connsiteX70" fmla="*/ 83418 w 1424802"/>
              <a:gd name="connsiteY70" fmla="*/ 661188 h 1650046"/>
              <a:gd name="connsiteX71" fmla="*/ 34270 w 1424802"/>
              <a:gd name="connsiteY7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07706 w 1424802"/>
              <a:gd name="connsiteY33" fmla="*/ 1093461 h 1650046"/>
              <a:gd name="connsiteX34" fmla="*/ 1353869 w 1424802"/>
              <a:gd name="connsiteY34" fmla="*/ 1173135 h 1650046"/>
              <a:gd name="connsiteX35" fmla="*/ 1379755 w 1424802"/>
              <a:gd name="connsiteY35" fmla="*/ 1237514 h 1650046"/>
              <a:gd name="connsiteX36" fmla="*/ 1410539 w 1424802"/>
              <a:gd name="connsiteY36" fmla="*/ 1351107 h 1650046"/>
              <a:gd name="connsiteX37" fmla="*/ 1404287 w 1424802"/>
              <a:gd name="connsiteY37" fmla="*/ 1474733 h 1650046"/>
              <a:gd name="connsiteX38" fmla="*/ 1287447 w 1424802"/>
              <a:gd name="connsiteY38" fmla="*/ 1609015 h 1650046"/>
              <a:gd name="connsiteX39" fmla="*/ 1269862 w 1424802"/>
              <a:gd name="connsiteY39" fmla="*/ 1620738 h 1650046"/>
              <a:gd name="connsiteX40" fmla="*/ 1234693 w 1424802"/>
              <a:gd name="connsiteY40" fmla="*/ 1632461 h 1650046"/>
              <a:gd name="connsiteX41" fmla="*/ 1217108 w 1424802"/>
              <a:gd name="connsiteY41" fmla="*/ 1638323 h 1650046"/>
              <a:gd name="connsiteX42" fmla="*/ 1176078 w 1424802"/>
              <a:gd name="connsiteY42" fmla="*/ 1644184 h 1650046"/>
              <a:gd name="connsiteX43" fmla="*/ 1140908 w 1424802"/>
              <a:gd name="connsiteY43" fmla="*/ 1650046 h 1650046"/>
              <a:gd name="connsiteX44" fmla="*/ 900585 w 1424802"/>
              <a:gd name="connsiteY44" fmla="*/ 1644184 h 1650046"/>
              <a:gd name="connsiteX45" fmla="*/ 883001 w 1424802"/>
              <a:gd name="connsiteY45" fmla="*/ 1638323 h 1650046"/>
              <a:gd name="connsiteX46" fmla="*/ 800939 w 1424802"/>
              <a:gd name="connsiteY46" fmla="*/ 1632461 h 1650046"/>
              <a:gd name="connsiteX47" fmla="*/ 630955 w 1424802"/>
              <a:gd name="connsiteY47" fmla="*/ 1626600 h 1650046"/>
              <a:gd name="connsiteX48" fmla="*/ 572339 w 1424802"/>
              <a:gd name="connsiteY48" fmla="*/ 1620738 h 1650046"/>
              <a:gd name="connsiteX49" fmla="*/ 476812 w 1424802"/>
              <a:gd name="connsiteY49" fmla="*/ 1626600 h 1650046"/>
              <a:gd name="connsiteX50" fmla="*/ 155426 w 1424802"/>
              <a:gd name="connsiteY50" fmla="*/ 1597292 h 1650046"/>
              <a:gd name="connsiteX51" fmla="*/ 83418 w 1424802"/>
              <a:gd name="connsiteY51" fmla="*/ 1525284 h 1650046"/>
              <a:gd name="connsiteX52" fmla="*/ 50662 w 1424802"/>
              <a:gd name="connsiteY52" fmla="*/ 1474200 h 1650046"/>
              <a:gd name="connsiteX53" fmla="*/ 33078 w 1424802"/>
              <a:gd name="connsiteY53" fmla="*/ 1456615 h 1650046"/>
              <a:gd name="connsiteX54" fmla="*/ 21355 w 1424802"/>
              <a:gd name="connsiteY54" fmla="*/ 1415584 h 1650046"/>
              <a:gd name="connsiteX55" fmla="*/ 9632 w 1424802"/>
              <a:gd name="connsiteY55" fmla="*/ 1368692 h 1650046"/>
              <a:gd name="connsiteX56" fmla="*/ 9632 w 1424802"/>
              <a:gd name="connsiteY56" fmla="*/ 1169400 h 1650046"/>
              <a:gd name="connsiteX57" fmla="*/ 15493 w 1424802"/>
              <a:gd name="connsiteY57" fmla="*/ 1151815 h 1650046"/>
              <a:gd name="connsiteX58" fmla="*/ 21355 w 1424802"/>
              <a:gd name="connsiteY58" fmla="*/ 1099061 h 1650046"/>
              <a:gd name="connsiteX59" fmla="*/ 27216 w 1424802"/>
              <a:gd name="connsiteY59" fmla="*/ 1081477 h 1650046"/>
              <a:gd name="connsiteX60" fmla="*/ 33078 w 1424802"/>
              <a:gd name="connsiteY60" fmla="*/ 1046307 h 1650046"/>
              <a:gd name="connsiteX61" fmla="*/ 50662 w 1424802"/>
              <a:gd name="connsiteY61" fmla="*/ 1005277 h 1650046"/>
              <a:gd name="connsiteX62" fmla="*/ 62385 w 1424802"/>
              <a:gd name="connsiteY62" fmla="*/ 964246 h 1650046"/>
              <a:gd name="connsiteX63" fmla="*/ 74108 w 1424802"/>
              <a:gd name="connsiteY63" fmla="*/ 940800 h 1650046"/>
              <a:gd name="connsiteX64" fmla="*/ 85832 w 1424802"/>
              <a:gd name="connsiteY64" fmla="*/ 899769 h 1650046"/>
              <a:gd name="connsiteX65" fmla="*/ 91693 w 1424802"/>
              <a:gd name="connsiteY65" fmla="*/ 882184 h 1650046"/>
              <a:gd name="connsiteX66" fmla="*/ 97555 w 1424802"/>
              <a:gd name="connsiteY66" fmla="*/ 852877 h 1650046"/>
              <a:gd name="connsiteX67" fmla="*/ 103416 w 1424802"/>
              <a:gd name="connsiteY67" fmla="*/ 835292 h 1650046"/>
              <a:gd name="connsiteX68" fmla="*/ 102366 w 1424802"/>
              <a:gd name="connsiteY68" fmla="*/ 772661 h 1650046"/>
              <a:gd name="connsiteX69" fmla="*/ 83418 w 1424802"/>
              <a:gd name="connsiteY69" fmla="*/ 661188 h 1650046"/>
              <a:gd name="connsiteX70" fmla="*/ 34270 w 1424802"/>
              <a:gd name="connsiteY7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35657 w 1424802"/>
              <a:gd name="connsiteY31" fmla="*/ 1021434 h 1650046"/>
              <a:gd name="connsiteX32" fmla="*/ 1307706 w 1424802"/>
              <a:gd name="connsiteY32" fmla="*/ 1093461 h 1650046"/>
              <a:gd name="connsiteX33" fmla="*/ 1353869 w 1424802"/>
              <a:gd name="connsiteY33" fmla="*/ 1173135 h 1650046"/>
              <a:gd name="connsiteX34" fmla="*/ 1379755 w 1424802"/>
              <a:gd name="connsiteY34" fmla="*/ 1237514 h 1650046"/>
              <a:gd name="connsiteX35" fmla="*/ 1410539 w 1424802"/>
              <a:gd name="connsiteY35" fmla="*/ 1351107 h 1650046"/>
              <a:gd name="connsiteX36" fmla="*/ 1404287 w 1424802"/>
              <a:gd name="connsiteY36" fmla="*/ 1474733 h 1650046"/>
              <a:gd name="connsiteX37" fmla="*/ 1287447 w 1424802"/>
              <a:gd name="connsiteY37" fmla="*/ 1609015 h 1650046"/>
              <a:gd name="connsiteX38" fmla="*/ 1269862 w 1424802"/>
              <a:gd name="connsiteY38" fmla="*/ 1620738 h 1650046"/>
              <a:gd name="connsiteX39" fmla="*/ 1234693 w 1424802"/>
              <a:gd name="connsiteY39" fmla="*/ 1632461 h 1650046"/>
              <a:gd name="connsiteX40" fmla="*/ 1217108 w 1424802"/>
              <a:gd name="connsiteY40" fmla="*/ 1638323 h 1650046"/>
              <a:gd name="connsiteX41" fmla="*/ 1176078 w 1424802"/>
              <a:gd name="connsiteY41" fmla="*/ 1644184 h 1650046"/>
              <a:gd name="connsiteX42" fmla="*/ 1140908 w 1424802"/>
              <a:gd name="connsiteY42" fmla="*/ 1650046 h 1650046"/>
              <a:gd name="connsiteX43" fmla="*/ 900585 w 1424802"/>
              <a:gd name="connsiteY43" fmla="*/ 1644184 h 1650046"/>
              <a:gd name="connsiteX44" fmla="*/ 883001 w 1424802"/>
              <a:gd name="connsiteY44" fmla="*/ 1638323 h 1650046"/>
              <a:gd name="connsiteX45" fmla="*/ 800939 w 1424802"/>
              <a:gd name="connsiteY45" fmla="*/ 1632461 h 1650046"/>
              <a:gd name="connsiteX46" fmla="*/ 630955 w 1424802"/>
              <a:gd name="connsiteY46" fmla="*/ 1626600 h 1650046"/>
              <a:gd name="connsiteX47" fmla="*/ 572339 w 1424802"/>
              <a:gd name="connsiteY47" fmla="*/ 1620738 h 1650046"/>
              <a:gd name="connsiteX48" fmla="*/ 476812 w 1424802"/>
              <a:gd name="connsiteY48" fmla="*/ 1626600 h 1650046"/>
              <a:gd name="connsiteX49" fmla="*/ 155426 w 1424802"/>
              <a:gd name="connsiteY49" fmla="*/ 1597292 h 1650046"/>
              <a:gd name="connsiteX50" fmla="*/ 83418 w 1424802"/>
              <a:gd name="connsiteY50" fmla="*/ 1525284 h 1650046"/>
              <a:gd name="connsiteX51" fmla="*/ 50662 w 1424802"/>
              <a:gd name="connsiteY51" fmla="*/ 1474200 h 1650046"/>
              <a:gd name="connsiteX52" fmla="*/ 33078 w 1424802"/>
              <a:gd name="connsiteY52" fmla="*/ 1456615 h 1650046"/>
              <a:gd name="connsiteX53" fmla="*/ 21355 w 1424802"/>
              <a:gd name="connsiteY53" fmla="*/ 1415584 h 1650046"/>
              <a:gd name="connsiteX54" fmla="*/ 9632 w 1424802"/>
              <a:gd name="connsiteY54" fmla="*/ 1368692 h 1650046"/>
              <a:gd name="connsiteX55" fmla="*/ 9632 w 1424802"/>
              <a:gd name="connsiteY55" fmla="*/ 1169400 h 1650046"/>
              <a:gd name="connsiteX56" fmla="*/ 15493 w 1424802"/>
              <a:gd name="connsiteY56" fmla="*/ 1151815 h 1650046"/>
              <a:gd name="connsiteX57" fmla="*/ 21355 w 1424802"/>
              <a:gd name="connsiteY57" fmla="*/ 1099061 h 1650046"/>
              <a:gd name="connsiteX58" fmla="*/ 27216 w 1424802"/>
              <a:gd name="connsiteY58" fmla="*/ 1081477 h 1650046"/>
              <a:gd name="connsiteX59" fmla="*/ 33078 w 1424802"/>
              <a:gd name="connsiteY59" fmla="*/ 1046307 h 1650046"/>
              <a:gd name="connsiteX60" fmla="*/ 50662 w 1424802"/>
              <a:gd name="connsiteY60" fmla="*/ 1005277 h 1650046"/>
              <a:gd name="connsiteX61" fmla="*/ 62385 w 1424802"/>
              <a:gd name="connsiteY61" fmla="*/ 964246 h 1650046"/>
              <a:gd name="connsiteX62" fmla="*/ 74108 w 1424802"/>
              <a:gd name="connsiteY62" fmla="*/ 940800 h 1650046"/>
              <a:gd name="connsiteX63" fmla="*/ 85832 w 1424802"/>
              <a:gd name="connsiteY63" fmla="*/ 899769 h 1650046"/>
              <a:gd name="connsiteX64" fmla="*/ 91693 w 1424802"/>
              <a:gd name="connsiteY64" fmla="*/ 882184 h 1650046"/>
              <a:gd name="connsiteX65" fmla="*/ 97555 w 1424802"/>
              <a:gd name="connsiteY65" fmla="*/ 852877 h 1650046"/>
              <a:gd name="connsiteX66" fmla="*/ 103416 w 1424802"/>
              <a:gd name="connsiteY66" fmla="*/ 835292 h 1650046"/>
              <a:gd name="connsiteX67" fmla="*/ 102366 w 1424802"/>
              <a:gd name="connsiteY67" fmla="*/ 772661 h 1650046"/>
              <a:gd name="connsiteX68" fmla="*/ 83418 w 1424802"/>
              <a:gd name="connsiteY68" fmla="*/ 661188 h 1650046"/>
              <a:gd name="connsiteX69" fmla="*/ 34270 w 1424802"/>
              <a:gd name="connsiteY6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35657 w 1424802"/>
              <a:gd name="connsiteY30" fmla="*/ 1021434 h 1650046"/>
              <a:gd name="connsiteX31" fmla="*/ 1307706 w 1424802"/>
              <a:gd name="connsiteY31" fmla="*/ 1093461 h 1650046"/>
              <a:gd name="connsiteX32" fmla="*/ 1353869 w 1424802"/>
              <a:gd name="connsiteY32" fmla="*/ 1173135 h 1650046"/>
              <a:gd name="connsiteX33" fmla="*/ 1379755 w 1424802"/>
              <a:gd name="connsiteY33" fmla="*/ 1237514 h 1650046"/>
              <a:gd name="connsiteX34" fmla="*/ 1410539 w 1424802"/>
              <a:gd name="connsiteY34" fmla="*/ 1351107 h 1650046"/>
              <a:gd name="connsiteX35" fmla="*/ 1404287 w 1424802"/>
              <a:gd name="connsiteY35" fmla="*/ 1474733 h 1650046"/>
              <a:gd name="connsiteX36" fmla="*/ 1287447 w 1424802"/>
              <a:gd name="connsiteY36" fmla="*/ 1609015 h 1650046"/>
              <a:gd name="connsiteX37" fmla="*/ 1269862 w 1424802"/>
              <a:gd name="connsiteY37" fmla="*/ 1620738 h 1650046"/>
              <a:gd name="connsiteX38" fmla="*/ 1234693 w 1424802"/>
              <a:gd name="connsiteY38" fmla="*/ 1632461 h 1650046"/>
              <a:gd name="connsiteX39" fmla="*/ 1217108 w 1424802"/>
              <a:gd name="connsiteY39" fmla="*/ 1638323 h 1650046"/>
              <a:gd name="connsiteX40" fmla="*/ 1176078 w 1424802"/>
              <a:gd name="connsiteY40" fmla="*/ 1644184 h 1650046"/>
              <a:gd name="connsiteX41" fmla="*/ 1140908 w 1424802"/>
              <a:gd name="connsiteY41" fmla="*/ 1650046 h 1650046"/>
              <a:gd name="connsiteX42" fmla="*/ 900585 w 1424802"/>
              <a:gd name="connsiteY42" fmla="*/ 1644184 h 1650046"/>
              <a:gd name="connsiteX43" fmla="*/ 883001 w 1424802"/>
              <a:gd name="connsiteY43" fmla="*/ 1638323 h 1650046"/>
              <a:gd name="connsiteX44" fmla="*/ 800939 w 1424802"/>
              <a:gd name="connsiteY44" fmla="*/ 1632461 h 1650046"/>
              <a:gd name="connsiteX45" fmla="*/ 630955 w 1424802"/>
              <a:gd name="connsiteY45" fmla="*/ 1626600 h 1650046"/>
              <a:gd name="connsiteX46" fmla="*/ 572339 w 1424802"/>
              <a:gd name="connsiteY46" fmla="*/ 1620738 h 1650046"/>
              <a:gd name="connsiteX47" fmla="*/ 476812 w 1424802"/>
              <a:gd name="connsiteY47" fmla="*/ 1626600 h 1650046"/>
              <a:gd name="connsiteX48" fmla="*/ 155426 w 1424802"/>
              <a:gd name="connsiteY48" fmla="*/ 1597292 h 1650046"/>
              <a:gd name="connsiteX49" fmla="*/ 83418 w 1424802"/>
              <a:gd name="connsiteY49" fmla="*/ 1525284 h 1650046"/>
              <a:gd name="connsiteX50" fmla="*/ 50662 w 1424802"/>
              <a:gd name="connsiteY50" fmla="*/ 1474200 h 1650046"/>
              <a:gd name="connsiteX51" fmla="*/ 33078 w 1424802"/>
              <a:gd name="connsiteY51" fmla="*/ 1456615 h 1650046"/>
              <a:gd name="connsiteX52" fmla="*/ 21355 w 1424802"/>
              <a:gd name="connsiteY52" fmla="*/ 1415584 h 1650046"/>
              <a:gd name="connsiteX53" fmla="*/ 9632 w 1424802"/>
              <a:gd name="connsiteY53" fmla="*/ 1368692 h 1650046"/>
              <a:gd name="connsiteX54" fmla="*/ 9632 w 1424802"/>
              <a:gd name="connsiteY54" fmla="*/ 1169400 h 1650046"/>
              <a:gd name="connsiteX55" fmla="*/ 15493 w 1424802"/>
              <a:gd name="connsiteY55" fmla="*/ 1151815 h 1650046"/>
              <a:gd name="connsiteX56" fmla="*/ 21355 w 1424802"/>
              <a:gd name="connsiteY56" fmla="*/ 1099061 h 1650046"/>
              <a:gd name="connsiteX57" fmla="*/ 27216 w 1424802"/>
              <a:gd name="connsiteY57" fmla="*/ 1081477 h 1650046"/>
              <a:gd name="connsiteX58" fmla="*/ 33078 w 1424802"/>
              <a:gd name="connsiteY58" fmla="*/ 1046307 h 1650046"/>
              <a:gd name="connsiteX59" fmla="*/ 50662 w 1424802"/>
              <a:gd name="connsiteY59" fmla="*/ 1005277 h 1650046"/>
              <a:gd name="connsiteX60" fmla="*/ 62385 w 1424802"/>
              <a:gd name="connsiteY60" fmla="*/ 964246 h 1650046"/>
              <a:gd name="connsiteX61" fmla="*/ 74108 w 1424802"/>
              <a:gd name="connsiteY61" fmla="*/ 940800 h 1650046"/>
              <a:gd name="connsiteX62" fmla="*/ 85832 w 1424802"/>
              <a:gd name="connsiteY62" fmla="*/ 899769 h 1650046"/>
              <a:gd name="connsiteX63" fmla="*/ 91693 w 1424802"/>
              <a:gd name="connsiteY63" fmla="*/ 882184 h 1650046"/>
              <a:gd name="connsiteX64" fmla="*/ 97555 w 1424802"/>
              <a:gd name="connsiteY64" fmla="*/ 852877 h 1650046"/>
              <a:gd name="connsiteX65" fmla="*/ 103416 w 1424802"/>
              <a:gd name="connsiteY65" fmla="*/ 835292 h 1650046"/>
              <a:gd name="connsiteX66" fmla="*/ 102366 w 1424802"/>
              <a:gd name="connsiteY66" fmla="*/ 772661 h 1650046"/>
              <a:gd name="connsiteX67" fmla="*/ 83418 w 1424802"/>
              <a:gd name="connsiteY67" fmla="*/ 661188 h 1650046"/>
              <a:gd name="connsiteX68" fmla="*/ 34270 w 1424802"/>
              <a:gd name="connsiteY6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35657 w 1424802"/>
              <a:gd name="connsiteY29" fmla="*/ 1021434 h 1650046"/>
              <a:gd name="connsiteX30" fmla="*/ 1307706 w 1424802"/>
              <a:gd name="connsiteY30" fmla="*/ 1093461 h 1650046"/>
              <a:gd name="connsiteX31" fmla="*/ 1353869 w 1424802"/>
              <a:gd name="connsiteY31" fmla="*/ 1173135 h 1650046"/>
              <a:gd name="connsiteX32" fmla="*/ 1379755 w 1424802"/>
              <a:gd name="connsiteY32" fmla="*/ 1237514 h 1650046"/>
              <a:gd name="connsiteX33" fmla="*/ 1410539 w 1424802"/>
              <a:gd name="connsiteY33" fmla="*/ 1351107 h 1650046"/>
              <a:gd name="connsiteX34" fmla="*/ 1404287 w 1424802"/>
              <a:gd name="connsiteY34" fmla="*/ 1474733 h 1650046"/>
              <a:gd name="connsiteX35" fmla="*/ 1287447 w 1424802"/>
              <a:gd name="connsiteY35" fmla="*/ 1609015 h 1650046"/>
              <a:gd name="connsiteX36" fmla="*/ 1269862 w 1424802"/>
              <a:gd name="connsiteY36" fmla="*/ 1620738 h 1650046"/>
              <a:gd name="connsiteX37" fmla="*/ 1234693 w 1424802"/>
              <a:gd name="connsiteY37" fmla="*/ 1632461 h 1650046"/>
              <a:gd name="connsiteX38" fmla="*/ 1217108 w 1424802"/>
              <a:gd name="connsiteY38" fmla="*/ 1638323 h 1650046"/>
              <a:gd name="connsiteX39" fmla="*/ 1176078 w 1424802"/>
              <a:gd name="connsiteY39" fmla="*/ 1644184 h 1650046"/>
              <a:gd name="connsiteX40" fmla="*/ 1140908 w 1424802"/>
              <a:gd name="connsiteY40" fmla="*/ 1650046 h 1650046"/>
              <a:gd name="connsiteX41" fmla="*/ 900585 w 1424802"/>
              <a:gd name="connsiteY41" fmla="*/ 1644184 h 1650046"/>
              <a:gd name="connsiteX42" fmla="*/ 883001 w 1424802"/>
              <a:gd name="connsiteY42" fmla="*/ 1638323 h 1650046"/>
              <a:gd name="connsiteX43" fmla="*/ 800939 w 1424802"/>
              <a:gd name="connsiteY43" fmla="*/ 1632461 h 1650046"/>
              <a:gd name="connsiteX44" fmla="*/ 630955 w 1424802"/>
              <a:gd name="connsiteY44" fmla="*/ 1626600 h 1650046"/>
              <a:gd name="connsiteX45" fmla="*/ 572339 w 1424802"/>
              <a:gd name="connsiteY45" fmla="*/ 1620738 h 1650046"/>
              <a:gd name="connsiteX46" fmla="*/ 476812 w 1424802"/>
              <a:gd name="connsiteY46" fmla="*/ 1626600 h 1650046"/>
              <a:gd name="connsiteX47" fmla="*/ 155426 w 1424802"/>
              <a:gd name="connsiteY47" fmla="*/ 1597292 h 1650046"/>
              <a:gd name="connsiteX48" fmla="*/ 83418 w 1424802"/>
              <a:gd name="connsiteY48" fmla="*/ 1525284 h 1650046"/>
              <a:gd name="connsiteX49" fmla="*/ 50662 w 1424802"/>
              <a:gd name="connsiteY49" fmla="*/ 1474200 h 1650046"/>
              <a:gd name="connsiteX50" fmla="*/ 33078 w 1424802"/>
              <a:gd name="connsiteY50" fmla="*/ 1456615 h 1650046"/>
              <a:gd name="connsiteX51" fmla="*/ 21355 w 1424802"/>
              <a:gd name="connsiteY51" fmla="*/ 1415584 h 1650046"/>
              <a:gd name="connsiteX52" fmla="*/ 9632 w 1424802"/>
              <a:gd name="connsiteY52" fmla="*/ 1368692 h 1650046"/>
              <a:gd name="connsiteX53" fmla="*/ 9632 w 1424802"/>
              <a:gd name="connsiteY53" fmla="*/ 1169400 h 1650046"/>
              <a:gd name="connsiteX54" fmla="*/ 15493 w 1424802"/>
              <a:gd name="connsiteY54" fmla="*/ 1151815 h 1650046"/>
              <a:gd name="connsiteX55" fmla="*/ 21355 w 1424802"/>
              <a:gd name="connsiteY55" fmla="*/ 1099061 h 1650046"/>
              <a:gd name="connsiteX56" fmla="*/ 27216 w 1424802"/>
              <a:gd name="connsiteY56" fmla="*/ 1081477 h 1650046"/>
              <a:gd name="connsiteX57" fmla="*/ 33078 w 1424802"/>
              <a:gd name="connsiteY57" fmla="*/ 1046307 h 1650046"/>
              <a:gd name="connsiteX58" fmla="*/ 50662 w 1424802"/>
              <a:gd name="connsiteY58" fmla="*/ 1005277 h 1650046"/>
              <a:gd name="connsiteX59" fmla="*/ 62385 w 1424802"/>
              <a:gd name="connsiteY59" fmla="*/ 964246 h 1650046"/>
              <a:gd name="connsiteX60" fmla="*/ 74108 w 1424802"/>
              <a:gd name="connsiteY60" fmla="*/ 940800 h 1650046"/>
              <a:gd name="connsiteX61" fmla="*/ 85832 w 1424802"/>
              <a:gd name="connsiteY61" fmla="*/ 899769 h 1650046"/>
              <a:gd name="connsiteX62" fmla="*/ 91693 w 1424802"/>
              <a:gd name="connsiteY62" fmla="*/ 882184 h 1650046"/>
              <a:gd name="connsiteX63" fmla="*/ 97555 w 1424802"/>
              <a:gd name="connsiteY63" fmla="*/ 852877 h 1650046"/>
              <a:gd name="connsiteX64" fmla="*/ 103416 w 1424802"/>
              <a:gd name="connsiteY64" fmla="*/ 835292 h 1650046"/>
              <a:gd name="connsiteX65" fmla="*/ 102366 w 1424802"/>
              <a:gd name="connsiteY65" fmla="*/ 772661 h 1650046"/>
              <a:gd name="connsiteX66" fmla="*/ 83418 w 1424802"/>
              <a:gd name="connsiteY66" fmla="*/ 661188 h 1650046"/>
              <a:gd name="connsiteX67" fmla="*/ 34270 w 1424802"/>
              <a:gd name="connsiteY6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35657 w 1424802"/>
              <a:gd name="connsiteY28" fmla="*/ 1021434 h 1650046"/>
              <a:gd name="connsiteX29" fmla="*/ 1307706 w 1424802"/>
              <a:gd name="connsiteY29" fmla="*/ 1093461 h 1650046"/>
              <a:gd name="connsiteX30" fmla="*/ 1353869 w 1424802"/>
              <a:gd name="connsiteY30" fmla="*/ 1173135 h 1650046"/>
              <a:gd name="connsiteX31" fmla="*/ 1379755 w 1424802"/>
              <a:gd name="connsiteY31" fmla="*/ 1237514 h 1650046"/>
              <a:gd name="connsiteX32" fmla="*/ 1410539 w 1424802"/>
              <a:gd name="connsiteY32" fmla="*/ 1351107 h 1650046"/>
              <a:gd name="connsiteX33" fmla="*/ 1404287 w 1424802"/>
              <a:gd name="connsiteY33" fmla="*/ 1474733 h 1650046"/>
              <a:gd name="connsiteX34" fmla="*/ 1287447 w 1424802"/>
              <a:gd name="connsiteY34" fmla="*/ 1609015 h 1650046"/>
              <a:gd name="connsiteX35" fmla="*/ 1269862 w 1424802"/>
              <a:gd name="connsiteY35" fmla="*/ 1620738 h 1650046"/>
              <a:gd name="connsiteX36" fmla="*/ 1234693 w 1424802"/>
              <a:gd name="connsiteY36" fmla="*/ 1632461 h 1650046"/>
              <a:gd name="connsiteX37" fmla="*/ 1217108 w 1424802"/>
              <a:gd name="connsiteY37" fmla="*/ 1638323 h 1650046"/>
              <a:gd name="connsiteX38" fmla="*/ 1176078 w 1424802"/>
              <a:gd name="connsiteY38" fmla="*/ 1644184 h 1650046"/>
              <a:gd name="connsiteX39" fmla="*/ 1140908 w 1424802"/>
              <a:gd name="connsiteY39" fmla="*/ 1650046 h 1650046"/>
              <a:gd name="connsiteX40" fmla="*/ 900585 w 1424802"/>
              <a:gd name="connsiteY40" fmla="*/ 1644184 h 1650046"/>
              <a:gd name="connsiteX41" fmla="*/ 883001 w 1424802"/>
              <a:gd name="connsiteY41" fmla="*/ 1638323 h 1650046"/>
              <a:gd name="connsiteX42" fmla="*/ 800939 w 1424802"/>
              <a:gd name="connsiteY42" fmla="*/ 1632461 h 1650046"/>
              <a:gd name="connsiteX43" fmla="*/ 630955 w 1424802"/>
              <a:gd name="connsiteY43" fmla="*/ 1626600 h 1650046"/>
              <a:gd name="connsiteX44" fmla="*/ 572339 w 1424802"/>
              <a:gd name="connsiteY44" fmla="*/ 1620738 h 1650046"/>
              <a:gd name="connsiteX45" fmla="*/ 476812 w 1424802"/>
              <a:gd name="connsiteY45" fmla="*/ 1626600 h 1650046"/>
              <a:gd name="connsiteX46" fmla="*/ 155426 w 1424802"/>
              <a:gd name="connsiteY46" fmla="*/ 1597292 h 1650046"/>
              <a:gd name="connsiteX47" fmla="*/ 83418 w 1424802"/>
              <a:gd name="connsiteY47" fmla="*/ 1525284 h 1650046"/>
              <a:gd name="connsiteX48" fmla="*/ 50662 w 1424802"/>
              <a:gd name="connsiteY48" fmla="*/ 1474200 h 1650046"/>
              <a:gd name="connsiteX49" fmla="*/ 33078 w 1424802"/>
              <a:gd name="connsiteY49" fmla="*/ 1456615 h 1650046"/>
              <a:gd name="connsiteX50" fmla="*/ 21355 w 1424802"/>
              <a:gd name="connsiteY50" fmla="*/ 1415584 h 1650046"/>
              <a:gd name="connsiteX51" fmla="*/ 9632 w 1424802"/>
              <a:gd name="connsiteY51" fmla="*/ 1368692 h 1650046"/>
              <a:gd name="connsiteX52" fmla="*/ 9632 w 1424802"/>
              <a:gd name="connsiteY52" fmla="*/ 1169400 h 1650046"/>
              <a:gd name="connsiteX53" fmla="*/ 15493 w 1424802"/>
              <a:gd name="connsiteY53" fmla="*/ 1151815 h 1650046"/>
              <a:gd name="connsiteX54" fmla="*/ 21355 w 1424802"/>
              <a:gd name="connsiteY54" fmla="*/ 1099061 h 1650046"/>
              <a:gd name="connsiteX55" fmla="*/ 27216 w 1424802"/>
              <a:gd name="connsiteY55" fmla="*/ 1081477 h 1650046"/>
              <a:gd name="connsiteX56" fmla="*/ 33078 w 1424802"/>
              <a:gd name="connsiteY56" fmla="*/ 1046307 h 1650046"/>
              <a:gd name="connsiteX57" fmla="*/ 50662 w 1424802"/>
              <a:gd name="connsiteY57" fmla="*/ 1005277 h 1650046"/>
              <a:gd name="connsiteX58" fmla="*/ 62385 w 1424802"/>
              <a:gd name="connsiteY58" fmla="*/ 964246 h 1650046"/>
              <a:gd name="connsiteX59" fmla="*/ 74108 w 1424802"/>
              <a:gd name="connsiteY59" fmla="*/ 940800 h 1650046"/>
              <a:gd name="connsiteX60" fmla="*/ 85832 w 1424802"/>
              <a:gd name="connsiteY60" fmla="*/ 899769 h 1650046"/>
              <a:gd name="connsiteX61" fmla="*/ 91693 w 1424802"/>
              <a:gd name="connsiteY61" fmla="*/ 882184 h 1650046"/>
              <a:gd name="connsiteX62" fmla="*/ 97555 w 1424802"/>
              <a:gd name="connsiteY62" fmla="*/ 852877 h 1650046"/>
              <a:gd name="connsiteX63" fmla="*/ 103416 w 1424802"/>
              <a:gd name="connsiteY63" fmla="*/ 835292 h 1650046"/>
              <a:gd name="connsiteX64" fmla="*/ 102366 w 1424802"/>
              <a:gd name="connsiteY64" fmla="*/ 772661 h 1650046"/>
              <a:gd name="connsiteX65" fmla="*/ 83418 w 1424802"/>
              <a:gd name="connsiteY65" fmla="*/ 661188 h 1650046"/>
              <a:gd name="connsiteX66" fmla="*/ 34270 w 1424802"/>
              <a:gd name="connsiteY6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091559 w 1424802"/>
              <a:gd name="connsiteY26" fmla="*/ 805354 h 1650046"/>
              <a:gd name="connsiteX27" fmla="*/ 1235657 w 1424802"/>
              <a:gd name="connsiteY27" fmla="*/ 1021434 h 1650046"/>
              <a:gd name="connsiteX28" fmla="*/ 1307706 w 1424802"/>
              <a:gd name="connsiteY28" fmla="*/ 1093461 h 1650046"/>
              <a:gd name="connsiteX29" fmla="*/ 1353869 w 1424802"/>
              <a:gd name="connsiteY29" fmla="*/ 1173135 h 1650046"/>
              <a:gd name="connsiteX30" fmla="*/ 1379755 w 1424802"/>
              <a:gd name="connsiteY30" fmla="*/ 1237514 h 1650046"/>
              <a:gd name="connsiteX31" fmla="*/ 1410539 w 1424802"/>
              <a:gd name="connsiteY31" fmla="*/ 1351107 h 1650046"/>
              <a:gd name="connsiteX32" fmla="*/ 1404287 w 1424802"/>
              <a:gd name="connsiteY32" fmla="*/ 1474733 h 1650046"/>
              <a:gd name="connsiteX33" fmla="*/ 1287447 w 1424802"/>
              <a:gd name="connsiteY33" fmla="*/ 1609015 h 1650046"/>
              <a:gd name="connsiteX34" fmla="*/ 1269862 w 1424802"/>
              <a:gd name="connsiteY34" fmla="*/ 1620738 h 1650046"/>
              <a:gd name="connsiteX35" fmla="*/ 1234693 w 1424802"/>
              <a:gd name="connsiteY35" fmla="*/ 1632461 h 1650046"/>
              <a:gd name="connsiteX36" fmla="*/ 1217108 w 1424802"/>
              <a:gd name="connsiteY36" fmla="*/ 1638323 h 1650046"/>
              <a:gd name="connsiteX37" fmla="*/ 1176078 w 1424802"/>
              <a:gd name="connsiteY37" fmla="*/ 1644184 h 1650046"/>
              <a:gd name="connsiteX38" fmla="*/ 1140908 w 1424802"/>
              <a:gd name="connsiteY38" fmla="*/ 1650046 h 1650046"/>
              <a:gd name="connsiteX39" fmla="*/ 900585 w 1424802"/>
              <a:gd name="connsiteY39" fmla="*/ 1644184 h 1650046"/>
              <a:gd name="connsiteX40" fmla="*/ 883001 w 1424802"/>
              <a:gd name="connsiteY40" fmla="*/ 1638323 h 1650046"/>
              <a:gd name="connsiteX41" fmla="*/ 800939 w 1424802"/>
              <a:gd name="connsiteY41" fmla="*/ 1632461 h 1650046"/>
              <a:gd name="connsiteX42" fmla="*/ 630955 w 1424802"/>
              <a:gd name="connsiteY42" fmla="*/ 1626600 h 1650046"/>
              <a:gd name="connsiteX43" fmla="*/ 572339 w 1424802"/>
              <a:gd name="connsiteY43" fmla="*/ 1620738 h 1650046"/>
              <a:gd name="connsiteX44" fmla="*/ 476812 w 1424802"/>
              <a:gd name="connsiteY44" fmla="*/ 1626600 h 1650046"/>
              <a:gd name="connsiteX45" fmla="*/ 155426 w 1424802"/>
              <a:gd name="connsiteY45" fmla="*/ 1597292 h 1650046"/>
              <a:gd name="connsiteX46" fmla="*/ 83418 w 1424802"/>
              <a:gd name="connsiteY46" fmla="*/ 1525284 h 1650046"/>
              <a:gd name="connsiteX47" fmla="*/ 50662 w 1424802"/>
              <a:gd name="connsiteY47" fmla="*/ 1474200 h 1650046"/>
              <a:gd name="connsiteX48" fmla="*/ 33078 w 1424802"/>
              <a:gd name="connsiteY48" fmla="*/ 1456615 h 1650046"/>
              <a:gd name="connsiteX49" fmla="*/ 21355 w 1424802"/>
              <a:gd name="connsiteY49" fmla="*/ 1415584 h 1650046"/>
              <a:gd name="connsiteX50" fmla="*/ 9632 w 1424802"/>
              <a:gd name="connsiteY50" fmla="*/ 1368692 h 1650046"/>
              <a:gd name="connsiteX51" fmla="*/ 9632 w 1424802"/>
              <a:gd name="connsiteY51" fmla="*/ 1169400 h 1650046"/>
              <a:gd name="connsiteX52" fmla="*/ 15493 w 1424802"/>
              <a:gd name="connsiteY52" fmla="*/ 1151815 h 1650046"/>
              <a:gd name="connsiteX53" fmla="*/ 21355 w 1424802"/>
              <a:gd name="connsiteY53" fmla="*/ 1099061 h 1650046"/>
              <a:gd name="connsiteX54" fmla="*/ 27216 w 1424802"/>
              <a:gd name="connsiteY54" fmla="*/ 1081477 h 1650046"/>
              <a:gd name="connsiteX55" fmla="*/ 33078 w 1424802"/>
              <a:gd name="connsiteY55" fmla="*/ 1046307 h 1650046"/>
              <a:gd name="connsiteX56" fmla="*/ 50662 w 1424802"/>
              <a:gd name="connsiteY56" fmla="*/ 1005277 h 1650046"/>
              <a:gd name="connsiteX57" fmla="*/ 62385 w 1424802"/>
              <a:gd name="connsiteY57" fmla="*/ 964246 h 1650046"/>
              <a:gd name="connsiteX58" fmla="*/ 74108 w 1424802"/>
              <a:gd name="connsiteY58" fmla="*/ 940800 h 1650046"/>
              <a:gd name="connsiteX59" fmla="*/ 85832 w 1424802"/>
              <a:gd name="connsiteY59" fmla="*/ 899769 h 1650046"/>
              <a:gd name="connsiteX60" fmla="*/ 91693 w 1424802"/>
              <a:gd name="connsiteY60" fmla="*/ 882184 h 1650046"/>
              <a:gd name="connsiteX61" fmla="*/ 97555 w 1424802"/>
              <a:gd name="connsiteY61" fmla="*/ 852877 h 1650046"/>
              <a:gd name="connsiteX62" fmla="*/ 103416 w 1424802"/>
              <a:gd name="connsiteY62" fmla="*/ 835292 h 1650046"/>
              <a:gd name="connsiteX63" fmla="*/ 102366 w 1424802"/>
              <a:gd name="connsiteY63" fmla="*/ 772661 h 1650046"/>
              <a:gd name="connsiteX64" fmla="*/ 83418 w 1424802"/>
              <a:gd name="connsiteY64" fmla="*/ 661188 h 1650046"/>
              <a:gd name="connsiteX65" fmla="*/ 34270 w 1424802"/>
              <a:gd name="connsiteY6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091559 w 1424802"/>
              <a:gd name="connsiteY25" fmla="*/ 805354 h 1650046"/>
              <a:gd name="connsiteX26" fmla="*/ 1235657 w 1424802"/>
              <a:gd name="connsiteY26" fmla="*/ 1021434 h 1650046"/>
              <a:gd name="connsiteX27" fmla="*/ 1307706 w 1424802"/>
              <a:gd name="connsiteY27" fmla="*/ 1093461 h 1650046"/>
              <a:gd name="connsiteX28" fmla="*/ 1353869 w 1424802"/>
              <a:gd name="connsiteY28" fmla="*/ 1173135 h 1650046"/>
              <a:gd name="connsiteX29" fmla="*/ 1379755 w 1424802"/>
              <a:gd name="connsiteY29" fmla="*/ 1237514 h 1650046"/>
              <a:gd name="connsiteX30" fmla="*/ 1410539 w 1424802"/>
              <a:gd name="connsiteY30" fmla="*/ 1351107 h 1650046"/>
              <a:gd name="connsiteX31" fmla="*/ 1404287 w 1424802"/>
              <a:gd name="connsiteY31" fmla="*/ 1474733 h 1650046"/>
              <a:gd name="connsiteX32" fmla="*/ 1287447 w 1424802"/>
              <a:gd name="connsiteY32" fmla="*/ 1609015 h 1650046"/>
              <a:gd name="connsiteX33" fmla="*/ 1269862 w 1424802"/>
              <a:gd name="connsiteY33" fmla="*/ 1620738 h 1650046"/>
              <a:gd name="connsiteX34" fmla="*/ 1234693 w 1424802"/>
              <a:gd name="connsiteY34" fmla="*/ 1632461 h 1650046"/>
              <a:gd name="connsiteX35" fmla="*/ 1217108 w 1424802"/>
              <a:gd name="connsiteY35" fmla="*/ 1638323 h 1650046"/>
              <a:gd name="connsiteX36" fmla="*/ 1176078 w 1424802"/>
              <a:gd name="connsiteY36" fmla="*/ 1644184 h 1650046"/>
              <a:gd name="connsiteX37" fmla="*/ 1140908 w 1424802"/>
              <a:gd name="connsiteY37" fmla="*/ 1650046 h 1650046"/>
              <a:gd name="connsiteX38" fmla="*/ 900585 w 1424802"/>
              <a:gd name="connsiteY38" fmla="*/ 1644184 h 1650046"/>
              <a:gd name="connsiteX39" fmla="*/ 883001 w 1424802"/>
              <a:gd name="connsiteY39" fmla="*/ 1638323 h 1650046"/>
              <a:gd name="connsiteX40" fmla="*/ 800939 w 1424802"/>
              <a:gd name="connsiteY40" fmla="*/ 1632461 h 1650046"/>
              <a:gd name="connsiteX41" fmla="*/ 630955 w 1424802"/>
              <a:gd name="connsiteY41" fmla="*/ 1626600 h 1650046"/>
              <a:gd name="connsiteX42" fmla="*/ 572339 w 1424802"/>
              <a:gd name="connsiteY42" fmla="*/ 1620738 h 1650046"/>
              <a:gd name="connsiteX43" fmla="*/ 476812 w 1424802"/>
              <a:gd name="connsiteY43" fmla="*/ 1626600 h 1650046"/>
              <a:gd name="connsiteX44" fmla="*/ 155426 w 1424802"/>
              <a:gd name="connsiteY44" fmla="*/ 1597292 h 1650046"/>
              <a:gd name="connsiteX45" fmla="*/ 83418 w 1424802"/>
              <a:gd name="connsiteY45" fmla="*/ 1525284 h 1650046"/>
              <a:gd name="connsiteX46" fmla="*/ 50662 w 1424802"/>
              <a:gd name="connsiteY46" fmla="*/ 1474200 h 1650046"/>
              <a:gd name="connsiteX47" fmla="*/ 33078 w 1424802"/>
              <a:gd name="connsiteY47" fmla="*/ 1456615 h 1650046"/>
              <a:gd name="connsiteX48" fmla="*/ 21355 w 1424802"/>
              <a:gd name="connsiteY48" fmla="*/ 1415584 h 1650046"/>
              <a:gd name="connsiteX49" fmla="*/ 9632 w 1424802"/>
              <a:gd name="connsiteY49" fmla="*/ 1368692 h 1650046"/>
              <a:gd name="connsiteX50" fmla="*/ 9632 w 1424802"/>
              <a:gd name="connsiteY50" fmla="*/ 1169400 h 1650046"/>
              <a:gd name="connsiteX51" fmla="*/ 15493 w 1424802"/>
              <a:gd name="connsiteY51" fmla="*/ 1151815 h 1650046"/>
              <a:gd name="connsiteX52" fmla="*/ 21355 w 1424802"/>
              <a:gd name="connsiteY52" fmla="*/ 1099061 h 1650046"/>
              <a:gd name="connsiteX53" fmla="*/ 27216 w 1424802"/>
              <a:gd name="connsiteY53" fmla="*/ 1081477 h 1650046"/>
              <a:gd name="connsiteX54" fmla="*/ 33078 w 1424802"/>
              <a:gd name="connsiteY54" fmla="*/ 1046307 h 1650046"/>
              <a:gd name="connsiteX55" fmla="*/ 50662 w 1424802"/>
              <a:gd name="connsiteY55" fmla="*/ 1005277 h 1650046"/>
              <a:gd name="connsiteX56" fmla="*/ 62385 w 1424802"/>
              <a:gd name="connsiteY56" fmla="*/ 964246 h 1650046"/>
              <a:gd name="connsiteX57" fmla="*/ 74108 w 1424802"/>
              <a:gd name="connsiteY57" fmla="*/ 940800 h 1650046"/>
              <a:gd name="connsiteX58" fmla="*/ 85832 w 1424802"/>
              <a:gd name="connsiteY58" fmla="*/ 899769 h 1650046"/>
              <a:gd name="connsiteX59" fmla="*/ 91693 w 1424802"/>
              <a:gd name="connsiteY59" fmla="*/ 882184 h 1650046"/>
              <a:gd name="connsiteX60" fmla="*/ 97555 w 1424802"/>
              <a:gd name="connsiteY60" fmla="*/ 852877 h 1650046"/>
              <a:gd name="connsiteX61" fmla="*/ 103416 w 1424802"/>
              <a:gd name="connsiteY61" fmla="*/ 835292 h 1650046"/>
              <a:gd name="connsiteX62" fmla="*/ 102366 w 1424802"/>
              <a:gd name="connsiteY62" fmla="*/ 772661 h 1650046"/>
              <a:gd name="connsiteX63" fmla="*/ 83418 w 1424802"/>
              <a:gd name="connsiteY63" fmla="*/ 661188 h 1650046"/>
              <a:gd name="connsiteX64" fmla="*/ 34270 w 1424802"/>
              <a:gd name="connsiteY6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091559 w 1424802"/>
              <a:gd name="connsiteY24" fmla="*/ 805354 h 1650046"/>
              <a:gd name="connsiteX25" fmla="*/ 1235657 w 1424802"/>
              <a:gd name="connsiteY25" fmla="*/ 1021434 h 1650046"/>
              <a:gd name="connsiteX26" fmla="*/ 1307706 w 1424802"/>
              <a:gd name="connsiteY26" fmla="*/ 1093461 h 1650046"/>
              <a:gd name="connsiteX27" fmla="*/ 1353869 w 1424802"/>
              <a:gd name="connsiteY27" fmla="*/ 1173135 h 1650046"/>
              <a:gd name="connsiteX28" fmla="*/ 1379755 w 1424802"/>
              <a:gd name="connsiteY28" fmla="*/ 1237514 h 1650046"/>
              <a:gd name="connsiteX29" fmla="*/ 1410539 w 1424802"/>
              <a:gd name="connsiteY29" fmla="*/ 1351107 h 1650046"/>
              <a:gd name="connsiteX30" fmla="*/ 1404287 w 1424802"/>
              <a:gd name="connsiteY30" fmla="*/ 1474733 h 1650046"/>
              <a:gd name="connsiteX31" fmla="*/ 1287447 w 1424802"/>
              <a:gd name="connsiteY31" fmla="*/ 1609015 h 1650046"/>
              <a:gd name="connsiteX32" fmla="*/ 1269862 w 1424802"/>
              <a:gd name="connsiteY32" fmla="*/ 1620738 h 1650046"/>
              <a:gd name="connsiteX33" fmla="*/ 1234693 w 1424802"/>
              <a:gd name="connsiteY33" fmla="*/ 1632461 h 1650046"/>
              <a:gd name="connsiteX34" fmla="*/ 1217108 w 1424802"/>
              <a:gd name="connsiteY34" fmla="*/ 1638323 h 1650046"/>
              <a:gd name="connsiteX35" fmla="*/ 1176078 w 1424802"/>
              <a:gd name="connsiteY35" fmla="*/ 1644184 h 1650046"/>
              <a:gd name="connsiteX36" fmla="*/ 1140908 w 1424802"/>
              <a:gd name="connsiteY36" fmla="*/ 1650046 h 1650046"/>
              <a:gd name="connsiteX37" fmla="*/ 900585 w 1424802"/>
              <a:gd name="connsiteY37" fmla="*/ 1644184 h 1650046"/>
              <a:gd name="connsiteX38" fmla="*/ 883001 w 1424802"/>
              <a:gd name="connsiteY38" fmla="*/ 1638323 h 1650046"/>
              <a:gd name="connsiteX39" fmla="*/ 800939 w 1424802"/>
              <a:gd name="connsiteY39" fmla="*/ 1632461 h 1650046"/>
              <a:gd name="connsiteX40" fmla="*/ 630955 w 1424802"/>
              <a:gd name="connsiteY40" fmla="*/ 1626600 h 1650046"/>
              <a:gd name="connsiteX41" fmla="*/ 572339 w 1424802"/>
              <a:gd name="connsiteY41" fmla="*/ 1620738 h 1650046"/>
              <a:gd name="connsiteX42" fmla="*/ 476812 w 1424802"/>
              <a:gd name="connsiteY42" fmla="*/ 1626600 h 1650046"/>
              <a:gd name="connsiteX43" fmla="*/ 155426 w 1424802"/>
              <a:gd name="connsiteY43" fmla="*/ 1597292 h 1650046"/>
              <a:gd name="connsiteX44" fmla="*/ 83418 w 1424802"/>
              <a:gd name="connsiteY44" fmla="*/ 1525284 h 1650046"/>
              <a:gd name="connsiteX45" fmla="*/ 50662 w 1424802"/>
              <a:gd name="connsiteY45" fmla="*/ 1474200 h 1650046"/>
              <a:gd name="connsiteX46" fmla="*/ 33078 w 1424802"/>
              <a:gd name="connsiteY46" fmla="*/ 1456615 h 1650046"/>
              <a:gd name="connsiteX47" fmla="*/ 21355 w 1424802"/>
              <a:gd name="connsiteY47" fmla="*/ 1415584 h 1650046"/>
              <a:gd name="connsiteX48" fmla="*/ 9632 w 1424802"/>
              <a:gd name="connsiteY48" fmla="*/ 1368692 h 1650046"/>
              <a:gd name="connsiteX49" fmla="*/ 9632 w 1424802"/>
              <a:gd name="connsiteY49" fmla="*/ 1169400 h 1650046"/>
              <a:gd name="connsiteX50" fmla="*/ 15493 w 1424802"/>
              <a:gd name="connsiteY50" fmla="*/ 1151815 h 1650046"/>
              <a:gd name="connsiteX51" fmla="*/ 21355 w 1424802"/>
              <a:gd name="connsiteY51" fmla="*/ 1099061 h 1650046"/>
              <a:gd name="connsiteX52" fmla="*/ 27216 w 1424802"/>
              <a:gd name="connsiteY52" fmla="*/ 1081477 h 1650046"/>
              <a:gd name="connsiteX53" fmla="*/ 33078 w 1424802"/>
              <a:gd name="connsiteY53" fmla="*/ 1046307 h 1650046"/>
              <a:gd name="connsiteX54" fmla="*/ 50662 w 1424802"/>
              <a:gd name="connsiteY54" fmla="*/ 1005277 h 1650046"/>
              <a:gd name="connsiteX55" fmla="*/ 62385 w 1424802"/>
              <a:gd name="connsiteY55" fmla="*/ 964246 h 1650046"/>
              <a:gd name="connsiteX56" fmla="*/ 74108 w 1424802"/>
              <a:gd name="connsiteY56" fmla="*/ 940800 h 1650046"/>
              <a:gd name="connsiteX57" fmla="*/ 85832 w 1424802"/>
              <a:gd name="connsiteY57" fmla="*/ 899769 h 1650046"/>
              <a:gd name="connsiteX58" fmla="*/ 91693 w 1424802"/>
              <a:gd name="connsiteY58" fmla="*/ 882184 h 1650046"/>
              <a:gd name="connsiteX59" fmla="*/ 97555 w 1424802"/>
              <a:gd name="connsiteY59" fmla="*/ 852877 h 1650046"/>
              <a:gd name="connsiteX60" fmla="*/ 103416 w 1424802"/>
              <a:gd name="connsiteY60" fmla="*/ 835292 h 1650046"/>
              <a:gd name="connsiteX61" fmla="*/ 102366 w 1424802"/>
              <a:gd name="connsiteY61" fmla="*/ 772661 h 1650046"/>
              <a:gd name="connsiteX62" fmla="*/ 83418 w 1424802"/>
              <a:gd name="connsiteY62" fmla="*/ 661188 h 1650046"/>
              <a:gd name="connsiteX63" fmla="*/ 34270 w 1424802"/>
              <a:gd name="connsiteY6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35047 w 1424802"/>
              <a:gd name="connsiteY22" fmla="*/ 630138 h 1650046"/>
              <a:gd name="connsiteX23" fmla="*/ 1091559 w 1424802"/>
              <a:gd name="connsiteY23" fmla="*/ 805354 h 1650046"/>
              <a:gd name="connsiteX24" fmla="*/ 1235657 w 1424802"/>
              <a:gd name="connsiteY24" fmla="*/ 1021434 h 1650046"/>
              <a:gd name="connsiteX25" fmla="*/ 1307706 w 1424802"/>
              <a:gd name="connsiteY25" fmla="*/ 1093461 h 1650046"/>
              <a:gd name="connsiteX26" fmla="*/ 1353869 w 1424802"/>
              <a:gd name="connsiteY26" fmla="*/ 1173135 h 1650046"/>
              <a:gd name="connsiteX27" fmla="*/ 1379755 w 1424802"/>
              <a:gd name="connsiteY27" fmla="*/ 1237514 h 1650046"/>
              <a:gd name="connsiteX28" fmla="*/ 1410539 w 1424802"/>
              <a:gd name="connsiteY28" fmla="*/ 1351107 h 1650046"/>
              <a:gd name="connsiteX29" fmla="*/ 1404287 w 1424802"/>
              <a:gd name="connsiteY29" fmla="*/ 1474733 h 1650046"/>
              <a:gd name="connsiteX30" fmla="*/ 1287447 w 1424802"/>
              <a:gd name="connsiteY30" fmla="*/ 1609015 h 1650046"/>
              <a:gd name="connsiteX31" fmla="*/ 1269862 w 1424802"/>
              <a:gd name="connsiteY31" fmla="*/ 1620738 h 1650046"/>
              <a:gd name="connsiteX32" fmla="*/ 1234693 w 1424802"/>
              <a:gd name="connsiteY32" fmla="*/ 1632461 h 1650046"/>
              <a:gd name="connsiteX33" fmla="*/ 1217108 w 1424802"/>
              <a:gd name="connsiteY33" fmla="*/ 1638323 h 1650046"/>
              <a:gd name="connsiteX34" fmla="*/ 1176078 w 1424802"/>
              <a:gd name="connsiteY34" fmla="*/ 1644184 h 1650046"/>
              <a:gd name="connsiteX35" fmla="*/ 1140908 w 1424802"/>
              <a:gd name="connsiteY35" fmla="*/ 1650046 h 1650046"/>
              <a:gd name="connsiteX36" fmla="*/ 900585 w 1424802"/>
              <a:gd name="connsiteY36" fmla="*/ 1644184 h 1650046"/>
              <a:gd name="connsiteX37" fmla="*/ 883001 w 1424802"/>
              <a:gd name="connsiteY37" fmla="*/ 1638323 h 1650046"/>
              <a:gd name="connsiteX38" fmla="*/ 800939 w 1424802"/>
              <a:gd name="connsiteY38" fmla="*/ 1632461 h 1650046"/>
              <a:gd name="connsiteX39" fmla="*/ 630955 w 1424802"/>
              <a:gd name="connsiteY39" fmla="*/ 1626600 h 1650046"/>
              <a:gd name="connsiteX40" fmla="*/ 572339 w 1424802"/>
              <a:gd name="connsiteY40" fmla="*/ 1620738 h 1650046"/>
              <a:gd name="connsiteX41" fmla="*/ 476812 w 1424802"/>
              <a:gd name="connsiteY41" fmla="*/ 1626600 h 1650046"/>
              <a:gd name="connsiteX42" fmla="*/ 155426 w 1424802"/>
              <a:gd name="connsiteY42" fmla="*/ 1597292 h 1650046"/>
              <a:gd name="connsiteX43" fmla="*/ 83418 w 1424802"/>
              <a:gd name="connsiteY43" fmla="*/ 1525284 h 1650046"/>
              <a:gd name="connsiteX44" fmla="*/ 50662 w 1424802"/>
              <a:gd name="connsiteY44" fmla="*/ 1474200 h 1650046"/>
              <a:gd name="connsiteX45" fmla="*/ 33078 w 1424802"/>
              <a:gd name="connsiteY45" fmla="*/ 1456615 h 1650046"/>
              <a:gd name="connsiteX46" fmla="*/ 21355 w 1424802"/>
              <a:gd name="connsiteY46" fmla="*/ 1415584 h 1650046"/>
              <a:gd name="connsiteX47" fmla="*/ 9632 w 1424802"/>
              <a:gd name="connsiteY47" fmla="*/ 1368692 h 1650046"/>
              <a:gd name="connsiteX48" fmla="*/ 9632 w 1424802"/>
              <a:gd name="connsiteY48" fmla="*/ 1169400 h 1650046"/>
              <a:gd name="connsiteX49" fmla="*/ 15493 w 1424802"/>
              <a:gd name="connsiteY49" fmla="*/ 1151815 h 1650046"/>
              <a:gd name="connsiteX50" fmla="*/ 21355 w 1424802"/>
              <a:gd name="connsiteY50" fmla="*/ 1099061 h 1650046"/>
              <a:gd name="connsiteX51" fmla="*/ 27216 w 1424802"/>
              <a:gd name="connsiteY51" fmla="*/ 1081477 h 1650046"/>
              <a:gd name="connsiteX52" fmla="*/ 33078 w 1424802"/>
              <a:gd name="connsiteY52" fmla="*/ 1046307 h 1650046"/>
              <a:gd name="connsiteX53" fmla="*/ 50662 w 1424802"/>
              <a:gd name="connsiteY53" fmla="*/ 1005277 h 1650046"/>
              <a:gd name="connsiteX54" fmla="*/ 62385 w 1424802"/>
              <a:gd name="connsiteY54" fmla="*/ 964246 h 1650046"/>
              <a:gd name="connsiteX55" fmla="*/ 74108 w 1424802"/>
              <a:gd name="connsiteY55" fmla="*/ 940800 h 1650046"/>
              <a:gd name="connsiteX56" fmla="*/ 85832 w 1424802"/>
              <a:gd name="connsiteY56" fmla="*/ 899769 h 1650046"/>
              <a:gd name="connsiteX57" fmla="*/ 91693 w 1424802"/>
              <a:gd name="connsiteY57" fmla="*/ 882184 h 1650046"/>
              <a:gd name="connsiteX58" fmla="*/ 97555 w 1424802"/>
              <a:gd name="connsiteY58" fmla="*/ 852877 h 1650046"/>
              <a:gd name="connsiteX59" fmla="*/ 103416 w 1424802"/>
              <a:gd name="connsiteY59" fmla="*/ 835292 h 1650046"/>
              <a:gd name="connsiteX60" fmla="*/ 102366 w 1424802"/>
              <a:gd name="connsiteY60" fmla="*/ 772661 h 1650046"/>
              <a:gd name="connsiteX61" fmla="*/ 83418 w 1424802"/>
              <a:gd name="connsiteY61" fmla="*/ 661188 h 1650046"/>
              <a:gd name="connsiteX62" fmla="*/ 34270 w 1424802"/>
              <a:gd name="connsiteY6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135047 w 1424802"/>
              <a:gd name="connsiteY21" fmla="*/ 630138 h 1650046"/>
              <a:gd name="connsiteX22" fmla="*/ 1091559 w 1424802"/>
              <a:gd name="connsiteY22" fmla="*/ 805354 h 1650046"/>
              <a:gd name="connsiteX23" fmla="*/ 1235657 w 1424802"/>
              <a:gd name="connsiteY23" fmla="*/ 1021434 h 1650046"/>
              <a:gd name="connsiteX24" fmla="*/ 1307706 w 1424802"/>
              <a:gd name="connsiteY24" fmla="*/ 1093461 h 1650046"/>
              <a:gd name="connsiteX25" fmla="*/ 1353869 w 1424802"/>
              <a:gd name="connsiteY25" fmla="*/ 1173135 h 1650046"/>
              <a:gd name="connsiteX26" fmla="*/ 1379755 w 1424802"/>
              <a:gd name="connsiteY26" fmla="*/ 1237514 h 1650046"/>
              <a:gd name="connsiteX27" fmla="*/ 1410539 w 1424802"/>
              <a:gd name="connsiteY27" fmla="*/ 1351107 h 1650046"/>
              <a:gd name="connsiteX28" fmla="*/ 1404287 w 1424802"/>
              <a:gd name="connsiteY28" fmla="*/ 1474733 h 1650046"/>
              <a:gd name="connsiteX29" fmla="*/ 1287447 w 1424802"/>
              <a:gd name="connsiteY29" fmla="*/ 1609015 h 1650046"/>
              <a:gd name="connsiteX30" fmla="*/ 1269862 w 1424802"/>
              <a:gd name="connsiteY30" fmla="*/ 1620738 h 1650046"/>
              <a:gd name="connsiteX31" fmla="*/ 1234693 w 1424802"/>
              <a:gd name="connsiteY31" fmla="*/ 1632461 h 1650046"/>
              <a:gd name="connsiteX32" fmla="*/ 1217108 w 1424802"/>
              <a:gd name="connsiteY32" fmla="*/ 1638323 h 1650046"/>
              <a:gd name="connsiteX33" fmla="*/ 1176078 w 1424802"/>
              <a:gd name="connsiteY33" fmla="*/ 1644184 h 1650046"/>
              <a:gd name="connsiteX34" fmla="*/ 1140908 w 1424802"/>
              <a:gd name="connsiteY34" fmla="*/ 1650046 h 1650046"/>
              <a:gd name="connsiteX35" fmla="*/ 900585 w 1424802"/>
              <a:gd name="connsiteY35" fmla="*/ 1644184 h 1650046"/>
              <a:gd name="connsiteX36" fmla="*/ 883001 w 1424802"/>
              <a:gd name="connsiteY36" fmla="*/ 1638323 h 1650046"/>
              <a:gd name="connsiteX37" fmla="*/ 800939 w 1424802"/>
              <a:gd name="connsiteY37" fmla="*/ 1632461 h 1650046"/>
              <a:gd name="connsiteX38" fmla="*/ 630955 w 1424802"/>
              <a:gd name="connsiteY38" fmla="*/ 1626600 h 1650046"/>
              <a:gd name="connsiteX39" fmla="*/ 572339 w 1424802"/>
              <a:gd name="connsiteY39" fmla="*/ 1620738 h 1650046"/>
              <a:gd name="connsiteX40" fmla="*/ 476812 w 1424802"/>
              <a:gd name="connsiteY40" fmla="*/ 1626600 h 1650046"/>
              <a:gd name="connsiteX41" fmla="*/ 155426 w 1424802"/>
              <a:gd name="connsiteY41" fmla="*/ 1597292 h 1650046"/>
              <a:gd name="connsiteX42" fmla="*/ 83418 w 1424802"/>
              <a:gd name="connsiteY42" fmla="*/ 1525284 h 1650046"/>
              <a:gd name="connsiteX43" fmla="*/ 50662 w 1424802"/>
              <a:gd name="connsiteY43" fmla="*/ 1474200 h 1650046"/>
              <a:gd name="connsiteX44" fmla="*/ 33078 w 1424802"/>
              <a:gd name="connsiteY44" fmla="*/ 1456615 h 1650046"/>
              <a:gd name="connsiteX45" fmla="*/ 21355 w 1424802"/>
              <a:gd name="connsiteY45" fmla="*/ 1415584 h 1650046"/>
              <a:gd name="connsiteX46" fmla="*/ 9632 w 1424802"/>
              <a:gd name="connsiteY46" fmla="*/ 1368692 h 1650046"/>
              <a:gd name="connsiteX47" fmla="*/ 9632 w 1424802"/>
              <a:gd name="connsiteY47" fmla="*/ 1169400 h 1650046"/>
              <a:gd name="connsiteX48" fmla="*/ 15493 w 1424802"/>
              <a:gd name="connsiteY48" fmla="*/ 1151815 h 1650046"/>
              <a:gd name="connsiteX49" fmla="*/ 21355 w 1424802"/>
              <a:gd name="connsiteY49" fmla="*/ 1099061 h 1650046"/>
              <a:gd name="connsiteX50" fmla="*/ 27216 w 1424802"/>
              <a:gd name="connsiteY50" fmla="*/ 1081477 h 1650046"/>
              <a:gd name="connsiteX51" fmla="*/ 33078 w 1424802"/>
              <a:gd name="connsiteY51" fmla="*/ 1046307 h 1650046"/>
              <a:gd name="connsiteX52" fmla="*/ 50662 w 1424802"/>
              <a:gd name="connsiteY52" fmla="*/ 1005277 h 1650046"/>
              <a:gd name="connsiteX53" fmla="*/ 62385 w 1424802"/>
              <a:gd name="connsiteY53" fmla="*/ 964246 h 1650046"/>
              <a:gd name="connsiteX54" fmla="*/ 74108 w 1424802"/>
              <a:gd name="connsiteY54" fmla="*/ 940800 h 1650046"/>
              <a:gd name="connsiteX55" fmla="*/ 85832 w 1424802"/>
              <a:gd name="connsiteY55" fmla="*/ 899769 h 1650046"/>
              <a:gd name="connsiteX56" fmla="*/ 91693 w 1424802"/>
              <a:gd name="connsiteY56" fmla="*/ 882184 h 1650046"/>
              <a:gd name="connsiteX57" fmla="*/ 97555 w 1424802"/>
              <a:gd name="connsiteY57" fmla="*/ 852877 h 1650046"/>
              <a:gd name="connsiteX58" fmla="*/ 103416 w 1424802"/>
              <a:gd name="connsiteY58" fmla="*/ 835292 h 1650046"/>
              <a:gd name="connsiteX59" fmla="*/ 102366 w 1424802"/>
              <a:gd name="connsiteY59" fmla="*/ 772661 h 1650046"/>
              <a:gd name="connsiteX60" fmla="*/ 83418 w 1424802"/>
              <a:gd name="connsiteY60" fmla="*/ 661188 h 1650046"/>
              <a:gd name="connsiteX61" fmla="*/ 34270 w 1424802"/>
              <a:gd name="connsiteY6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1559 w 1424802"/>
              <a:gd name="connsiteY21" fmla="*/ 805354 h 1650046"/>
              <a:gd name="connsiteX22" fmla="*/ 1235657 w 1424802"/>
              <a:gd name="connsiteY22" fmla="*/ 1021434 h 1650046"/>
              <a:gd name="connsiteX23" fmla="*/ 1307706 w 1424802"/>
              <a:gd name="connsiteY23" fmla="*/ 1093461 h 1650046"/>
              <a:gd name="connsiteX24" fmla="*/ 1353869 w 1424802"/>
              <a:gd name="connsiteY24" fmla="*/ 1173135 h 1650046"/>
              <a:gd name="connsiteX25" fmla="*/ 1379755 w 1424802"/>
              <a:gd name="connsiteY25" fmla="*/ 1237514 h 1650046"/>
              <a:gd name="connsiteX26" fmla="*/ 1410539 w 1424802"/>
              <a:gd name="connsiteY26" fmla="*/ 1351107 h 1650046"/>
              <a:gd name="connsiteX27" fmla="*/ 1404287 w 1424802"/>
              <a:gd name="connsiteY27" fmla="*/ 1474733 h 1650046"/>
              <a:gd name="connsiteX28" fmla="*/ 1287447 w 1424802"/>
              <a:gd name="connsiteY28" fmla="*/ 1609015 h 1650046"/>
              <a:gd name="connsiteX29" fmla="*/ 1269862 w 1424802"/>
              <a:gd name="connsiteY29" fmla="*/ 1620738 h 1650046"/>
              <a:gd name="connsiteX30" fmla="*/ 1234693 w 1424802"/>
              <a:gd name="connsiteY30" fmla="*/ 1632461 h 1650046"/>
              <a:gd name="connsiteX31" fmla="*/ 1217108 w 1424802"/>
              <a:gd name="connsiteY31" fmla="*/ 1638323 h 1650046"/>
              <a:gd name="connsiteX32" fmla="*/ 1176078 w 1424802"/>
              <a:gd name="connsiteY32" fmla="*/ 1644184 h 1650046"/>
              <a:gd name="connsiteX33" fmla="*/ 1140908 w 1424802"/>
              <a:gd name="connsiteY33" fmla="*/ 1650046 h 1650046"/>
              <a:gd name="connsiteX34" fmla="*/ 900585 w 1424802"/>
              <a:gd name="connsiteY34" fmla="*/ 1644184 h 1650046"/>
              <a:gd name="connsiteX35" fmla="*/ 883001 w 1424802"/>
              <a:gd name="connsiteY35" fmla="*/ 1638323 h 1650046"/>
              <a:gd name="connsiteX36" fmla="*/ 800939 w 1424802"/>
              <a:gd name="connsiteY36" fmla="*/ 1632461 h 1650046"/>
              <a:gd name="connsiteX37" fmla="*/ 630955 w 1424802"/>
              <a:gd name="connsiteY37" fmla="*/ 1626600 h 1650046"/>
              <a:gd name="connsiteX38" fmla="*/ 572339 w 1424802"/>
              <a:gd name="connsiteY38" fmla="*/ 1620738 h 1650046"/>
              <a:gd name="connsiteX39" fmla="*/ 476812 w 1424802"/>
              <a:gd name="connsiteY39" fmla="*/ 1626600 h 1650046"/>
              <a:gd name="connsiteX40" fmla="*/ 155426 w 1424802"/>
              <a:gd name="connsiteY40" fmla="*/ 1597292 h 1650046"/>
              <a:gd name="connsiteX41" fmla="*/ 83418 w 1424802"/>
              <a:gd name="connsiteY41" fmla="*/ 1525284 h 1650046"/>
              <a:gd name="connsiteX42" fmla="*/ 50662 w 1424802"/>
              <a:gd name="connsiteY42" fmla="*/ 1474200 h 1650046"/>
              <a:gd name="connsiteX43" fmla="*/ 33078 w 1424802"/>
              <a:gd name="connsiteY43" fmla="*/ 1456615 h 1650046"/>
              <a:gd name="connsiteX44" fmla="*/ 21355 w 1424802"/>
              <a:gd name="connsiteY44" fmla="*/ 1415584 h 1650046"/>
              <a:gd name="connsiteX45" fmla="*/ 9632 w 1424802"/>
              <a:gd name="connsiteY45" fmla="*/ 1368692 h 1650046"/>
              <a:gd name="connsiteX46" fmla="*/ 9632 w 1424802"/>
              <a:gd name="connsiteY46" fmla="*/ 1169400 h 1650046"/>
              <a:gd name="connsiteX47" fmla="*/ 15493 w 1424802"/>
              <a:gd name="connsiteY47" fmla="*/ 1151815 h 1650046"/>
              <a:gd name="connsiteX48" fmla="*/ 21355 w 1424802"/>
              <a:gd name="connsiteY48" fmla="*/ 1099061 h 1650046"/>
              <a:gd name="connsiteX49" fmla="*/ 27216 w 1424802"/>
              <a:gd name="connsiteY49" fmla="*/ 1081477 h 1650046"/>
              <a:gd name="connsiteX50" fmla="*/ 33078 w 1424802"/>
              <a:gd name="connsiteY50" fmla="*/ 1046307 h 1650046"/>
              <a:gd name="connsiteX51" fmla="*/ 50662 w 1424802"/>
              <a:gd name="connsiteY51" fmla="*/ 1005277 h 1650046"/>
              <a:gd name="connsiteX52" fmla="*/ 62385 w 1424802"/>
              <a:gd name="connsiteY52" fmla="*/ 964246 h 1650046"/>
              <a:gd name="connsiteX53" fmla="*/ 74108 w 1424802"/>
              <a:gd name="connsiteY53" fmla="*/ 940800 h 1650046"/>
              <a:gd name="connsiteX54" fmla="*/ 85832 w 1424802"/>
              <a:gd name="connsiteY54" fmla="*/ 899769 h 1650046"/>
              <a:gd name="connsiteX55" fmla="*/ 91693 w 1424802"/>
              <a:gd name="connsiteY55" fmla="*/ 882184 h 1650046"/>
              <a:gd name="connsiteX56" fmla="*/ 97555 w 1424802"/>
              <a:gd name="connsiteY56" fmla="*/ 852877 h 1650046"/>
              <a:gd name="connsiteX57" fmla="*/ 103416 w 1424802"/>
              <a:gd name="connsiteY57" fmla="*/ 835292 h 1650046"/>
              <a:gd name="connsiteX58" fmla="*/ 102366 w 1424802"/>
              <a:gd name="connsiteY58" fmla="*/ 772661 h 1650046"/>
              <a:gd name="connsiteX59" fmla="*/ 83418 w 1424802"/>
              <a:gd name="connsiteY59" fmla="*/ 661188 h 1650046"/>
              <a:gd name="connsiteX60" fmla="*/ 34270 w 1424802"/>
              <a:gd name="connsiteY6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91559 w 1424802"/>
              <a:gd name="connsiteY20" fmla="*/ 805354 h 1650046"/>
              <a:gd name="connsiteX21" fmla="*/ 1235657 w 1424802"/>
              <a:gd name="connsiteY21" fmla="*/ 1021434 h 1650046"/>
              <a:gd name="connsiteX22" fmla="*/ 1307706 w 1424802"/>
              <a:gd name="connsiteY22" fmla="*/ 1093461 h 1650046"/>
              <a:gd name="connsiteX23" fmla="*/ 1353869 w 1424802"/>
              <a:gd name="connsiteY23" fmla="*/ 1173135 h 1650046"/>
              <a:gd name="connsiteX24" fmla="*/ 1379755 w 1424802"/>
              <a:gd name="connsiteY24" fmla="*/ 1237514 h 1650046"/>
              <a:gd name="connsiteX25" fmla="*/ 1410539 w 1424802"/>
              <a:gd name="connsiteY25" fmla="*/ 1351107 h 1650046"/>
              <a:gd name="connsiteX26" fmla="*/ 1404287 w 1424802"/>
              <a:gd name="connsiteY26" fmla="*/ 1474733 h 1650046"/>
              <a:gd name="connsiteX27" fmla="*/ 1287447 w 1424802"/>
              <a:gd name="connsiteY27" fmla="*/ 1609015 h 1650046"/>
              <a:gd name="connsiteX28" fmla="*/ 1269862 w 1424802"/>
              <a:gd name="connsiteY28" fmla="*/ 1620738 h 1650046"/>
              <a:gd name="connsiteX29" fmla="*/ 1234693 w 1424802"/>
              <a:gd name="connsiteY29" fmla="*/ 1632461 h 1650046"/>
              <a:gd name="connsiteX30" fmla="*/ 1217108 w 1424802"/>
              <a:gd name="connsiteY30" fmla="*/ 1638323 h 1650046"/>
              <a:gd name="connsiteX31" fmla="*/ 1176078 w 1424802"/>
              <a:gd name="connsiteY31" fmla="*/ 1644184 h 1650046"/>
              <a:gd name="connsiteX32" fmla="*/ 1140908 w 1424802"/>
              <a:gd name="connsiteY32" fmla="*/ 1650046 h 1650046"/>
              <a:gd name="connsiteX33" fmla="*/ 900585 w 1424802"/>
              <a:gd name="connsiteY33" fmla="*/ 1644184 h 1650046"/>
              <a:gd name="connsiteX34" fmla="*/ 883001 w 1424802"/>
              <a:gd name="connsiteY34" fmla="*/ 1638323 h 1650046"/>
              <a:gd name="connsiteX35" fmla="*/ 800939 w 1424802"/>
              <a:gd name="connsiteY35" fmla="*/ 1632461 h 1650046"/>
              <a:gd name="connsiteX36" fmla="*/ 630955 w 1424802"/>
              <a:gd name="connsiteY36" fmla="*/ 1626600 h 1650046"/>
              <a:gd name="connsiteX37" fmla="*/ 572339 w 1424802"/>
              <a:gd name="connsiteY37" fmla="*/ 1620738 h 1650046"/>
              <a:gd name="connsiteX38" fmla="*/ 476812 w 1424802"/>
              <a:gd name="connsiteY38" fmla="*/ 1626600 h 1650046"/>
              <a:gd name="connsiteX39" fmla="*/ 155426 w 1424802"/>
              <a:gd name="connsiteY39" fmla="*/ 1597292 h 1650046"/>
              <a:gd name="connsiteX40" fmla="*/ 83418 w 1424802"/>
              <a:gd name="connsiteY40" fmla="*/ 1525284 h 1650046"/>
              <a:gd name="connsiteX41" fmla="*/ 50662 w 1424802"/>
              <a:gd name="connsiteY41" fmla="*/ 1474200 h 1650046"/>
              <a:gd name="connsiteX42" fmla="*/ 33078 w 1424802"/>
              <a:gd name="connsiteY42" fmla="*/ 1456615 h 1650046"/>
              <a:gd name="connsiteX43" fmla="*/ 21355 w 1424802"/>
              <a:gd name="connsiteY43" fmla="*/ 1415584 h 1650046"/>
              <a:gd name="connsiteX44" fmla="*/ 9632 w 1424802"/>
              <a:gd name="connsiteY44" fmla="*/ 1368692 h 1650046"/>
              <a:gd name="connsiteX45" fmla="*/ 9632 w 1424802"/>
              <a:gd name="connsiteY45" fmla="*/ 1169400 h 1650046"/>
              <a:gd name="connsiteX46" fmla="*/ 15493 w 1424802"/>
              <a:gd name="connsiteY46" fmla="*/ 1151815 h 1650046"/>
              <a:gd name="connsiteX47" fmla="*/ 21355 w 1424802"/>
              <a:gd name="connsiteY47" fmla="*/ 1099061 h 1650046"/>
              <a:gd name="connsiteX48" fmla="*/ 27216 w 1424802"/>
              <a:gd name="connsiteY48" fmla="*/ 1081477 h 1650046"/>
              <a:gd name="connsiteX49" fmla="*/ 33078 w 1424802"/>
              <a:gd name="connsiteY49" fmla="*/ 1046307 h 1650046"/>
              <a:gd name="connsiteX50" fmla="*/ 50662 w 1424802"/>
              <a:gd name="connsiteY50" fmla="*/ 1005277 h 1650046"/>
              <a:gd name="connsiteX51" fmla="*/ 62385 w 1424802"/>
              <a:gd name="connsiteY51" fmla="*/ 964246 h 1650046"/>
              <a:gd name="connsiteX52" fmla="*/ 74108 w 1424802"/>
              <a:gd name="connsiteY52" fmla="*/ 940800 h 1650046"/>
              <a:gd name="connsiteX53" fmla="*/ 85832 w 1424802"/>
              <a:gd name="connsiteY53" fmla="*/ 899769 h 1650046"/>
              <a:gd name="connsiteX54" fmla="*/ 91693 w 1424802"/>
              <a:gd name="connsiteY54" fmla="*/ 882184 h 1650046"/>
              <a:gd name="connsiteX55" fmla="*/ 97555 w 1424802"/>
              <a:gd name="connsiteY55" fmla="*/ 852877 h 1650046"/>
              <a:gd name="connsiteX56" fmla="*/ 103416 w 1424802"/>
              <a:gd name="connsiteY56" fmla="*/ 835292 h 1650046"/>
              <a:gd name="connsiteX57" fmla="*/ 102366 w 1424802"/>
              <a:gd name="connsiteY57" fmla="*/ 772661 h 1650046"/>
              <a:gd name="connsiteX58" fmla="*/ 83418 w 1424802"/>
              <a:gd name="connsiteY58" fmla="*/ 661188 h 1650046"/>
              <a:gd name="connsiteX59" fmla="*/ 34270 w 1424802"/>
              <a:gd name="connsiteY5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91559 w 1424802"/>
              <a:gd name="connsiteY19" fmla="*/ 805354 h 1650046"/>
              <a:gd name="connsiteX20" fmla="*/ 1235657 w 1424802"/>
              <a:gd name="connsiteY20" fmla="*/ 1021434 h 1650046"/>
              <a:gd name="connsiteX21" fmla="*/ 1307706 w 1424802"/>
              <a:gd name="connsiteY21" fmla="*/ 1093461 h 1650046"/>
              <a:gd name="connsiteX22" fmla="*/ 1353869 w 1424802"/>
              <a:gd name="connsiteY22" fmla="*/ 1173135 h 1650046"/>
              <a:gd name="connsiteX23" fmla="*/ 1379755 w 1424802"/>
              <a:gd name="connsiteY23" fmla="*/ 1237514 h 1650046"/>
              <a:gd name="connsiteX24" fmla="*/ 1410539 w 1424802"/>
              <a:gd name="connsiteY24" fmla="*/ 1351107 h 1650046"/>
              <a:gd name="connsiteX25" fmla="*/ 1404287 w 1424802"/>
              <a:gd name="connsiteY25" fmla="*/ 1474733 h 1650046"/>
              <a:gd name="connsiteX26" fmla="*/ 1287447 w 1424802"/>
              <a:gd name="connsiteY26" fmla="*/ 1609015 h 1650046"/>
              <a:gd name="connsiteX27" fmla="*/ 1269862 w 1424802"/>
              <a:gd name="connsiteY27" fmla="*/ 1620738 h 1650046"/>
              <a:gd name="connsiteX28" fmla="*/ 1234693 w 1424802"/>
              <a:gd name="connsiteY28" fmla="*/ 1632461 h 1650046"/>
              <a:gd name="connsiteX29" fmla="*/ 1217108 w 1424802"/>
              <a:gd name="connsiteY29" fmla="*/ 1638323 h 1650046"/>
              <a:gd name="connsiteX30" fmla="*/ 1176078 w 1424802"/>
              <a:gd name="connsiteY30" fmla="*/ 1644184 h 1650046"/>
              <a:gd name="connsiteX31" fmla="*/ 1140908 w 1424802"/>
              <a:gd name="connsiteY31" fmla="*/ 1650046 h 1650046"/>
              <a:gd name="connsiteX32" fmla="*/ 900585 w 1424802"/>
              <a:gd name="connsiteY32" fmla="*/ 1644184 h 1650046"/>
              <a:gd name="connsiteX33" fmla="*/ 883001 w 1424802"/>
              <a:gd name="connsiteY33" fmla="*/ 1638323 h 1650046"/>
              <a:gd name="connsiteX34" fmla="*/ 800939 w 1424802"/>
              <a:gd name="connsiteY34" fmla="*/ 1632461 h 1650046"/>
              <a:gd name="connsiteX35" fmla="*/ 630955 w 1424802"/>
              <a:gd name="connsiteY35" fmla="*/ 1626600 h 1650046"/>
              <a:gd name="connsiteX36" fmla="*/ 572339 w 1424802"/>
              <a:gd name="connsiteY36" fmla="*/ 1620738 h 1650046"/>
              <a:gd name="connsiteX37" fmla="*/ 476812 w 1424802"/>
              <a:gd name="connsiteY37" fmla="*/ 1626600 h 1650046"/>
              <a:gd name="connsiteX38" fmla="*/ 155426 w 1424802"/>
              <a:gd name="connsiteY38" fmla="*/ 1597292 h 1650046"/>
              <a:gd name="connsiteX39" fmla="*/ 83418 w 1424802"/>
              <a:gd name="connsiteY39" fmla="*/ 1525284 h 1650046"/>
              <a:gd name="connsiteX40" fmla="*/ 50662 w 1424802"/>
              <a:gd name="connsiteY40" fmla="*/ 1474200 h 1650046"/>
              <a:gd name="connsiteX41" fmla="*/ 33078 w 1424802"/>
              <a:gd name="connsiteY41" fmla="*/ 1456615 h 1650046"/>
              <a:gd name="connsiteX42" fmla="*/ 21355 w 1424802"/>
              <a:gd name="connsiteY42" fmla="*/ 1415584 h 1650046"/>
              <a:gd name="connsiteX43" fmla="*/ 9632 w 1424802"/>
              <a:gd name="connsiteY43" fmla="*/ 1368692 h 1650046"/>
              <a:gd name="connsiteX44" fmla="*/ 9632 w 1424802"/>
              <a:gd name="connsiteY44" fmla="*/ 1169400 h 1650046"/>
              <a:gd name="connsiteX45" fmla="*/ 15493 w 1424802"/>
              <a:gd name="connsiteY45" fmla="*/ 1151815 h 1650046"/>
              <a:gd name="connsiteX46" fmla="*/ 21355 w 1424802"/>
              <a:gd name="connsiteY46" fmla="*/ 1099061 h 1650046"/>
              <a:gd name="connsiteX47" fmla="*/ 27216 w 1424802"/>
              <a:gd name="connsiteY47" fmla="*/ 1081477 h 1650046"/>
              <a:gd name="connsiteX48" fmla="*/ 33078 w 1424802"/>
              <a:gd name="connsiteY48" fmla="*/ 1046307 h 1650046"/>
              <a:gd name="connsiteX49" fmla="*/ 50662 w 1424802"/>
              <a:gd name="connsiteY49" fmla="*/ 1005277 h 1650046"/>
              <a:gd name="connsiteX50" fmla="*/ 62385 w 1424802"/>
              <a:gd name="connsiteY50" fmla="*/ 964246 h 1650046"/>
              <a:gd name="connsiteX51" fmla="*/ 74108 w 1424802"/>
              <a:gd name="connsiteY51" fmla="*/ 940800 h 1650046"/>
              <a:gd name="connsiteX52" fmla="*/ 85832 w 1424802"/>
              <a:gd name="connsiteY52" fmla="*/ 899769 h 1650046"/>
              <a:gd name="connsiteX53" fmla="*/ 91693 w 1424802"/>
              <a:gd name="connsiteY53" fmla="*/ 882184 h 1650046"/>
              <a:gd name="connsiteX54" fmla="*/ 97555 w 1424802"/>
              <a:gd name="connsiteY54" fmla="*/ 852877 h 1650046"/>
              <a:gd name="connsiteX55" fmla="*/ 103416 w 1424802"/>
              <a:gd name="connsiteY55" fmla="*/ 835292 h 1650046"/>
              <a:gd name="connsiteX56" fmla="*/ 102366 w 1424802"/>
              <a:gd name="connsiteY56" fmla="*/ 772661 h 1650046"/>
              <a:gd name="connsiteX57" fmla="*/ 83418 w 1424802"/>
              <a:gd name="connsiteY57" fmla="*/ 661188 h 1650046"/>
              <a:gd name="connsiteX58" fmla="*/ 34270 w 1424802"/>
              <a:gd name="connsiteY5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1091559 w 1424802"/>
              <a:gd name="connsiteY18" fmla="*/ 805354 h 1650046"/>
              <a:gd name="connsiteX19" fmla="*/ 1235657 w 1424802"/>
              <a:gd name="connsiteY19" fmla="*/ 1021434 h 1650046"/>
              <a:gd name="connsiteX20" fmla="*/ 1307706 w 1424802"/>
              <a:gd name="connsiteY20" fmla="*/ 1093461 h 1650046"/>
              <a:gd name="connsiteX21" fmla="*/ 1353869 w 1424802"/>
              <a:gd name="connsiteY21" fmla="*/ 1173135 h 1650046"/>
              <a:gd name="connsiteX22" fmla="*/ 1379755 w 1424802"/>
              <a:gd name="connsiteY22" fmla="*/ 1237514 h 1650046"/>
              <a:gd name="connsiteX23" fmla="*/ 1410539 w 1424802"/>
              <a:gd name="connsiteY23" fmla="*/ 1351107 h 1650046"/>
              <a:gd name="connsiteX24" fmla="*/ 1404287 w 1424802"/>
              <a:gd name="connsiteY24" fmla="*/ 1474733 h 1650046"/>
              <a:gd name="connsiteX25" fmla="*/ 1287447 w 1424802"/>
              <a:gd name="connsiteY25" fmla="*/ 1609015 h 1650046"/>
              <a:gd name="connsiteX26" fmla="*/ 1269862 w 1424802"/>
              <a:gd name="connsiteY26" fmla="*/ 1620738 h 1650046"/>
              <a:gd name="connsiteX27" fmla="*/ 1234693 w 1424802"/>
              <a:gd name="connsiteY27" fmla="*/ 1632461 h 1650046"/>
              <a:gd name="connsiteX28" fmla="*/ 1217108 w 1424802"/>
              <a:gd name="connsiteY28" fmla="*/ 1638323 h 1650046"/>
              <a:gd name="connsiteX29" fmla="*/ 1176078 w 1424802"/>
              <a:gd name="connsiteY29" fmla="*/ 1644184 h 1650046"/>
              <a:gd name="connsiteX30" fmla="*/ 1140908 w 1424802"/>
              <a:gd name="connsiteY30" fmla="*/ 1650046 h 1650046"/>
              <a:gd name="connsiteX31" fmla="*/ 900585 w 1424802"/>
              <a:gd name="connsiteY31" fmla="*/ 1644184 h 1650046"/>
              <a:gd name="connsiteX32" fmla="*/ 883001 w 1424802"/>
              <a:gd name="connsiteY32" fmla="*/ 1638323 h 1650046"/>
              <a:gd name="connsiteX33" fmla="*/ 800939 w 1424802"/>
              <a:gd name="connsiteY33" fmla="*/ 1632461 h 1650046"/>
              <a:gd name="connsiteX34" fmla="*/ 630955 w 1424802"/>
              <a:gd name="connsiteY34" fmla="*/ 1626600 h 1650046"/>
              <a:gd name="connsiteX35" fmla="*/ 572339 w 1424802"/>
              <a:gd name="connsiteY35" fmla="*/ 1620738 h 1650046"/>
              <a:gd name="connsiteX36" fmla="*/ 476812 w 1424802"/>
              <a:gd name="connsiteY36" fmla="*/ 1626600 h 1650046"/>
              <a:gd name="connsiteX37" fmla="*/ 155426 w 1424802"/>
              <a:gd name="connsiteY37" fmla="*/ 1597292 h 1650046"/>
              <a:gd name="connsiteX38" fmla="*/ 83418 w 1424802"/>
              <a:gd name="connsiteY38" fmla="*/ 1525284 h 1650046"/>
              <a:gd name="connsiteX39" fmla="*/ 50662 w 1424802"/>
              <a:gd name="connsiteY39" fmla="*/ 1474200 h 1650046"/>
              <a:gd name="connsiteX40" fmla="*/ 33078 w 1424802"/>
              <a:gd name="connsiteY40" fmla="*/ 1456615 h 1650046"/>
              <a:gd name="connsiteX41" fmla="*/ 21355 w 1424802"/>
              <a:gd name="connsiteY41" fmla="*/ 1415584 h 1650046"/>
              <a:gd name="connsiteX42" fmla="*/ 9632 w 1424802"/>
              <a:gd name="connsiteY42" fmla="*/ 1368692 h 1650046"/>
              <a:gd name="connsiteX43" fmla="*/ 9632 w 1424802"/>
              <a:gd name="connsiteY43" fmla="*/ 1169400 h 1650046"/>
              <a:gd name="connsiteX44" fmla="*/ 15493 w 1424802"/>
              <a:gd name="connsiteY44" fmla="*/ 1151815 h 1650046"/>
              <a:gd name="connsiteX45" fmla="*/ 21355 w 1424802"/>
              <a:gd name="connsiteY45" fmla="*/ 1099061 h 1650046"/>
              <a:gd name="connsiteX46" fmla="*/ 27216 w 1424802"/>
              <a:gd name="connsiteY46" fmla="*/ 1081477 h 1650046"/>
              <a:gd name="connsiteX47" fmla="*/ 33078 w 1424802"/>
              <a:gd name="connsiteY47" fmla="*/ 1046307 h 1650046"/>
              <a:gd name="connsiteX48" fmla="*/ 50662 w 1424802"/>
              <a:gd name="connsiteY48" fmla="*/ 1005277 h 1650046"/>
              <a:gd name="connsiteX49" fmla="*/ 62385 w 1424802"/>
              <a:gd name="connsiteY49" fmla="*/ 964246 h 1650046"/>
              <a:gd name="connsiteX50" fmla="*/ 74108 w 1424802"/>
              <a:gd name="connsiteY50" fmla="*/ 940800 h 1650046"/>
              <a:gd name="connsiteX51" fmla="*/ 85832 w 1424802"/>
              <a:gd name="connsiteY51" fmla="*/ 899769 h 1650046"/>
              <a:gd name="connsiteX52" fmla="*/ 91693 w 1424802"/>
              <a:gd name="connsiteY52" fmla="*/ 882184 h 1650046"/>
              <a:gd name="connsiteX53" fmla="*/ 97555 w 1424802"/>
              <a:gd name="connsiteY53" fmla="*/ 852877 h 1650046"/>
              <a:gd name="connsiteX54" fmla="*/ 103416 w 1424802"/>
              <a:gd name="connsiteY54" fmla="*/ 835292 h 1650046"/>
              <a:gd name="connsiteX55" fmla="*/ 102366 w 1424802"/>
              <a:gd name="connsiteY55" fmla="*/ 772661 h 1650046"/>
              <a:gd name="connsiteX56" fmla="*/ 83418 w 1424802"/>
              <a:gd name="connsiteY56" fmla="*/ 661188 h 1650046"/>
              <a:gd name="connsiteX57" fmla="*/ 34270 w 1424802"/>
              <a:gd name="connsiteY5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1091559 w 1424802"/>
              <a:gd name="connsiteY17" fmla="*/ 805354 h 1650046"/>
              <a:gd name="connsiteX18" fmla="*/ 1235657 w 1424802"/>
              <a:gd name="connsiteY18" fmla="*/ 1021434 h 1650046"/>
              <a:gd name="connsiteX19" fmla="*/ 1307706 w 1424802"/>
              <a:gd name="connsiteY19" fmla="*/ 1093461 h 1650046"/>
              <a:gd name="connsiteX20" fmla="*/ 1353869 w 1424802"/>
              <a:gd name="connsiteY20" fmla="*/ 1173135 h 1650046"/>
              <a:gd name="connsiteX21" fmla="*/ 1379755 w 1424802"/>
              <a:gd name="connsiteY21" fmla="*/ 1237514 h 1650046"/>
              <a:gd name="connsiteX22" fmla="*/ 1410539 w 1424802"/>
              <a:gd name="connsiteY22" fmla="*/ 1351107 h 1650046"/>
              <a:gd name="connsiteX23" fmla="*/ 1404287 w 1424802"/>
              <a:gd name="connsiteY23" fmla="*/ 1474733 h 1650046"/>
              <a:gd name="connsiteX24" fmla="*/ 1287447 w 1424802"/>
              <a:gd name="connsiteY24" fmla="*/ 1609015 h 1650046"/>
              <a:gd name="connsiteX25" fmla="*/ 1269862 w 1424802"/>
              <a:gd name="connsiteY25" fmla="*/ 1620738 h 1650046"/>
              <a:gd name="connsiteX26" fmla="*/ 1234693 w 1424802"/>
              <a:gd name="connsiteY26" fmla="*/ 1632461 h 1650046"/>
              <a:gd name="connsiteX27" fmla="*/ 1217108 w 1424802"/>
              <a:gd name="connsiteY27" fmla="*/ 1638323 h 1650046"/>
              <a:gd name="connsiteX28" fmla="*/ 1176078 w 1424802"/>
              <a:gd name="connsiteY28" fmla="*/ 1644184 h 1650046"/>
              <a:gd name="connsiteX29" fmla="*/ 1140908 w 1424802"/>
              <a:gd name="connsiteY29" fmla="*/ 1650046 h 1650046"/>
              <a:gd name="connsiteX30" fmla="*/ 900585 w 1424802"/>
              <a:gd name="connsiteY30" fmla="*/ 1644184 h 1650046"/>
              <a:gd name="connsiteX31" fmla="*/ 883001 w 1424802"/>
              <a:gd name="connsiteY31" fmla="*/ 1638323 h 1650046"/>
              <a:gd name="connsiteX32" fmla="*/ 800939 w 1424802"/>
              <a:gd name="connsiteY32" fmla="*/ 1632461 h 1650046"/>
              <a:gd name="connsiteX33" fmla="*/ 630955 w 1424802"/>
              <a:gd name="connsiteY33" fmla="*/ 1626600 h 1650046"/>
              <a:gd name="connsiteX34" fmla="*/ 572339 w 1424802"/>
              <a:gd name="connsiteY34" fmla="*/ 1620738 h 1650046"/>
              <a:gd name="connsiteX35" fmla="*/ 476812 w 1424802"/>
              <a:gd name="connsiteY35" fmla="*/ 1626600 h 1650046"/>
              <a:gd name="connsiteX36" fmla="*/ 155426 w 1424802"/>
              <a:gd name="connsiteY36" fmla="*/ 1597292 h 1650046"/>
              <a:gd name="connsiteX37" fmla="*/ 83418 w 1424802"/>
              <a:gd name="connsiteY37" fmla="*/ 1525284 h 1650046"/>
              <a:gd name="connsiteX38" fmla="*/ 50662 w 1424802"/>
              <a:gd name="connsiteY38" fmla="*/ 1474200 h 1650046"/>
              <a:gd name="connsiteX39" fmla="*/ 33078 w 1424802"/>
              <a:gd name="connsiteY39" fmla="*/ 1456615 h 1650046"/>
              <a:gd name="connsiteX40" fmla="*/ 21355 w 1424802"/>
              <a:gd name="connsiteY40" fmla="*/ 1415584 h 1650046"/>
              <a:gd name="connsiteX41" fmla="*/ 9632 w 1424802"/>
              <a:gd name="connsiteY41" fmla="*/ 1368692 h 1650046"/>
              <a:gd name="connsiteX42" fmla="*/ 9632 w 1424802"/>
              <a:gd name="connsiteY42" fmla="*/ 1169400 h 1650046"/>
              <a:gd name="connsiteX43" fmla="*/ 15493 w 1424802"/>
              <a:gd name="connsiteY43" fmla="*/ 1151815 h 1650046"/>
              <a:gd name="connsiteX44" fmla="*/ 21355 w 1424802"/>
              <a:gd name="connsiteY44" fmla="*/ 1099061 h 1650046"/>
              <a:gd name="connsiteX45" fmla="*/ 27216 w 1424802"/>
              <a:gd name="connsiteY45" fmla="*/ 1081477 h 1650046"/>
              <a:gd name="connsiteX46" fmla="*/ 33078 w 1424802"/>
              <a:gd name="connsiteY46" fmla="*/ 1046307 h 1650046"/>
              <a:gd name="connsiteX47" fmla="*/ 50662 w 1424802"/>
              <a:gd name="connsiteY47" fmla="*/ 1005277 h 1650046"/>
              <a:gd name="connsiteX48" fmla="*/ 62385 w 1424802"/>
              <a:gd name="connsiteY48" fmla="*/ 964246 h 1650046"/>
              <a:gd name="connsiteX49" fmla="*/ 74108 w 1424802"/>
              <a:gd name="connsiteY49" fmla="*/ 940800 h 1650046"/>
              <a:gd name="connsiteX50" fmla="*/ 85832 w 1424802"/>
              <a:gd name="connsiteY50" fmla="*/ 899769 h 1650046"/>
              <a:gd name="connsiteX51" fmla="*/ 91693 w 1424802"/>
              <a:gd name="connsiteY51" fmla="*/ 882184 h 1650046"/>
              <a:gd name="connsiteX52" fmla="*/ 97555 w 1424802"/>
              <a:gd name="connsiteY52" fmla="*/ 852877 h 1650046"/>
              <a:gd name="connsiteX53" fmla="*/ 103416 w 1424802"/>
              <a:gd name="connsiteY53" fmla="*/ 835292 h 1650046"/>
              <a:gd name="connsiteX54" fmla="*/ 102366 w 1424802"/>
              <a:gd name="connsiteY54" fmla="*/ 772661 h 1650046"/>
              <a:gd name="connsiteX55" fmla="*/ 83418 w 1424802"/>
              <a:gd name="connsiteY55" fmla="*/ 661188 h 1650046"/>
              <a:gd name="connsiteX56" fmla="*/ 34270 w 1424802"/>
              <a:gd name="connsiteY5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1091559 w 1424802"/>
              <a:gd name="connsiteY16" fmla="*/ 805354 h 1650046"/>
              <a:gd name="connsiteX17" fmla="*/ 1235657 w 1424802"/>
              <a:gd name="connsiteY17" fmla="*/ 1021434 h 1650046"/>
              <a:gd name="connsiteX18" fmla="*/ 1307706 w 1424802"/>
              <a:gd name="connsiteY18" fmla="*/ 1093461 h 1650046"/>
              <a:gd name="connsiteX19" fmla="*/ 1353869 w 1424802"/>
              <a:gd name="connsiteY19" fmla="*/ 1173135 h 1650046"/>
              <a:gd name="connsiteX20" fmla="*/ 1379755 w 1424802"/>
              <a:gd name="connsiteY20" fmla="*/ 1237514 h 1650046"/>
              <a:gd name="connsiteX21" fmla="*/ 1410539 w 1424802"/>
              <a:gd name="connsiteY21" fmla="*/ 1351107 h 1650046"/>
              <a:gd name="connsiteX22" fmla="*/ 1404287 w 1424802"/>
              <a:gd name="connsiteY22" fmla="*/ 1474733 h 1650046"/>
              <a:gd name="connsiteX23" fmla="*/ 1287447 w 1424802"/>
              <a:gd name="connsiteY23" fmla="*/ 1609015 h 1650046"/>
              <a:gd name="connsiteX24" fmla="*/ 1269862 w 1424802"/>
              <a:gd name="connsiteY24" fmla="*/ 1620738 h 1650046"/>
              <a:gd name="connsiteX25" fmla="*/ 1234693 w 1424802"/>
              <a:gd name="connsiteY25" fmla="*/ 1632461 h 1650046"/>
              <a:gd name="connsiteX26" fmla="*/ 1217108 w 1424802"/>
              <a:gd name="connsiteY26" fmla="*/ 1638323 h 1650046"/>
              <a:gd name="connsiteX27" fmla="*/ 1176078 w 1424802"/>
              <a:gd name="connsiteY27" fmla="*/ 1644184 h 1650046"/>
              <a:gd name="connsiteX28" fmla="*/ 1140908 w 1424802"/>
              <a:gd name="connsiteY28" fmla="*/ 1650046 h 1650046"/>
              <a:gd name="connsiteX29" fmla="*/ 900585 w 1424802"/>
              <a:gd name="connsiteY29" fmla="*/ 1644184 h 1650046"/>
              <a:gd name="connsiteX30" fmla="*/ 883001 w 1424802"/>
              <a:gd name="connsiteY30" fmla="*/ 1638323 h 1650046"/>
              <a:gd name="connsiteX31" fmla="*/ 800939 w 1424802"/>
              <a:gd name="connsiteY31" fmla="*/ 1632461 h 1650046"/>
              <a:gd name="connsiteX32" fmla="*/ 630955 w 1424802"/>
              <a:gd name="connsiteY32" fmla="*/ 1626600 h 1650046"/>
              <a:gd name="connsiteX33" fmla="*/ 572339 w 1424802"/>
              <a:gd name="connsiteY33" fmla="*/ 1620738 h 1650046"/>
              <a:gd name="connsiteX34" fmla="*/ 476812 w 1424802"/>
              <a:gd name="connsiteY34" fmla="*/ 1626600 h 1650046"/>
              <a:gd name="connsiteX35" fmla="*/ 155426 w 1424802"/>
              <a:gd name="connsiteY35" fmla="*/ 1597292 h 1650046"/>
              <a:gd name="connsiteX36" fmla="*/ 83418 w 1424802"/>
              <a:gd name="connsiteY36" fmla="*/ 1525284 h 1650046"/>
              <a:gd name="connsiteX37" fmla="*/ 50662 w 1424802"/>
              <a:gd name="connsiteY37" fmla="*/ 1474200 h 1650046"/>
              <a:gd name="connsiteX38" fmla="*/ 33078 w 1424802"/>
              <a:gd name="connsiteY38" fmla="*/ 1456615 h 1650046"/>
              <a:gd name="connsiteX39" fmla="*/ 21355 w 1424802"/>
              <a:gd name="connsiteY39" fmla="*/ 1415584 h 1650046"/>
              <a:gd name="connsiteX40" fmla="*/ 9632 w 1424802"/>
              <a:gd name="connsiteY40" fmla="*/ 1368692 h 1650046"/>
              <a:gd name="connsiteX41" fmla="*/ 9632 w 1424802"/>
              <a:gd name="connsiteY41" fmla="*/ 1169400 h 1650046"/>
              <a:gd name="connsiteX42" fmla="*/ 15493 w 1424802"/>
              <a:gd name="connsiteY42" fmla="*/ 1151815 h 1650046"/>
              <a:gd name="connsiteX43" fmla="*/ 21355 w 1424802"/>
              <a:gd name="connsiteY43" fmla="*/ 1099061 h 1650046"/>
              <a:gd name="connsiteX44" fmla="*/ 27216 w 1424802"/>
              <a:gd name="connsiteY44" fmla="*/ 1081477 h 1650046"/>
              <a:gd name="connsiteX45" fmla="*/ 33078 w 1424802"/>
              <a:gd name="connsiteY45" fmla="*/ 1046307 h 1650046"/>
              <a:gd name="connsiteX46" fmla="*/ 50662 w 1424802"/>
              <a:gd name="connsiteY46" fmla="*/ 1005277 h 1650046"/>
              <a:gd name="connsiteX47" fmla="*/ 62385 w 1424802"/>
              <a:gd name="connsiteY47" fmla="*/ 964246 h 1650046"/>
              <a:gd name="connsiteX48" fmla="*/ 74108 w 1424802"/>
              <a:gd name="connsiteY48" fmla="*/ 940800 h 1650046"/>
              <a:gd name="connsiteX49" fmla="*/ 85832 w 1424802"/>
              <a:gd name="connsiteY49" fmla="*/ 899769 h 1650046"/>
              <a:gd name="connsiteX50" fmla="*/ 91693 w 1424802"/>
              <a:gd name="connsiteY50" fmla="*/ 882184 h 1650046"/>
              <a:gd name="connsiteX51" fmla="*/ 97555 w 1424802"/>
              <a:gd name="connsiteY51" fmla="*/ 852877 h 1650046"/>
              <a:gd name="connsiteX52" fmla="*/ 103416 w 1424802"/>
              <a:gd name="connsiteY52" fmla="*/ 835292 h 1650046"/>
              <a:gd name="connsiteX53" fmla="*/ 102366 w 1424802"/>
              <a:gd name="connsiteY53" fmla="*/ 772661 h 1650046"/>
              <a:gd name="connsiteX54" fmla="*/ 83418 w 1424802"/>
              <a:gd name="connsiteY54" fmla="*/ 661188 h 1650046"/>
              <a:gd name="connsiteX55" fmla="*/ 34270 w 1424802"/>
              <a:gd name="connsiteY5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1091559 w 1424802"/>
              <a:gd name="connsiteY15" fmla="*/ 805354 h 1650046"/>
              <a:gd name="connsiteX16" fmla="*/ 1235657 w 1424802"/>
              <a:gd name="connsiteY16" fmla="*/ 1021434 h 1650046"/>
              <a:gd name="connsiteX17" fmla="*/ 1307706 w 1424802"/>
              <a:gd name="connsiteY17" fmla="*/ 1093461 h 1650046"/>
              <a:gd name="connsiteX18" fmla="*/ 1353869 w 1424802"/>
              <a:gd name="connsiteY18" fmla="*/ 1173135 h 1650046"/>
              <a:gd name="connsiteX19" fmla="*/ 1379755 w 1424802"/>
              <a:gd name="connsiteY19" fmla="*/ 1237514 h 1650046"/>
              <a:gd name="connsiteX20" fmla="*/ 1410539 w 1424802"/>
              <a:gd name="connsiteY20" fmla="*/ 1351107 h 1650046"/>
              <a:gd name="connsiteX21" fmla="*/ 1404287 w 1424802"/>
              <a:gd name="connsiteY21" fmla="*/ 1474733 h 1650046"/>
              <a:gd name="connsiteX22" fmla="*/ 1287447 w 1424802"/>
              <a:gd name="connsiteY22" fmla="*/ 1609015 h 1650046"/>
              <a:gd name="connsiteX23" fmla="*/ 1269862 w 1424802"/>
              <a:gd name="connsiteY23" fmla="*/ 1620738 h 1650046"/>
              <a:gd name="connsiteX24" fmla="*/ 1234693 w 1424802"/>
              <a:gd name="connsiteY24" fmla="*/ 1632461 h 1650046"/>
              <a:gd name="connsiteX25" fmla="*/ 1217108 w 1424802"/>
              <a:gd name="connsiteY25" fmla="*/ 1638323 h 1650046"/>
              <a:gd name="connsiteX26" fmla="*/ 1176078 w 1424802"/>
              <a:gd name="connsiteY26" fmla="*/ 1644184 h 1650046"/>
              <a:gd name="connsiteX27" fmla="*/ 1140908 w 1424802"/>
              <a:gd name="connsiteY27" fmla="*/ 1650046 h 1650046"/>
              <a:gd name="connsiteX28" fmla="*/ 900585 w 1424802"/>
              <a:gd name="connsiteY28" fmla="*/ 1644184 h 1650046"/>
              <a:gd name="connsiteX29" fmla="*/ 883001 w 1424802"/>
              <a:gd name="connsiteY29" fmla="*/ 1638323 h 1650046"/>
              <a:gd name="connsiteX30" fmla="*/ 800939 w 1424802"/>
              <a:gd name="connsiteY30" fmla="*/ 1632461 h 1650046"/>
              <a:gd name="connsiteX31" fmla="*/ 630955 w 1424802"/>
              <a:gd name="connsiteY31" fmla="*/ 1626600 h 1650046"/>
              <a:gd name="connsiteX32" fmla="*/ 572339 w 1424802"/>
              <a:gd name="connsiteY32" fmla="*/ 1620738 h 1650046"/>
              <a:gd name="connsiteX33" fmla="*/ 476812 w 1424802"/>
              <a:gd name="connsiteY33" fmla="*/ 1626600 h 1650046"/>
              <a:gd name="connsiteX34" fmla="*/ 155426 w 1424802"/>
              <a:gd name="connsiteY34" fmla="*/ 1597292 h 1650046"/>
              <a:gd name="connsiteX35" fmla="*/ 83418 w 1424802"/>
              <a:gd name="connsiteY35" fmla="*/ 1525284 h 1650046"/>
              <a:gd name="connsiteX36" fmla="*/ 50662 w 1424802"/>
              <a:gd name="connsiteY36" fmla="*/ 1474200 h 1650046"/>
              <a:gd name="connsiteX37" fmla="*/ 33078 w 1424802"/>
              <a:gd name="connsiteY37" fmla="*/ 1456615 h 1650046"/>
              <a:gd name="connsiteX38" fmla="*/ 21355 w 1424802"/>
              <a:gd name="connsiteY38" fmla="*/ 1415584 h 1650046"/>
              <a:gd name="connsiteX39" fmla="*/ 9632 w 1424802"/>
              <a:gd name="connsiteY39" fmla="*/ 1368692 h 1650046"/>
              <a:gd name="connsiteX40" fmla="*/ 9632 w 1424802"/>
              <a:gd name="connsiteY40" fmla="*/ 1169400 h 1650046"/>
              <a:gd name="connsiteX41" fmla="*/ 15493 w 1424802"/>
              <a:gd name="connsiteY41" fmla="*/ 1151815 h 1650046"/>
              <a:gd name="connsiteX42" fmla="*/ 21355 w 1424802"/>
              <a:gd name="connsiteY42" fmla="*/ 1099061 h 1650046"/>
              <a:gd name="connsiteX43" fmla="*/ 27216 w 1424802"/>
              <a:gd name="connsiteY43" fmla="*/ 1081477 h 1650046"/>
              <a:gd name="connsiteX44" fmla="*/ 33078 w 1424802"/>
              <a:gd name="connsiteY44" fmla="*/ 1046307 h 1650046"/>
              <a:gd name="connsiteX45" fmla="*/ 50662 w 1424802"/>
              <a:gd name="connsiteY45" fmla="*/ 1005277 h 1650046"/>
              <a:gd name="connsiteX46" fmla="*/ 62385 w 1424802"/>
              <a:gd name="connsiteY46" fmla="*/ 964246 h 1650046"/>
              <a:gd name="connsiteX47" fmla="*/ 74108 w 1424802"/>
              <a:gd name="connsiteY47" fmla="*/ 940800 h 1650046"/>
              <a:gd name="connsiteX48" fmla="*/ 85832 w 1424802"/>
              <a:gd name="connsiteY48" fmla="*/ 899769 h 1650046"/>
              <a:gd name="connsiteX49" fmla="*/ 91693 w 1424802"/>
              <a:gd name="connsiteY49" fmla="*/ 882184 h 1650046"/>
              <a:gd name="connsiteX50" fmla="*/ 97555 w 1424802"/>
              <a:gd name="connsiteY50" fmla="*/ 852877 h 1650046"/>
              <a:gd name="connsiteX51" fmla="*/ 103416 w 1424802"/>
              <a:gd name="connsiteY51" fmla="*/ 835292 h 1650046"/>
              <a:gd name="connsiteX52" fmla="*/ 102366 w 1424802"/>
              <a:gd name="connsiteY52" fmla="*/ 772661 h 1650046"/>
              <a:gd name="connsiteX53" fmla="*/ 83418 w 1424802"/>
              <a:gd name="connsiteY53" fmla="*/ 661188 h 1650046"/>
              <a:gd name="connsiteX54" fmla="*/ 34270 w 1424802"/>
              <a:gd name="connsiteY5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1091559 w 1424802"/>
              <a:gd name="connsiteY14" fmla="*/ 805354 h 1650046"/>
              <a:gd name="connsiteX15" fmla="*/ 1235657 w 1424802"/>
              <a:gd name="connsiteY15" fmla="*/ 1021434 h 1650046"/>
              <a:gd name="connsiteX16" fmla="*/ 1307706 w 1424802"/>
              <a:gd name="connsiteY16" fmla="*/ 1093461 h 1650046"/>
              <a:gd name="connsiteX17" fmla="*/ 1353869 w 1424802"/>
              <a:gd name="connsiteY17" fmla="*/ 1173135 h 1650046"/>
              <a:gd name="connsiteX18" fmla="*/ 1379755 w 1424802"/>
              <a:gd name="connsiteY18" fmla="*/ 1237514 h 1650046"/>
              <a:gd name="connsiteX19" fmla="*/ 1410539 w 1424802"/>
              <a:gd name="connsiteY19" fmla="*/ 1351107 h 1650046"/>
              <a:gd name="connsiteX20" fmla="*/ 1404287 w 1424802"/>
              <a:gd name="connsiteY20" fmla="*/ 1474733 h 1650046"/>
              <a:gd name="connsiteX21" fmla="*/ 1287447 w 1424802"/>
              <a:gd name="connsiteY21" fmla="*/ 1609015 h 1650046"/>
              <a:gd name="connsiteX22" fmla="*/ 1269862 w 1424802"/>
              <a:gd name="connsiteY22" fmla="*/ 1620738 h 1650046"/>
              <a:gd name="connsiteX23" fmla="*/ 1234693 w 1424802"/>
              <a:gd name="connsiteY23" fmla="*/ 1632461 h 1650046"/>
              <a:gd name="connsiteX24" fmla="*/ 1217108 w 1424802"/>
              <a:gd name="connsiteY24" fmla="*/ 1638323 h 1650046"/>
              <a:gd name="connsiteX25" fmla="*/ 1176078 w 1424802"/>
              <a:gd name="connsiteY25" fmla="*/ 1644184 h 1650046"/>
              <a:gd name="connsiteX26" fmla="*/ 1140908 w 1424802"/>
              <a:gd name="connsiteY26" fmla="*/ 1650046 h 1650046"/>
              <a:gd name="connsiteX27" fmla="*/ 900585 w 1424802"/>
              <a:gd name="connsiteY27" fmla="*/ 1644184 h 1650046"/>
              <a:gd name="connsiteX28" fmla="*/ 883001 w 1424802"/>
              <a:gd name="connsiteY28" fmla="*/ 1638323 h 1650046"/>
              <a:gd name="connsiteX29" fmla="*/ 800939 w 1424802"/>
              <a:gd name="connsiteY29" fmla="*/ 1632461 h 1650046"/>
              <a:gd name="connsiteX30" fmla="*/ 630955 w 1424802"/>
              <a:gd name="connsiteY30" fmla="*/ 1626600 h 1650046"/>
              <a:gd name="connsiteX31" fmla="*/ 572339 w 1424802"/>
              <a:gd name="connsiteY31" fmla="*/ 1620738 h 1650046"/>
              <a:gd name="connsiteX32" fmla="*/ 476812 w 1424802"/>
              <a:gd name="connsiteY32" fmla="*/ 1626600 h 1650046"/>
              <a:gd name="connsiteX33" fmla="*/ 155426 w 1424802"/>
              <a:gd name="connsiteY33" fmla="*/ 1597292 h 1650046"/>
              <a:gd name="connsiteX34" fmla="*/ 83418 w 1424802"/>
              <a:gd name="connsiteY34" fmla="*/ 1525284 h 1650046"/>
              <a:gd name="connsiteX35" fmla="*/ 50662 w 1424802"/>
              <a:gd name="connsiteY35" fmla="*/ 1474200 h 1650046"/>
              <a:gd name="connsiteX36" fmla="*/ 33078 w 1424802"/>
              <a:gd name="connsiteY36" fmla="*/ 1456615 h 1650046"/>
              <a:gd name="connsiteX37" fmla="*/ 21355 w 1424802"/>
              <a:gd name="connsiteY37" fmla="*/ 1415584 h 1650046"/>
              <a:gd name="connsiteX38" fmla="*/ 9632 w 1424802"/>
              <a:gd name="connsiteY38" fmla="*/ 1368692 h 1650046"/>
              <a:gd name="connsiteX39" fmla="*/ 9632 w 1424802"/>
              <a:gd name="connsiteY39" fmla="*/ 1169400 h 1650046"/>
              <a:gd name="connsiteX40" fmla="*/ 15493 w 1424802"/>
              <a:gd name="connsiteY40" fmla="*/ 1151815 h 1650046"/>
              <a:gd name="connsiteX41" fmla="*/ 21355 w 1424802"/>
              <a:gd name="connsiteY41" fmla="*/ 1099061 h 1650046"/>
              <a:gd name="connsiteX42" fmla="*/ 27216 w 1424802"/>
              <a:gd name="connsiteY42" fmla="*/ 1081477 h 1650046"/>
              <a:gd name="connsiteX43" fmla="*/ 33078 w 1424802"/>
              <a:gd name="connsiteY43" fmla="*/ 1046307 h 1650046"/>
              <a:gd name="connsiteX44" fmla="*/ 50662 w 1424802"/>
              <a:gd name="connsiteY44" fmla="*/ 1005277 h 1650046"/>
              <a:gd name="connsiteX45" fmla="*/ 62385 w 1424802"/>
              <a:gd name="connsiteY45" fmla="*/ 964246 h 1650046"/>
              <a:gd name="connsiteX46" fmla="*/ 74108 w 1424802"/>
              <a:gd name="connsiteY46" fmla="*/ 940800 h 1650046"/>
              <a:gd name="connsiteX47" fmla="*/ 85832 w 1424802"/>
              <a:gd name="connsiteY47" fmla="*/ 899769 h 1650046"/>
              <a:gd name="connsiteX48" fmla="*/ 91693 w 1424802"/>
              <a:gd name="connsiteY48" fmla="*/ 882184 h 1650046"/>
              <a:gd name="connsiteX49" fmla="*/ 97555 w 1424802"/>
              <a:gd name="connsiteY49" fmla="*/ 852877 h 1650046"/>
              <a:gd name="connsiteX50" fmla="*/ 103416 w 1424802"/>
              <a:gd name="connsiteY50" fmla="*/ 835292 h 1650046"/>
              <a:gd name="connsiteX51" fmla="*/ 102366 w 1424802"/>
              <a:gd name="connsiteY51" fmla="*/ 772661 h 1650046"/>
              <a:gd name="connsiteX52" fmla="*/ 83418 w 1424802"/>
              <a:gd name="connsiteY52" fmla="*/ 661188 h 1650046"/>
              <a:gd name="connsiteX53" fmla="*/ 34270 w 1424802"/>
              <a:gd name="connsiteY5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1091559 w 1424802"/>
              <a:gd name="connsiteY13" fmla="*/ 805354 h 1650046"/>
              <a:gd name="connsiteX14" fmla="*/ 1235657 w 1424802"/>
              <a:gd name="connsiteY14" fmla="*/ 1021434 h 1650046"/>
              <a:gd name="connsiteX15" fmla="*/ 1307706 w 1424802"/>
              <a:gd name="connsiteY15" fmla="*/ 1093461 h 1650046"/>
              <a:gd name="connsiteX16" fmla="*/ 1353869 w 1424802"/>
              <a:gd name="connsiteY16" fmla="*/ 1173135 h 1650046"/>
              <a:gd name="connsiteX17" fmla="*/ 1379755 w 1424802"/>
              <a:gd name="connsiteY17" fmla="*/ 1237514 h 1650046"/>
              <a:gd name="connsiteX18" fmla="*/ 1410539 w 1424802"/>
              <a:gd name="connsiteY18" fmla="*/ 1351107 h 1650046"/>
              <a:gd name="connsiteX19" fmla="*/ 1404287 w 1424802"/>
              <a:gd name="connsiteY19" fmla="*/ 1474733 h 1650046"/>
              <a:gd name="connsiteX20" fmla="*/ 1287447 w 1424802"/>
              <a:gd name="connsiteY20" fmla="*/ 1609015 h 1650046"/>
              <a:gd name="connsiteX21" fmla="*/ 1269862 w 1424802"/>
              <a:gd name="connsiteY21" fmla="*/ 1620738 h 1650046"/>
              <a:gd name="connsiteX22" fmla="*/ 1234693 w 1424802"/>
              <a:gd name="connsiteY22" fmla="*/ 1632461 h 1650046"/>
              <a:gd name="connsiteX23" fmla="*/ 1217108 w 1424802"/>
              <a:gd name="connsiteY23" fmla="*/ 1638323 h 1650046"/>
              <a:gd name="connsiteX24" fmla="*/ 1176078 w 1424802"/>
              <a:gd name="connsiteY24" fmla="*/ 1644184 h 1650046"/>
              <a:gd name="connsiteX25" fmla="*/ 1140908 w 1424802"/>
              <a:gd name="connsiteY25" fmla="*/ 1650046 h 1650046"/>
              <a:gd name="connsiteX26" fmla="*/ 900585 w 1424802"/>
              <a:gd name="connsiteY26" fmla="*/ 1644184 h 1650046"/>
              <a:gd name="connsiteX27" fmla="*/ 883001 w 1424802"/>
              <a:gd name="connsiteY27" fmla="*/ 1638323 h 1650046"/>
              <a:gd name="connsiteX28" fmla="*/ 800939 w 1424802"/>
              <a:gd name="connsiteY28" fmla="*/ 1632461 h 1650046"/>
              <a:gd name="connsiteX29" fmla="*/ 630955 w 1424802"/>
              <a:gd name="connsiteY29" fmla="*/ 1626600 h 1650046"/>
              <a:gd name="connsiteX30" fmla="*/ 572339 w 1424802"/>
              <a:gd name="connsiteY30" fmla="*/ 1620738 h 1650046"/>
              <a:gd name="connsiteX31" fmla="*/ 476812 w 1424802"/>
              <a:gd name="connsiteY31" fmla="*/ 1626600 h 1650046"/>
              <a:gd name="connsiteX32" fmla="*/ 155426 w 1424802"/>
              <a:gd name="connsiteY32" fmla="*/ 1597292 h 1650046"/>
              <a:gd name="connsiteX33" fmla="*/ 83418 w 1424802"/>
              <a:gd name="connsiteY33" fmla="*/ 1525284 h 1650046"/>
              <a:gd name="connsiteX34" fmla="*/ 50662 w 1424802"/>
              <a:gd name="connsiteY34" fmla="*/ 1474200 h 1650046"/>
              <a:gd name="connsiteX35" fmla="*/ 33078 w 1424802"/>
              <a:gd name="connsiteY35" fmla="*/ 1456615 h 1650046"/>
              <a:gd name="connsiteX36" fmla="*/ 21355 w 1424802"/>
              <a:gd name="connsiteY36" fmla="*/ 1415584 h 1650046"/>
              <a:gd name="connsiteX37" fmla="*/ 9632 w 1424802"/>
              <a:gd name="connsiteY37" fmla="*/ 1368692 h 1650046"/>
              <a:gd name="connsiteX38" fmla="*/ 9632 w 1424802"/>
              <a:gd name="connsiteY38" fmla="*/ 1169400 h 1650046"/>
              <a:gd name="connsiteX39" fmla="*/ 15493 w 1424802"/>
              <a:gd name="connsiteY39" fmla="*/ 1151815 h 1650046"/>
              <a:gd name="connsiteX40" fmla="*/ 21355 w 1424802"/>
              <a:gd name="connsiteY40" fmla="*/ 1099061 h 1650046"/>
              <a:gd name="connsiteX41" fmla="*/ 27216 w 1424802"/>
              <a:gd name="connsiteY41" fmla="*/ 1081477 h 1650046"/>
              <a:gd name="connsiteX42" fmla="*/ 33078 w 1424802"/>
              <a:gd name="connsiteY42" fmla="*/ 1046307 h 1650046"/>
              <a:gd name="connsiteX43" fmla="*/ 50662 w 1424802"/>
              <a:gd name="connsiteY43" fmla="*/ 1005277 h 1650046"/>
              <a:gd name="connsiteX44" fmla="*/ 62385 w 1424802"/>
              <a:gd name="connsiteY44" fmla="*/ 964246 h 1650046"/>
              <a:gd name="connsiteX45" fmla="*/ 74108 w 1424802"/>
              <a:gd name="connsiteY45" fmla="*/ 940800 h 1650046"/>
              <a:gd name="connsiteX46" fmla="*/ 85832 w 1424802"/>
              <a:gd name="connsiteY46" fmla="*/ 899769 h 1650046"/>
              <a:gd name="connsiteX47" fmla="*/ 91693 w 1424802"/>
              <a:gd name="connsiteY47" fmla="*/ 882184 h 1650046"/>
              <a:gd name="connsiteX48" fmla="*/ 97555 w 1424802"/>
              <a:gd name="connsiteY48" fmla="*/ 852877 h 1650046"/>
              <a:gd name="connsiteX49" fmla="*/ 103416 w 1424802"/>
              <a:gd name="connsiteY49" fmla="*/ 835292 h 1650046"/>
              <a:gd name="connsiteX50" fmla="*/ 102366 w 1424802"/>
              <a:gd name="connsiteY50" fmla="*/ 772661 h 1650046"/>
              <a:gd name="connsiteX51" fmla="*/ 83418 w 1424802"/>
              <a:gd name="connsiteY51" fmla="*/ 661188 h 1650046"/>
              <a:gd name="connsiteX52" fmla="*/ 34270 w 1424802"/>
              <a:gd name="connsiteY5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55426 w 1424802"/>
              <a:gd name="connsiteY31" fmla="*/ 1597292 h 1650046"/>
              <a:gd name="connsiteX32" fmla="*/ 83418 w 1424802"/>
              <a:gd name="connsiteY32" fmla="*/ 1525284 h 1650046"/>
              <a:gd name="connsiteX33" fmla="*/ 50662 w 1424802"/>
              <a:gd name="connsiteY33" fmla="*/ 1474200 h 1650046"/>
              <a:gd name="connsiteX34" fmla="*/ 33078 w 1424802"/>
              <a:gd name="connsiteY34" fmla="*/ 1456615 h 1650046"/>
              <a:gd name="connsiteX35" fmla="*/ 21355 w 1424802"/>
              <a:gd name="connsiteY35" fmla="*/ 1415584 h 1650046"/>
              <a:gd name="connsiteX36" fmla="*/ 9632 w 1424802"/>
              <a:gd name="connsiteY36" fmla="*/ 1368692 h 1650046"/>
              <a:gd name="connsiteX37" fmla="*/ 9632 w 1424802"/>
              <a:gd name="connsiteY37" fmla="*/ 1169400 h 1650046"/>
              <a:gd name="connsiteX38" fmla="*/ 15493 w 1424802"/>
              <a:gd name="connsiteY38" fmla="*/ 1151815 h 1650046"/>
              <a:gd name="connsiteX39" fmla="*/ 21355 w 1424802"/>
              <a:gd name="connsiteY39" fmla="*/ 1099061 h 1650046"/>
              <a:gd name="connsiteX40" fmla="*/ 27216 w 1424802"/>
              <a:gd name="connsiteY40" fmla="*/ 1081477 h 1650046"/>
              <a:gd name="connsiteX41" fmla="*/ 33078 w 1424802"/>
              <a:gd name="connsiteY41" fmla="*/ 1046307 h 1650046"/>
              <a:gd name="connsiteX42" fmla="*/ 50662 w 1424802"/>
              <a:gd name="connsiteY42" fmla="*/ 1005277 h 1650046"/>
              <a:gd name="connsiteX43" fmla="*/ 62385 w 1424802"/>
              <a:gd name="connsiteY43" fmla="*/ 964246 h 1650046"/>
              <a:gd name="connsiteX44" fmla="*/ 74108 w 1424802"/>
              <a:gd name="connsiteY44" fmla="*/ 940800 h 1650046"/>
              <a:gd name="connsiteX45" fmla="*/ 85832 w 1424802"/>
              <a:gd name="connsiteY45" fmla="*/ 899769 h 1650046"/>
              <a:gd name="connsiteX46" fmla="*/ 91693 w 1424802"/>
              <a:gd name="connsiteY46" fmla="*/ 882184 h 1650046"/>
              <a:gd name="connsiteX47" fmla="*/ 97555 w 1424802"/>
              <a:gd name="connsiteY47" fmla="*/ 852877 h 1650046"/>
              <a:gd name="connsiteX48" fmla="*/ 103416 w 1424802"/>
              <a:gd name="connsiteY48" fmla="*/ 835292 h 1650046"/>
              <a:gd name="connsiteX49" fmla="*/ 102366 w 1424802"/>
              <a:gd name="connsiteY49" fmla="*/ 772661 h 1650046"/>
              <a:gd name="connsiteX50" fmla="*/ 83418 w 1424802"/>
              <a:gd name="connsiteY50" fmla="*/ 661188 h 1650046"/>
              <a:gd name="connsiteX51" fmla="*/ 34270 w 1424802"/>
              <a:gd name="connsiteY5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83418 w 1424802"/>
              <a:gd name="connsiteY31" fmla="*/ 1525284 h 1650046"/>
              <a:gd name="connsiteX32" fmla="*/ 50662 w 1424802"/>
              <a:gd name="connsiteY32" fmla="*/ 1474200 h 1650046"/>
              <a:gd name="connsiteX33" fmla="*/ 33078 w 1424802"/>
              <a:gd name="connsiteY33" fmla="*/ 1456615 h 1650046"/>
              <a:gd name="connsiteX34" fmla="*/ 21355 w 1424802"/>
              <a:gd name="connsiteY34" fmla="*/ 1415584 h 1650046"/>
              <a:gd name="connsiteX35" fmla="*/ 9632 w 1424802"/>
              <a:gd name="connsiteY35" fmla="*/ 1368692 h 1650046"/>
              <a:gd name="connsiteX36" fmla="*/ 9632 w 1424802"/>
              <a:gd name="connsiteY36" fmla="*/ 1169400 h 1650046"/>
              <a:gd name="connsiteX37" fmla="*/ 15493 w 1424802"/>
              <a:gd name="connsiteY37" fmla="*/ 1151815 h 1650046"/>
              <a:gd name="connsiteX38" fmla="*/ 21355 w 1424802"/>
              <a:gd name="connsiteY38" fmla="*/ 1099061 h 1650046"/>
              <a:gd name="connsiteX39" fmla="*/ 27216 w 1424802"/>
              <a:gd name="connsiteY39" fmla="*/ 1081477 h 1650046"/>
              <a:gd name="connsiteX40" fmla="*/ 33078 w 1424802"/>
              <a:gd name="connsiteY40" fmla="*/ 1046307 h 1650046"/>
              <a:gd name="connsiteX41" fmla="*/ 50662 w 1424802"/>
              <a:gd name="connsiteY41" fmla="*/ 1005277 h 1650046"/>
              <a:gd name="connsiteX42" fmla="*/ 62385 w 1424802"/>
              <a:gd name="connsiteY42" fmla="*/ 964246 h 1650046"/>
              <a:gd name="connsiteX43" fmla="*/ 74108 w 1424802"/>
              <a:gd name="connsiteY43" fmla="*/ 940800 h 1650046"/>
              <a:gd name="connsiteX44" fmla="*/ 85832 w 1424802"/>
              <a:gd name="connsiteY44" fmla="*/ 899769 h 1650046"/>
              <a:gd name="connsiteX45" fmla="*/ 91693 w 1424802"/>
              <a:gd name="connsiteY45" fmla="*/ 882184 h 1650046"/>
              <a:gd name="connsiteX46" fmla="*/ 97555 w 1424802"/>
              <a:gd name="connsiteY46" fmla="*/ 852877 h 1650046"/>
              <a:gd name="connsiteX47" fmla="*/ 103416 w 1424802"/>
              <a:gd name="connsiteY47" fmla="*/ 835292 h 1650046"/>
              <a:gd name="connsiteX48" fmla="*/ 102366 w 1424802"/>
              <a:gd name="connsiteY48" fmla="*/ 772661 h 1650046"/>
              <a:gd name="connsiteX49" fmla="*/ 83418 w 1424802"/>
              <a:gd name="connsiteY49" fmla="*/ 661188 h 1650046"/>
              <a:gd name="connsiteX50" fmla="*/ 34270 w 1424802"/>
              <a:gd name="connsiteY5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33078 w 1424802"/>
              <a:gd name="connsiteY32" fmla="*/ 1456615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52096 w 1424802"/>
              <a:gd name="connsiteY34" fmla="*/ 134013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185128 w 1424802"/>
              <a:gd name="connsiteY22" fmla="*/ 159301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76078 w 1424802"/>
              <a:gd name="connsiteY23" fmla="*/ 1644184 h 1647823"/>
              <a:gd name="connsiteX24" fmla="*/ 1112152 w 1424802"/>
              <a:gd name="connsiteY24" fmla="*/ 1601472 h 1647823"/>
              <a:gd name="connsiteX25" fmla="*/ 900585 w 1424802"/>
              <a:gd name="connsiteY25" fmla="*/ 1644184 h 1647823"/>
              <a:gd name="connsiteX26" fmla="*/ 883001 w 1424802"/>
              <a:gd name="connsiteY26" fmla="*/ 1638323 h 1647823"/>
              <a:gd name="connsiteX27" fmla="*/ 800939 w 1424802"/>
              <a:gd name="connsiteY27" fmla="*/ 1632461 h 1647823"/>
              <a:gd name="connsiteX28" fmla="*/ 630955 w 1424802"/>
              <a:gd name="connsiteY28" fmla="*/ 1626600 h 1647823"/>
              <a:gd name="connsiteX29" fmla="*/ 572339 w 1424802"/>
              <a:gd name="connsiteY29" fmla="*/ 1620738 h 1647823"/>
              <a:gd name="connsiteX30" fmla="*/ 477085 w 1424802"/>
              <a:gd name="connsiteY30" fmla="*/ 1597620 h 1647823"/>
              <a:gd name="connsiteX31" fmla="*/ 119310 w 1424802"/>
              <a:gd name="connsiteY31" fmla="*/ 1468046 h 1647823"/>
              <a:gd name="connsiteX32" fmla="*/ 88685 w 1424802"/>
              <a:gd name="connsiteY32" fmla="*/ 1418160 h 1647823"/>
              <a:gd name="connsiteX33" fmla="*/ 52096 w 1424802"/>
              <a:gd name="connsiteY33" fmla="*/ 1340132 h 1647823"/>
              <a:gd name="connsiteX34" fmla="*/ 9632 w 1424802"/>
              <a:gd name="connsiteY34" fmla="*/ 1169400 h 1647823"/>
              <a:gd name="connsiteX35" fmla="*/ 15493 w 1424802"/>
              <a:gd name="connsiteY35" fmla="*/ 1151815 h 1647823"/>
              <a:gd name="connsiteX36" fmla="*/ 21355 w 1424802"/>
              <a:gd name="connsiteY36" fmla="*/ 1099061 h 1647823"/>
              <a:gd name="connsiteX37" fmla="*/ 27216 w 1424802"/>
              <a:gd name="connsiteY37" fmla="*/ 1081477 h 1647823"/>
              <a:gd name="connsiteX38" fmla="*/ 33078 w 1424802"/>
              <a:gd name="connsiteY38" fmla="*/ 1046307 h 1647823"/>
              <a:gd name="connsiteX39" fmla="*/ 50662 w 1424802"/>
              <a:gd name="connsiteY39" fmla="*/ 1005277 h 1647823"/>
              <a:gd name="connsiteX40" fmla="*/ 62385 w 1424802"/>
              <a:gd name="connsiteY40" fmla="*/ 964246 h 1647823"/>
              <a:gd name="connsiteX41" fmla="*/ 74108 w 1424802"/>
              <a:gd name="connsiteY41" fmla="*/ 940800 h 1647823"/>
              <a:gd name="connsiteX42" fmla="*/ 85832 w 1424802"/>
              <a:gd name="connsiteY42" fmla="*/ 899769 h 1647823"/>
              <a:gd name="connsiteX43" fmla="*/ 91693 w 1424802"/>
              <a:gd name="connsiteY43" fmla="*/ 882184 h 1647823"/>
              <a:gd name="connsiteX44" fmla="*/ 97555 w 1424802"/>
              <a:gd name="connsiteY44" fmla="*/ 852877 h 1647823"/>
              <a:gd name="connsiteX45" fmla="*/ 103416 w 1424802"/>
              <a:gd name="connsiteY45" fmla="*/ 835292 h 1647823"/>
              <a:gd name="connsiteX46" fmla="*/ 102366 w 1424802"/>
              <a:gd name="connsiteY46" fmla="*/ 772661 h 1647823"/>
              <a:gd name="connsiteX47" fmla="*/ 83418 w 1424802"/>
              <a:gd name="connsiteY47" fmla="*/ 661188 h 1647823"/>
              <a:gd name="connsiteX48" fmla="*/ 34270 w 1424802"/>
              <a:gd name="connsiteY48"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12152 w 1424802"/>
              <a:gd name="connsiteY23" fmla="*/ 1601472 h 1647823"/>
              <a:gd name="connsiteX24" fmla="*/ 900585 w 1424802"/>
              <a:gd name="connsiteY24" fmla="*/ 1644184 h 1647823"/>
              <a:gd name="connsiteX25" fmla="*/ 883001 w 1424802"/>
              <a:gd name="connsiteY25" fmla="*/ 1638323 h 1647823"/>
              <a:gd name="connsiteX26" fmla="*/ 800939 w 1424802"/>
              <a:gd name="connsiteY26" fmla="*/ 1632461 h 1647823"/>
              <a:gd name="connsiteX27" fmla="*/ 630955 w 1424802"/>
              <a:gd name="connsiteY27" fmla="*/ 1626600 h 1647823"/>
              <a:gd name="connsiteX28" fmla="*/ 572339 w 1424802"/>
              <a:gd name="connsiteY28" fmla="*/ 1620738 h 1647823"/>
              <a:gd name="connsiteX29" fmla="*/ 477085 w 1424802"/>
              <a:gd name="connsiteY29" fmla="*/ 1597620 h 1647823"/>
              <a:gd name="connsiteX30" fmla="*/ 119310 w 1424802"/>
              <a:gd name="connsiteY30" fmla="*/ 1468046 h 1647823"/>
              <a:gd name="connsiteX31" fmla="*/ 88685 w 1424802"/>
              <a:gd name="connsiteY31" fmla="*/ 1418160 h 1647823"/>
              <a:gd name="connsiteX32" fmla="*/ 52096 w 1424802"/>
              <a:gd name="connsiteY32" fmla="*/ 1340132 h 1647823"/>
              <a:gd name="connsiteX33" fmla="*/ 9632 w 1424802"/>
              <a:gd name="connsiteY33" fmla="*/ 1169400 h 1647823"/>
              <a:gd name="connsiteX34" fmla="*/ 15493 w 1424802"/>
              <a:gd name="connsiteY34" fmla="*/ 1151815 h 1647823"/>
              <a:gd name="connsiteX35" fmla="*/ 21355 w 1424802"/>
              <a:gd name="connsiteY35" fmla="*/ 1099061 h 1647823"/>
              <a:gd name="connsiteX36" fmla="*/ 27216 w 1424802"/>
              <a:gd name="connsiteY36" fmla="*/ 1081477 h 1647823"/>
              <a:gd name="connsiteX37" fmla="*/ 33078 w 1424802"/>
              <a:gd name="connsiteY37" fmla="*/ 1046307 h 1647823"/>
              <a:gd name="connsiteX38" fmla="*/ 50662 w 1424802"/>
              <a:gd name="connsiteY38" fmla="*/ 1005277 h 1647823"/>
              <a:gd name="connsiteX39" fmla="*/ 62385 w 1424802"/>
              <a:gd name="connsiteY39" fmla="*/ 964246 h 1647823"/>
              <a:gd name="connsiteX40" fmla="*/ 74108 w 1424802"/>
              <a:gd name="connsiteY40" fmla="*/ 940800 h 1647823"/>
              <a:gd name="connsiteX41" fmla="*/ 85832 w 1424802"/>
              <a:gd name="connsiteY41" fmla="*/ 899769 h 1647823"/>
              <a:gd name="connsiteX42" fmla="*/ 91693 w 1424802"/>
              <a:gd name="connsiteY42" fmla="*/ 882184 h 1647823"/>
              <a:gd name="connsiteX43" fmla="*/ 97555 w 1424802"/>
              <a:gd name="connsiteY43" fmla="*/ 852877 h 1647823"/>
              <a:gd name="connsiteX44" fmla="*/ 103416 w 1424802"/>
              <a:gd name="connsiteY44" fmla="*/ 835292 h 1647823"/>
              <a:gd name="connsiteX45" fmla="*/ 102366 w 1424802"/>
              <a:gd name="connsiteY45" fmla="*/ 772661 h 1647823"/>
              <a:gd name="connsiteX46" fmla="*/ 83418 w 1424802"/>
              <a:gd name="connsiteY46" fmla="*/ 661188 h 1647823"/>
              <a:gd name="connsiteX47" fmla="*/ 34270 w 1424802"/>
              <a:gd name="connsiteY47"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185128 w 1424802"/>
              <a:gd name="connsiteY21" fmla="*/ 1593013 h 1647823"/>
              <a:gd name="connsiteX22" fmla="*/ 1112152 w 1424802"/>
              <a:gd name="connsiteY22" fmla="*/ 1601472 h 1647823"/>
              <a:gd name="connsiteX23" fmla="*/ 900585 w 1424802"/>
              <a:gd name="connsiteY23" fmla="*/ 1644184 h 1647823"/>
              <a:gd name="connsiteX24" fmla="*/ 883001 w 1424802"/>
              <a:gd name="connsiteY24" fmla="*/ 1638323 h 1647823"/>
              <a:gd name="connsiteX25" fmla="*/ 800939 w 1424802"/>
              <a:gd name="connsiteY25" fmla="*/ 1632461 h 1647823"/>
              <a:gd name="connsiteX26" fmla="*/ 630955 w 1424802"/>
              <a:gd name="connsiteY26" fmla="*/ 1626600 h 1647823"/>
              <a:gd name="connsiteX27" fmla="*/ 572339 w 1424802"/>
              <a:gd name="connsiteY27" fmla="*/ 1620738 h 1647823"/>
              <a:gd name="connsiteX28" fmla="*/ 477085 w 1424802"/>
              <a:gd name="connsiteY28" fmla="*/ 1597620 h 1647823"/>
              <a:gd name="connsiteX29" fmla="*/ 119310 w 1424802"/>
              <a:gd name="connsiteY29" fmla="*/ 1468046 h 1647823"/>
              <a:gd name="connsiteX30" fmla="*/ 88685 w 1424802"/>
              <a:gd name="connsiteY30" fmla="*/ 1418160 h 1647823"/>
              <a:gd name="connsiteX31" fmla="*/ 52096 w 1424802"/>
              <a:gd name="connsiteY31" fmla="*/ 1340132 h 1647823"/>
              <a:gd name="connsiteX32" fmla="*/ 9632 w 1424802"/>
              <a:gd name="connsiteY32" fmla="*/ 1169400 h 1647823"/>
              <a:gd name="connsiteX33" fmla="*/ 15493 w 1424802"/>
              <a:gd name="connsiteY33" fmla="*/ 1151815 h 1647823"/>
              <a:gd name="connsiteX34" fmla="*/ 21355 w 1424802"/>
              <a:gd name="connsiteY34" fmla="*/ 1099061 h 1647823"/>
              <a:gd name="connsiteX35" fmla="*/ 27216 w 1424802"/>
              <a:gd name="connsiteY35" fmla="*/ 1081477 h 1647823"/>
              <a:gd name="connsiteX36" fmla="*/ 33078 w 1424802"/>
              <a:gd name="connsiteY36" fmla="*/ 1046307 h 1647823"/>
              <a:gd name="connsiteX37" fmla="*/ 50662 w 1424802"/>
              <a:gd name="connsiteY37" fmla="*/ 1005277 h 1647823"/>
              <a:gd name="connsiteX38" fmla="*/ 62385 w 1424802"/>
              <a:gd name="connsiteY38" fmla="*/ 964246 h 1647823"/>
              <a:gd name="connsiteX39" fmla="*/ 74108 w 1424802"/>
              <a:gd name="connsiteY39" fmla="*/ 940800 h 1647823"/>
              <a:gd name="connsiteX40" fmla="*/ 85832 w 1424802"/>
              <a:gd name="connsiteY40" fmla="*/ 899769 h 1647823"/>
              <a:gd name="connsiteX41" fmla="*/ 91693 w 1424802"/>
              <a:gd name="connsiteY41" fmla="*/ 882184 h 1647823"/>
              <a:gd name="connsiteX42" fmla="*/ 97555 w 1424802"/>
              <a:gd name="connsiteY42" fmla="*/ 852877 h 1647823"/>
              <a:gd name="connsiteX43" fmla="*/ 103416 w 1424802"/>
              <a:gd name="connsiteY43" fmla="*/ 835292 h 1647823"/>
              <a:gd name="connsiteX44" fmla="*/ 102366 w 1424802"/>
              <a:gd name="connsiteY44" fmla="*/ 772661 h 1647823"/>
              <a:gd name="connsiteX45" fmla="*/ 83418 w 1424802"/>
              <a:gd name="connsiteY45" fmla="*/ 661188 h 1647823"/>
              <a:gd name="connsiteX46" fmla="*/ 34270 w 1424802"/>
              <a:gd name="connsiteY46"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185128 w 1424802"/>
              <a:gd name="connsiteY20" fmla="*/ 1593013 h 1647823"/>
              <a:gd name="connsiteX21" fmla="*/ 1112152 w 1424802"/>
              <a:gd name="connsiteY21" fmla="*/ 1601472 h 1647823"/>
              <a:gd name="connsiteX22" fmla="*/ 900585 w 1424802"/>
              <a:gd name="connsiteY22" fmla="*/ 1644184 h 1647823"/>
              <a:gd name="connsiteX23" fmla="*/ 883001 w 1424802"/>
              <a:gd name="connsiteY23" fmla="*/ 1638323 h 1647823"/>
              <a:gd name="connsiteX24" fmla="*/ 800939 w 1424802"/>
              <a:gd name="connsiteY24" fmla="*/ 1632461 h 1647823"/>
              <a:gd name="connsiteX25" fmla="*/ 630955 w 1424802"/>
              <a:gd name="connsiteY25" fmla="*/ 1626600 h 1647823"/>
              <a:gd name="connsiteX26" fmla="*/ 572339 w 1424802"/>
              <a:gd name="connsiteY26" fmla="*/ 1620738 h 1647823"/>
              <a:gd name="connsiteX27" fmla="*/ 477085 w 1424802"/>
              <a:gd name="connsiteY27" fmla="*/ 1597620 h 1647823"/>
              <a:gd name="connsiteX28" fmla="*/ 119310 w 1424802"/>
              <a:gd name="connsiteY28" fmla="*/ 1468046 h 1647823"/>
              <a:gd name="connsiteX29" fmla="*/ 88685 w 1424802"/>
              <a:gd name="connsiteY29" fmla="*/ 1418160 h 1647823"/>
              <a:gd name="connsiteX30" fmla="*/ 52096 w 1424802"/>
              <a:gd name="connsiteY30" fmla="*/ 1340132 h 1647823"/>
              <a:gd name="connsiteX31" fmla="*/ 9632 w 1424802"/>
              <a:gd name="connsiteY31" fmla="*/ 1169400 h 1647823"/>
              <a:gd name="connsiteX32" fmla="*/ 15493 w 1424802"/>
              <a:gd name="connsiteY32" fmla="*/ 1151815 h 1647823"/>
              <a:gd name="connsiteX33" fmla="*/ 21355 w 1424802"/>
              <a:gd name="connsiteY33" fmla="*/ 1099061 h 1647823"/>
              <a:gd name="connsiteX34" fmla="*/ 27216 w 1424802"/>
              <a:gd name="connsiteY34" fmla="*/ 1081477 h 1647823"/>
              <a:gd name="connsiteX35" fmla="*/ 33078 w 1424802"/>
              <a:gd name="connsiteY35" fmla="*/ 1046307 h 1647823"/>
              <a:gd name="connsiteX36" fmla="*/ 50662 w 1424802"/>
              <a:gd name="connsiteY36" fmla="*/ 1005277 h 1647823"/>
              <a:gd name="connsiteX37" fmla="*/ 62385 w 1424802"/>
              <a:gd name="connsiteY37" fmla="*/ 964246 h 1647823"/>
              <a:gd name="connsiteX38" fmla="*/ 74108 w 1424802"/>
              <a:gd name="connsiteY38" fmla="*/ 940800 h 1647823"/>
              <a:gd name="connsiteX39" fmla="*/ 85832 w 1424802"/>
              <a:gd name="connsiteY39" fmla="*/ 899769 h 1647823"/>
              <a:gd name="connsiteX40" fmla="*/ 91693 w 1424802"/>
              <a:gd name="connsiteY40" fmla="*/ 882184 h 1647823"/>
              <a:gd name="connsiteX41" fmla="*/ 97555 w 1424802"/>
              <a:gd name="connsiteY41" fmla="*/ 852877 h 1647823"/>
              <a:gd name="connsiteX42" fmla="*/ 103416 w 1424802"/>
              <a:gd name="connsiteY42" fmla="*/ 835292 h 1647823"/>
              <a:gd name="connsiteX43" fmla="*/ 102366 w 1424802"/>
              <a:gd name="connsiteY43" fmla="*/ 772661 h 1647823"/>
              <a:gd name="connsiteX44" fmla="*/ 83418 w 1424802"/>
              <a:gd name="connsiteY44" fmla="*/ 661188 h 1647823"/>
              <a:gd name="connsiteX45" fmla="*/ 34270 w 1424802"/>
              <a:gd name="connsiteY45"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185128 w 1424802"/>
              <a:gd name="connsiteY19" fmla="*/ 1593013 h 1647823"/>
              <a:gd name="connsiteX20" fmla="*/ 1112152 w 1424802"/>
              <a:gd name="connsiteY20" fmla="*/ 1601472 h 1647823"/>
              <a:gd name="connsiteX21" fmla="*/ 900585 w 1424802"/>
              <a:gd name="connsiteY21" fmla="*/ 1644184 h 1647823"/>
              <a:gd name="connsiteX22" fmla="*/ 883001 w 1424802"/>
              <a:gd name="connsiteY22" fmla="*/ 1638323 h 1647823"/>
              <a:gd name="connsiteX23" fmla="*/ 800939 w 1424802"/>
              <a:gd name="connsiteY23" fmla="*/ 1632461 h 1647823"/>
              <a:gd name="connsiteX24" fmla="*/ 630955 w 1424802"/>
              <a:gd name="connsiteY24" fmla="*/ 1626600 h 1647823"/>
              <a:gd name="connsiteX25" fmla="*/ 572339 w 1424802"/>
              <a:gd name="connsiteY25" fmla="*/ 1620738 h 1647823"/>
              <a:gd name="connsiteX26" fmla="*/ 477085 w 1424802"/>
              <a:gd name="connsiteY26" fmla="*/ 1597620 h 1647823"/>
              <a:gd name="connsiteX27" fmla="*/ 119310 w 1424802"/>
              <a:gd name="connsiteY27" fmla="*/ 1468046 h 1647823"/>
              <a:gd name="connsiteX28" fmla="*/ 88685 w 1424802"/>
              <a:gd name="connsiteY28" fmla="*/ 1418160 h 1647823"/>
              <a:gd name="connsiteX29" fmla="*/ 52096 w 1424802"/>
              <a:gd name="connsiteY29" fmla="*/ 1340132 h 1647823"/>
              <a:gd name="connsiteX30" fmla="*/ 9632 w 1424802"/>
              <a:gd name="connsiteY30" fmla="*/ 1169400 h 1647823"/>
              <a:gd name="connsiteX31" fmla="*/ 15493 w 1424802"/>
              <a:gd name="connsiteY31" fmla="*/ 1151815 h 1647823"/>
              <a:gd name="connsiteX32" fmla="*/ 21355 w 1424802"/>
              <a:gd name="connsiteY32" fmla="*/ 1099061 h 1647823"/>
              <a:gd name="connsiteX33" fmla="*/ 27216 w 1424802"/>
              <a:gd name="connsiteY33" fmla="*/ 1081477 h 1647823"/>
              <a:gd name="connsiteX34" fmla="*/ 33078 w 1424802"/>
              <a:gd name="connsiteY34" fmla="*/ 1046307 h 1647823"/>
              <a:gd name="connsiteX35" fmla="*/ 50662 w 1424802"/>
              <a:gd name="connsiteY35" fmla="*/ 1005277 h 1647823"/>
              <a:gd name="connsiteX36" fmla="*/ 62385 w 1424802"/>
              <a:gd name="connsiteY36" fmla="*/ 964246 h 1647823"/>
              <a:gd name="connsiteX37" fmla="*/ 74108 w 1424802"/>
              <a:gd name="connsiteY37" fmla="*/ 940800 h 1647823"/>
              <a:gd name="connsiteX38" fmla="*/ 85832 w 1424802"/>
              <a:gd name="connsiteY38" fmla="*/ 899769 h 1647823"/>
              <a:gd name="connsiteX39" fmla="*/ 91693 w 1424802"/>
              <a:gd name="connsiteY39" fmla="*/ 882184 h 1647823"/>
              <a:gd name="connsiteX40" fmla="*/ 97555 w 1424802"/>
              <a:gd name="connsiteY40" fmla="*/ 852877 h 1647823"/>
              <a:gd name="connsiteX41" fmla="*/ 103416 w 1424802"/>
              <a:gd name="connsiteY41" fmla="*/ 835292 h 1647823"/>
              <a:gd name="connsiteX42" fmla="*/ 102366 w 1424802"/>
              <a:gd name="connsiteY42" fmla="*/ 772661 h 1647823"/>
              <a:gd name="connsiteX43" fmla="*/ 83418 w 1424802"/>
              <a:gd name="connsiteY43" fmla="*/ 661188 h 1647823"/>
              <a:gd name="connsiteX44" fmla="*/ 34270 w 1424802"/>
              <a:gd name="connsiteY44" fmla="*/ 481795 h 1647823"/>
              <a:gd name="connsiteX0" fmla="*/ 34270 w 1415284"/>
              <a:gd name="connsiteY0" fmla="*/ 481795 h 1647823"/>
              <a:gd name="connsiteX1" fmla="*/ 24101 w 1415284"/>
              <a:gd name="connsiteY1" fmla="*/ 373288 h 1647823"/>
              <a:gd name="connsiteX2" fmla="*/ 40439 w 1415284"/>
              <a:gd name="connsiteY2" fmla="*/ 294708 h 1647823"/>
              <a:gd name="connsiteX3" fmla="*/ 105996 w 1415284"/>
              <a:gd name="connsiteY3" fmla="*/ 147354 h 1647823"/>
              <a:gd name="connsiteX4" fmla="*/ 299018 w 1415284"/>
              <a:gd name="connsiteY4" fmla="*/ 13062 h 1647823"/>
              <a:gd name="connsiteX5" fmla="*/ 551506 w 1415284"/>
              <a:gd name="connsiteY5" fmla="*/ 68982 h 1647823"/>
              <a:gd name="connsiteX6" fmla="*/ 620226 w 1415284"/>
              <a:gd name="connsiteY6" fmla="*/ 131022 h 1647823"/>
              <a:gd name="connsiteX7" fmla="*/ 659264 w 1415284"/>
              <a:gd name="connsiteY7" fmla="*/ 157115 h 1647823"/>
              <a:gd name="connsiteX8" fmla="*/ 741534 w 1415284"/>
              <a:gd name="connsiteY8" fmla="*/ 202885 h 1647823"/>
              <a:gd name="connsiteX9" fmla="*/ 824385 w 1415284"/>
              <a:gd name="connsiteY9" fmla="*/ 325338 h 1647823"/>
              <a:gd name="connsiteX10" fmla="*/ 841970 w 1415284"/>
              <a:gd name="connsiteY10" fmla="*/ 342923 h 1647823"/>
              <a:gd name="connsiteX11" fmla="*/ 847832 w 1415284"/>
              <a:gd name="connsiteY11" fmla="*/ 360507 h 1647823"/>
              <a:gd name="connsiteX12" fmla="*/ 1091559 w 1415284"/>
              <a:gd name="connsiteY12" fmla="*/ 805354 h 1647823"/>
              <a:gd name="connsiteX13" fmla="*/ 1235657 w 1415284"/>
              <a:gd name="connsiteY13" fmla="*/ 1021434 h 1647823"/>
              <a:gd name="connsiteX14" fmla="*/ 1307706 w 1415284"/>
              <a:gd name="connsiteY14" fmla="*/ 1093461 h 1647823"/>
              <a:gd name="connsiteX15" fmla="*/ 1353869 w 1415284"/>
              <a:gd name="connsiteY15" fmla="*/ 1173135 h 1647823"/>
              <a:gd name="connsiteX16" fmla="*/ 1379755 w 1415284"/>
              <a:gd name="connsiteY16" fmla="*/ 1237514 h 1647823"/>
              <a:gd name="connsiteX17" fmla="*/ 1410539 w 1415284"/>
              <a:gd name="connsiteY17" fmla="*/ 1351107 h 1647823"/>
              <a:gd name="connsiteX18" fmla="*/ 1382217 w 1415284"/>
              <a:gd name="connsiteY18" fmla="*/ 1471846 h 1647823"/>
              <a:gd name="connsiteX19" fmla="*/ 1185128 w 1415284"/>
              <a:gd name="connsiteY19" fmla="*/ 1593013 h 1647823"/>
              <a:gd name="connsiteX20" fmla="*/ 1112152 w 1415284"/>
              <a:gd name="connsiteY20" fmla="*/ 1601472 h 1647823"/>
              <a:gd name="connsiteX21" fmla="*/ 900585 w 1415284"/>
              <a:gd name="connsiteY21" fmla="*/ 1644184 h 1647823"/>
              <a:gd name="connsiteX22" fmla="*/ 883001 w 1415284"/>
              <a:gd name="connsiteY22" fmla="*/ 1638323 h 1647823"/>
              <a:gd name="connsiteX23" fmla="*/ 800939 w 1415284"/>
              <a:gd name="connsiteY23" fmla="*/ 1632461 h 1647823"/>
              <a:gd name="connsiteX24" fmla="*/ 630955 w 1415284"/>
              <a:gd name="connsiteY24" fmla="*/ 1626600 h 1647823"/>
              <a:gd name="connsiteX25" fmla="*/ 572339 w 1415284"/>
              <a:gd name="connsiteY25" fmla="*/ 1620738 h 1647823"/>
              <a:gd name="connsiteX26" fmla="*/ 477085 w 1415284"/>
              <a:gd name="connsiteY26" fmla="*/ 1597620 h 1647823"/>
              <a:gd name="connsiteX27" fmla="*/ 119310 w 1415284"/>
              <a:gd name="connsiteY27" fmla="*/ 1468046 h 1647823"/>
              <a:gd name="connsiteX28" fmla="*/ 88685 w 1415284"/>
              <a:gd name="connsiteY28" fmla="*/ 1418160 h 1647823"/>
              <a:gd name="connsiteX29" fmla="*/ 52096 w 1415284"/>
              <a:gd name="connsiteY29" fmla="*/ 1340132 h 1647823"/>
              <a:gd name="connsiteX30" fmla="*/ 9632 w 1415284"/>
              <a:gd name="connsiteY30" fmla="*/ 1169400 h 1647823"/>
              <a:gd name="connsiteX31" fmla="*/ 15493 w 1415284"/>
              <a:gd name="connsiteY31" fmla="*/ 1151815 h 1647823"/>
              <a:gd name="connsiteX32" fmla="*/ 21355 w 1415284"/>
              <a:gd name="connsiteY32" fmla="*/ 1099061 h 1647823"/>
              <a:gd name="connsiteX33" fmla="*/ 27216 w 1415284"/>
              <a:gd name="connsiteY33" fmla="*/ 1081477 h 1647823"/>
              <a:gd name="connsiteX34" fmla="*/ 33078 w 1415284"/>
              <a:gd name="connsiteY34" fmla="*/ 1046307 h 1647823"/>
              <a:gd name="connsiteX35" fmla="*/ 50662 w 1415284"/>
              <a:gd name="connsiteY35" fmla="*/ 1005277 h 1647823"/>
              <a:gd name="connsiteX36" fmla="*/ 62385 w 1415284"/>
              <a:gd name="connsiteY36" fmla="*/ 964246 h 1647823"/>
              <a:gd name="connsiteX37" fmla="*/ 74108 w 1415284"/>
              <a:gd name="connsiteY37" fmla="*/ 940800 h 1647823"/>
              <a:gd name="connsiteX38" fmla="*/ 85832 w 1415284"/>
              <a:gd name="connsiteY38" fmla="*/ 899769 h 1647823"/>
              <a:gd name="connsiteX39" fmla="*/ 91693 w 1415284"/>
              <a:gd name="connsiteY39" fmla="*/ 882184 h 1647823"/>
              <a:gd name="connsiteX40" fmla="*/ 97555 w 1415284"/>
              <a:gd name="connsiteY40" fmla="*/ 852877 h 1647823"/>
              <a:gd name="connsiteX41" fmla="*/ 103416 w 1415284"/>
              <a:gd name="connsiteY41" fmla="*/ 835292 h 1647823"/>
              <a:gd name="connsiteX42" fmla="*/ 102366 w 1415284"/>
              <a:gd name="connsiteY42" fmla="*/ 772661 h 1647823"/>
              <a:gd name="connsiteX43" fmla="*/ 83418 w 1415284"/>
              <a:gd name="connsiteY43" fmla="*/ 661188 h 1647823"/>
              <a:gd name="connsiteX44" fmla="*/ 34270 w 1415284"/>
              <a:gd name="connsiteY44" fmla="*/ 481795 h 1647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415284" h="1647823">
                <a:moveTo>
                  <a:pt x="34270" y="481795"/>
                </a:moveTo>
                <a:cubicBezTo>
                  <a:pt x="33776" y="462417"/>
                  <a:pt x="23618" y="401739"/>
                  <a:pt x="24101" y="373288"/>
                </a:cubicBezTo>
                <a:cubicBezTo>
                  <a:pt x="17513" y="343760"/>
                  <a:pt x="26790" y="332364"/>
                  <a:pt x="40439" y="294708"/>
                </a:cubicBezTo>
                <a:cubicBezTo>
                  <a:pt x="64456" y="282704"/>
                  <a:pt x="68379" y="156025"/>
                  <a:pt x="105996" y="147354"/>
                </a:cubicBezTo>
                <a:cubicBezTo>
                  <a:pt x="82806" y="51492"/>
                  <a:pt x="275002" y="25066"/>
                  <a:pt x="299018" y="13062"/>
                </a:cubicBezTo>
                <a:cubicBezTo>
                  <a:pt x="373270" y="0"/>
                  <a:pt x="497972" y="49322"/>
                  <a:pt x="551506" y="68982"/>
                </a:cubicBezTo>
                <a:cubicBezTo>
                  <a:pt x="592513" y="71911"/>
                  <a:pt x="580936" y="122291"/>
                  <a:pt x="620226" y="131022"/>
                </a:cubicBezTo>
                <a:cubicBezTo>
                  <a:pt x="626258" y="132362"/>
                  <a:pt x="653303" y="155489"/>
                  <a:pt x="659264" y="157115"/>
                </a:cubicBezTo>
                <a:cubicBezTo>
                  <a:pt x="683280" y="157115"/>
                  <a:pt x="725737" y="181686"/>
                  <a:pt x="741534" y="202885"/>
                </a:cubicBezTo>
                <a:cubicBezTo>
                  <a:pt x="769054" y="230922"/>
                  <a:pt x="805942" y="294370"/>
                  <a:pt x="824385" y="325338"/>
                </a:cubicBezTo>
                <a:cubicBezTo>
                  <a:pt x="830247" y="331200"/>
                  <a:pt x="837372" y="336026"/>
                  <a:pt x="841970" y="342923"/>
                </a:cubicBezTo>
                <a:cubicBezTo>
                  <a:pt x="845397" y="348064"/>
                  <a:pt x="806234" y="283435"/>
                  <a:pt x="847832" y="360507"/>
                </a:cubicBezTo>
                <a:cubicBezTo>
                  <a:pt x="889430" y="437579"/>
                  <a:pt x="1026922" y="695200"/>
                  <a:pt x="1091559" y="805354"/>
                </a:cubicBezTo>
                <a:cubicBezTo>
                  <a:pt x="1095627" y="853962"/>
                  <a:pt x="1199633" y="973416"/>
                  <a:pt x="1235657" y="1021434"/>
                </a:cubicBezTo>
                <a:cubicBezTo>
                  <a:pt x="1237080" y="1055670"/>
                  <a:pt x="1288004" y="1068178"/>
                  <a:pt x="1307706" y="1093461"/>
                </a:cubicBezTo>
                <a:cubicBezTo>
                  <a:pt x="1315314" y="1146725"/>
                  <a:pt x="1337777" y="1124859"/>
                  <a:pt x="1353869" y="1173135"/>
                </a:cubicBezTo>
                <a:cubicBezTo>
                  <a:pt x="1365877" y="1197144"/>
                  <a:pt x="1370310" y="1207852"/>
                  <a:pt x="1379755" y="1237514"/>
                </a:cubicBezTo>
                <a:cubicBezTo>
                  <a:pt x="1377801" y="1288314"/>
                  <a:pt x="1415284" y="1300491"/>
                  <a:pt x="1410539" y="1351107"/>
                </a:cubicBezTo>
                <a:cubicBezTo>
                  <a:pt x="1394908" y="1415584"/>
                  <a:pt x="1402732" y="1428861"/>
                  <a:pt x="1382217" y="1471846"/>
                </a:cubicBezTo>
                <a:cubicBezTo>
                  <a:pt x="1344649" y="1512164"/>
                  <a:pt x="1233817" y="1571890"/>
                  <a:pt x="1185128" y="1593013"/>
                </a:cubicBezTo>
                <a:cubicBezTo>
                  <a:pt x="1164705" y="1587848"/>
                  <a:pt x="1159576" y="1592944"/>
                  <a:pt x="1112152" y="1601472"/>
                </a:cubicBezTo>
                <a:cubicBezTo>
                  <a:pt x="1032044" y="1599518"/>
                  <a:pt x="980634" y="1647823"/>
                  <a:pt x="900585" y="1644184"/>
                </a:cubicBezTo>
                <a:cubicBezTo>
                  <a:pt x="894413" y="1643903"/>
                  <a:pt x="889137" y="1639045"/>
                  <a:pt x="883001" y="1638323"/>
                </a:cubicBezTo>
                <a:cubicBezTo>
                  <a:pt x="855765" y="1635119"/>
                  <a:pt x="828333" y="1633735"/>
                  <a:pt x="800939" y="1632461"/>
                </a:cubicBezTo>
                <a:cubicBezTo>
                  <a:pt x="744305" y="1629827"/>
                  <a:pt x="687616" y="1628554"/>
                  <a:pt x="630955" y="1626600"/>
                </a:cubicBezTo>
                <a:cubicBezTo>
                  <a:pt x="611416" y="1624646"/>
                  <a:pt x="591639" y="1624357"/>
                  <a:pt x="572339" y="1620738"/>
                </a:cubicBezTo>
                <a:cubicBezTo>
                  <a:pt x="560194" y="1618461"/>
                  <a:pt x="488808" y="1601528"/>
                  <a:pt x="477085" y="1597620"/>
                </a:cubicBezTo>
                <a:cubicBezTo>
                  <a:pt x="390139" y="1573197"/>
                  <a:pt x="193266" y="1496377"/>
                  <a:pt x="119310" y="1468046"/>
                </a:cubicBezTo>
                <a:cubicBezTo>
                  <a:pt x="114003" y="1461678"/>
                  <a:pt x="94546" y="1424022"/>
                  <a:pt x="88685" y="1418160"/>
                </a:cubicBezTo>
                <a:cubicBezTo>
                  <a:pt x="77483" y="1396841"/>
                  <a:pt x="61997" y="1384253"/>
                  <a:pt x="52096" y="1340132"/>
                </a:cubicBezTo>
                <a:cubicBezTo>
                  <a:pt x="43520" y="1245807"/>
                  <a:pt x="0" y="1294619"/>
                  <a:pt x="9632" y="1169400"/>
                </a:cubicBezTo>
                <a:cubicBezTo>
                  <a:pt x="10106" y="1163240"/>
                  <a:pt x="13539" y="1157677"/>
                  <a:pt x="15493" y="1151815"/>
                </a:cubicBezTo>
                <a:cubicBezTo>
                  <a:pt x="17447" y="1134230"/>
                  <a:pt x="18446" y="1116513"/>
                  <a:pt x="21355" y="1099061"/>
                </a:cubicBezTo>
                <a:cubicBezTo>
                  <a:pt x="22371" y="1092967"/>
                  <a:pt x="25876" y="1087508"/>
                  <a:pt x="27216" y="1081477"/>
                </a:cubicBezTo>
                <a:cubicBezTo>
                  <a:pt x="29794" y="1069875"/>
                  <a:pt x="30500" y="1057909"/>
                  <a:pt x="33078" y="1046307"/>
                </a:cubicBezTo>
                <a:cubicBezTo>
                  <a:pt x="37308" y="1027272"/>
                  <a:pt x="42390" y="1024577"/>
                  <a:pt x="50662" y="1005277"/>
                </a:cubicBezTo>
                <a:cubicBezTo>
                  <a:pt x="64837" y="972203"/>
                  <a:pt x="47509" y="1003917"/>
                  <a:pt x="62385" y="964246"/>
                </a:cubicBezTo>
                <a:cubicBezTo>
                  <a:pt x="65453" y="956065"/>
                  <a:pt x="70666" y="948831"/>
                  <a:pt x="74108" y="940800"/>
                </a:cubicBezTo>
                <a:cubicBezTo>
                  <a:pt x="80131" y="926747"/>
                  <a:pt x="81583" y="914640"/>
                  <a:pt x="85832" y="899769"/>
                </a:cubicBezTo>
                <a:cubicBezTo>
                  <a:pt x="87529" y="893828"/>
                  <a:pt x="90194" y="888178"/>
                  <a:pt x="91693" y="882184"/>
                </a:cubicBezTo>
                <a:cubicBezTo>
                  <a:pt x="94109" y="872519"/>
                  <a:pt x="95139" y="862542"/>
                  <a:pt x="97555" y="852877"/>
                </a:cubicBezTo>
                <a:cubicBezTo>
                  <a:pt x="99054" y="846883"/>
                  <a:pt x="101719" y="841233"/>
                  <a:pt x="103416" y="835292"/>
                </a:cubicBezTo>
                <a:cubicBezTo>
                  <a:pt x="105629" y="827546"/>
                  <a:pt x="100618" y="780525"/>
                  <a:pt x="102366" y="772661"/>
                </a:cubicBezTo>
                <a:cubicBezTo>
                  <a:pt x="104527" y="762935"/>
                  <a:pt x="80797" y="670800"/>
                  <a:pt x="83418" y="661188"/>
                </a:cubicBezTo>
                <a:cubicBezTo>
                  <a:pt x="72069" y="612710"/>
                  <a:pt x="44156" y="529778"/>
                  <a:pt x="34270" y="481795"/>
                </a:cubicBezTo>
                <a:close/>
              </a:path>
            </a:pathLst>
          </a:cu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6" name="Line 42"/>
          <p:cNvSpPr>
            <a:spLocks noChangeShapeType="1"/>
          </p:cNvSpPr>
          <p:nvPr/>
        </p:nvSpPr>
        <p:spPr bwMode="auto">
          <a:xfrm>
            <a:off x="3279366" y="2518628"/>
            <a:ext cx="689447" cy="839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8"/>
          <p:cNvSpPr>
            <a:spLocks noChangeShapeType="1"/>
          </p:cNvSpPr>
          <p:nvPr/>
        </p:nvSpPr>
        <p:spPr bwMode="auto">
          <a:xfrm flipV="1">
            <a:off x="3279366" y="3143716"/>
            <a:ext cx="1666163" cy="5037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5"/>
          <p:cNvSpPr>
            <a:spLocks noChangeShapeType="1"/>
          </p:cNvSpPr>
          <p:nvPr/>
        </p:nvSpPr>
        <p:spPr bwMode="auto">
          <a:xfrm flipH="1">
            <a:off x="1746697" y="3194095"/>
            <a:ext cx="611715" cy="8583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Line 16"/>
          <p:cNvSpPr>
            <a:spLocks noChangeShapeType="1"/>
          </p:cNvSpPr>
          <p:nvPr/>
        </p:nvSpPr>
        <p:spPr bwMode="auto">
          <a:xfrm>
            <a:off x="2512186" y="3194095"/>
            <a:ext cx="0"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0" name="Line 17"/>
          <p:cNvSpPr>
            <a:spLocks noChangeShapeType="1"/>
          </p:cNvSpPr>
          <p:nvPr/>
        </p:nvSpPr>
        <p:spPr bwMode="auto">
          <a:xfrm flipH="1">
            <a:off x="3953604" y="3194095"/>
            <a:ext cx="934471"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1" name="Line 18"/>
          <p:cNvSpPr>
            <a:spLocks noChangeShapeType="1"/>
          </p:cNvSpPr>
          <p:nvPr/>
        </p:nvSpPr>
        <p:spPr bwMode="auto">
          <a:xfrm flipH="1">
            <a:off x="4719093" y="3194095"/>
            <a:ext cx="246714"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2" name="Line 19"/>
          <p:cNvSpPr>
            <a:spLocks noChangeShapeType="1"/>
          </p:cNvSpPr>
          <p:nvPr/>
        </p:nvSpPr>
        <p:spPr bwMode="auto">
          <a:xfrm>
            <a:off x="4965807" y="3194095"/>
            <a:ext cx="613405" cy="5933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3" name="Line 20"/>
          <p:cNvSpPr>
            <a:spLocks noChangeShapeType="1"/>
          </p:cNvSpPr>
          <p:nvPr/>
        </p:nvSpPr>
        <p:spPr bwMode="auto">
          <a:xfrm>
            <a:off x="5041848" y="3194095"/>
            <a:ext cx="843221" cy="3396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4" name="Line 23"/>
          <p:cNvSpPr>
            <a:spLocks noChangeShapeType="1"/>
          </p:cNvSpPr>
          <p:nvPr/>
        </p:nvSpPr>
        <p:spPr bwMode="auto">
          <a:xfrm flipH="1">
            <a:off x="3201634" y="2432795"/>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55"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15192" y="2940328"/>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7162" y="3447862"/>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 name="Picture 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10229" y="3699763"/>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89277" y="3447862"/>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 name="Picture 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23788" y="3447862"/>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1295" y="3194095"/>
            <a:ext cx="474841" cy="50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Line 21"/>
          <p:cNvSpPr>
            <a:spLocks noChangeShapeType="1"/>
          </p:cNvSpPr>
          <p:nvPr/>
        </p:nvSpPr>
        <p:spPr bwMode="auto">
          <a:xfrm>
            <a:off x="6253451" y="3617663"/>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6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71818" y="3026161"/>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3"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85223" y="217902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 Box 27"/>
          <p:cNvSpPr txBox="1">
            <a:spLocks noChangeArrowheads="1"/>
          </p:cNvSpPr>
          <p:nvPr/>
        </p:nvSpPr>
        <p:spPr bwMode="auto">
          <a:xfrm>
            <a:off x="4855888" y="2083866"/>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1</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(A, B, C)</a:t>
            </a:r>
          </a:p>
        </p:txBody>
      </p:sp>
      <p:sp>
        <p:nvSpPr>
          <p:cNvPr id="66" name="Text Box 32"/>
          <p:cNvSpPr txBox="1">
            <a:spLocks noChangeArrowheads="1"/>
          </p:cNvSpPr>
          <p:nvPr/>
        </p:nvSpPr>
        <p:spPr bwMode="auto">
          <a:xfrm>
            <a:off x="4007910" y="2348829"/>
            <a:ext cx="348270"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A</a:t>
            </a:r>
          </a:p>
        </p:txBody>
      </p:sp>
      <p:sp>
        <p:nvSpPr>
          <p:cNvPr id="67" name="Text Box 33"/>
          <p:cNvSpPr txBox="1">
            <a:spLocks noChangeArrowheads="1"/>
          </p:cNvSpPr>
          <p:nvPr/>
        </p:nvSpPr>
        <p:spPr bwMode="auto">
          <a:xfrm>
            <a:off x="3512444" y="3386192"/>
            <a:ext cx="335078"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a:t>
            </a:r>
          </a:p>
        </p:txBody>
      </p:sp>
      <p:sp>
        <p:nvSpPr>
          <p:cNvPr id="68" name="Text Box 34"/>
          <p:cNvSpPr txBox="1">
            <a:spLocks noChangeArrowheads="1"/>
          </p:cNvSpPr>
          <p:nvPr/>
        </p:nvSpPr>
        <p:spPr bwMode="auto">
          <a:xfrm>
            <a:off x="4303397" y="3378823"/>
            <a:ext cx="331779"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C</a:t>
            </a:r>
          </a:p>
        </p:txBody>
      </p:sp>
      <p:sp>
        <p:nvSpPr>
          <p:cNvPr id="69" name="Text Box 35"/>
          <p:cNvSpPr txBox="1">
            <a:spLocks noChangeArrowheads="1"/>
          </p:cNvSpPr>
          <p:nvPr/>
        </p:nvSpPr>
        <p:spPr bwMode="auto">
          <a:xfrm>
            <a:off x="5149997" y="3645651"/>
            <a:ext cx="35651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D</a:t>
            </a:r>
          </a:p>
        </p:txBody>
      </p:sp>
      <p:sp>
        <p:nvSpPr>
          <p:cNvPr id="70" name="Text Box 36"/>
          <p:cNvSpPr txBox="1">
            <a:spLocks noChangeArrowheads="1"/>
          </p:cNvSpPr>
          <p:nvPr/>
        </p:nvSpPr>
        <p:spPr bwMode="auto">
          <a:xfrm>
            <a:off x="5501479" y="3110129"/>
            <a:ext cx="31034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a:t>
            </a:r>
          </a:p>
        </p:txBody>
      </p:sp>
      <p:sp>
        <p:nvSpPr>
          <p:cNvPr id="71" name="Text Box 37"/>
          <p:cNvSpPr txBox="1">
            <a:spLocks noChangeArrowheads="1"/>
          </p:cNvSpPr>
          <p:nvPr/>
        </p:nvSpPr>
        <p:spPr bwMode="auto">
          <a:xfrm>
            <a:off x="1308802" y="2902542"/>
            <a:ext cx="35156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G</a:t>
            </a:r>
          </a:p>
        </p:txBody>
      </p:sp>
      <p:sp>
        <p:nvSpPr>
          <p:cNvPr id="72" name="Text Box 38"/>
          <p:cNvSpPr txBox="1">
            <a:spLocks noChangeArrowheads="1"/>
          </p:cNvSpPr>
          <p:nvPr/>
        </p:nvSpPr>
        <p:spPr bwMode="auto">
          <a:xfrm>
            <a:off x="2052556" y="3376956"/>
            <a:ext cx="30704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F</a:t>
            </a:r>
          </a:p>
        </p:txBody>
      </p:sp>
      <p:sp>
        <p:nvSpPr>
          <p:cNvPr id="73" name="Text Box 39"/>
          <p:cNvSpPr txBox="1">
            <a:spLocks noChangeArrowheads="1"/>
          </p:cNvSpPr>
          <p:nvPr/>
        </p:nvSpPr>
        <p:spPr bwMode="auto">
          <a:xfrm>
            <a:off x="3128119" y="2069526"/>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1</a:t>
            </a:r>
          </a:p>
        </p:txBody>
      </p:sp>
      <p:sp>
        <p:nvSpPr>
          <p:cNvPr id="74" name="Text Box 41"/>
          <p:cNvSpPr txBox="1">
            <a:spLocks noChangeArrowheads="1"/>
          </p:cNvSpPr>
          <p:nvPr/>
        </p:nvSpPr>
        <p:spPr bwMode="auto">
          <a:xfrm>
            <a:off x="1992987" y="2647378"/>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3</a:t>
            </a:r>
          </a:p>
        </p:txBody>
      </p:sp>
      <p:sp>
        <p:nvSpPr>
          <p:cNvPr id="75" name="Text Box 43"/>
          <p:cNvSpPr txBox="1">
            <a:spLocks noChangeArrowheads="1"/>
          </p:cNvSpPr>
          <p:nvPr/>
        </p:nvSpPr>
        <p:spPr bwMode="auto">
          <a:xfrm>
            <a:off x="2939711" y="2779203"/>
            <a:ext cx="33672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990099"/>
                </a:solidFill>
                <a:latin typeface="微软雅黑" panose="020B0503020204020204" pitchFamily="34" charset="-122"/>
                <a:ea typeface="微软雅黑" panose="020B0503020204020204" pitchFamily="34" charset="-122"/>
              </a:rPr>
              <a:t>R</a:t>
            </a:r>
            <a:endParaRPr lang="en-US" altLang="zh-CN" sz="1600" b="1" baseline="-25000" dirty="0">
              <a:solidFill>
                <a:srgbClr val="990099"/>
              </a:solidFill>
              <a:latin typeface="微软雅黑" panose="020B0503020204020204" pitchFamily="34" charset="-122"/>
              <a:ea typeface="微软雅黑" panose="020B0503020204020204" pitchFamily="34" charset="-122"/>
            </a:endParaRPr>
          </a:p>
        </p:txBody>
      </p:sp>
      <p:cxnSp>
        <p:nvCxnSpPr>
          <p:cNvPr id="76" name="直接箭头连接符 75"/>
          <p:cNvCxnSpPr/>
          <p:nvPr/>
        </p:nvCxnSpPr>
        <p:spPr>
          <a:xfrm flipH="1">
            <a:off x="4357472" y="2458918"/>
            <a:ext cx="618475" cy="361991"/>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773167" y="3065347"/>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82371" y="3026161"/>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95476" y="2371220"/>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152681" y="2827811"/>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2</a:t>
            </a:r>
          </a:p>
        </p:txBody>
      </p:sp>
      <p:cxnSp>
        <p:nvCxnSpPr>
          <p:cNvPr id="93" name="直接箭头连接符 92"/>
          <p:cNvCxnSpPr/>
          <p:nvPr/>
        </p:nvCxnSpPr>
        <p:spPr>
          <a:xfrm flipH="1">
            <a:off x="6202756" y="2796652"/>
            <a:ext cx="476530" cy="584036"/>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94" name="椭圆 93"/>
          <p:cNvSpPr/>
          <p:nvPr/>
        </p:nvSpPr>
        <p:spPr>
          <a:xfrm rot="1662349">
            <a:off x="1260029" y="2677233"/>
            <a:ext cx="1769243" cy="1438633"/>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5" name="椭圆 94"/>
          <p:cNvSpPr/>
          <p:nvPr/>
        </p:nvSpPr>
        <p:spPr>
          <a:xfrm>
            <a:off x="2665960" y="2095062"/>
            <a:ext cx="1762483" cy="761300"/>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8" name="椭圆 97"/>
          <p:cNvSpPr/>
          <p:nvPr/>
        </p:nvSpPr>
        <p:spPr>
          <a:xfrm>
            <a:off x="3431449" y="2856362"/>
            <a:ext cx="3296840" cy="1490879"/>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112" name="Text Box 27"/>
          <p:cNvSpPr txBox="1">
            <a:spLocks noChangeArrowheads="1"/>
          </p:cNvSpPr>
          <p:nvPr/>
        </p:nvSpPr>
        <p:spPr bwMode="auto">
          <a:xfrm>
            <a:off x="6445963" y="2387899"/>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2</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(D, E, F)</a:t>
            </a: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3986072" y="2352892"/>
            <a:ext cx="8114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Internet</a:t>
            </a:r>
            <a:endParaRPr kumimoji="1" lang="zh-CN" altLang="en-US" sz="1200" dirty="0">
              <a:latin typeface="Montserrat" panose="00000500000000000000" pitchFamily="2" charset="0"/>
              <a:ea typeface="微软雅黑"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3841000" y="2059081"/>
            <a:ext cx="11015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pitchFamily="34" charset="-122"/>
              </a:rPr>
              <a:t>Tunneling</a:t>
            </a:r>
            <a:endParaRPr kumimoji="1" lang="zh-CN" altLang="en-US" sz="1400" dirty="0">
              <a:solidFill>
                <a:schemeClr val="bg1"/>
              </a:solidFill>
              <a:latin typeface="Montserrat" panose="00000500000000000000" pitchFamily="2" charset="0"/>
              <a:ea typeface="微软雅黑"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944508" y="1689456"/>
            <a:ext cx="3011885" cy="471940"/>
            <a:chOff x="1391" y="1348"/>
            <a:chExt cx="2757" cy="468"/>
          </a:xfrm>
        </p:grpSpPr>
        <p:sp>
          <p:nvSpPr>
            <p:cNvPr id="63" name="Text Box 61"/>
            <p:cNvSpPr txBox="1">
              <a:spLocks noChangeArrowheads="1"/>
            </p:cNvSpPr>
            <p:nvPr/>
          </p:nvSpPr>
          <p:spPr bwMode="auto">
            <a:xfrm>
              <a:off x="1391" y="1348"/>
              <a:ext cx="76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79" y="1367"/>
              <a:ext cx="869"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652776"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137839" y="4205342"/>
            <a:ext cx="314934" cy="79781"/>
          </a:xfrm>
          <a:prstGeom prst="rect">
            <a:avLst/>
          </a:prstGeom>
          <a:solidFill>
            <a:srgbClr val="00FFFF"/>
          </a:solidFill>
          <a:ln w="9525" algn="ctr">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411660" y="4088284"/>
            <a:ext cx="1045479"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200" dirty="0">
                <a:latin typeface="Montserrat" panose="00000500000000000000" pitchFamily="2" charset="0"/>
                <a:ea typeface="微软雅黑 Light" panose="020B0502040204020203" pitchFamily="34" charset="-122"/>
              </a:rPr>
              <a:t>普通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08065"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50178"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5025450" y="4088284"/>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502947" y="4088284"/>
            <a:ext cx="15937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标签交换路由器 </a:t>
            </a:r>
            <a:r>
              <a:rPr kumimoji="1" lang="en-US" altLang="zh-CN" sz="12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133748" y="4088284"/>
            <a:ext cx="1261884"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200" dirty="0">
                <a:latin typeface="Montserrat" panose="00000500000000000000" pitchFamily="2" charset="0"/>
                <a:ea typeface="微软雅黑 Light" panose="020B0502040204020203" pitchFamily="34" charset="-122"/>
              </a:rPr>
              <a:t>打上标签的分组</a:t>
            </a:r>
          </a:p>
        </p:txBody>
      </p:sp>
      <p:grpSp>
        <p:nvGrpSpPr>
          <p:cNvPr id="110" name="组合 109"/>
          <p:cNvGrpSpPr/>
          <p:nvPr/>
        </p:nvGrpSpPr>
        <p:grpSpPr>
          <a:xfrm>
            <a:off x="1347389" y="1544133"/>
            <a:ext cx="6476397" cy="2178699"/>
            <a:chOff x="1347389" y="1173259"/>
            <a:chExt cx="6476397" cy="2178699"/>
          </a:xfrm>
        </p:grpSpPr>
        <p:sp>
          <p:nvSpPr>
            <p:cNvPr id="5" name="Oval 3"/>
            <p:cNvSpPr>
              <a:spLocks noChangeArrowheads="1"/>
            </p:cNvSpPr>
            <p:nvPr/>
          </p:nvSpPr>
          <p:spPr bwMode="auto">
            <a:xfrm>
              <a:off x="2566991" y="1173259"/>
              <a:ext cx="3978115" cy="2178699"/>
            </a:xfrm>
            <a:prstGeom prst="ellipse">
              <a:avLst/>
            </a:prstGeom>
            <a:solidFill>
              <a:srgbClr val="66FF66"/>
            </a:solidFill>
            <a:ln w="12700">
              <a:solidFill>
                <a:srgbClr val="333399"/>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1936668"/>
              <a:ext cx="332693" cy="1157369"/>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273278"/>
              <a:ext cx="1000448" cy="327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353059"/>
              <a:ext cx="1008737" cy="218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252513"/>
              <a:ext cx="1180411" cy="50273"/>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1914810"/>
              <a:ext cx="1040703" cy="306009"/>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355244"/>
              <a:ext cx="909283" cy="681962"/>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1935575"/>
              <a:ext cx="1429043" cy="374861"/>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063436"/>
              <a:ext cx="781416" cy="7868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271092"/>
              <a:ext cx="782600" cy="868846"/>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250327"/>
              <a:ext cx="1591246" cy="78688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498738" y="1904382"/>
              <a:ext cx="290708" cy="8642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568364"/>
              <a:ext cx="0" cy="734421"/>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885029" y="2407703"/>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00295" y="2315900"/>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1859073"/>
              <a:ext cx="1214746" cy="327867"/>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167268"/>
              <a:ext cx="802727" cy="19672"/>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1839401"/>
              <a:ext cx="852453" cy="262293"/>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094428" y="1258516"/>
              <a:ext cx="1034257" cy="29065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600" dirty="0">
                  <a:solidFill>
                    <a:srgbClr val="000099"/>
                  </a:solidFill>
                  <a:latin typeface="Montserrat" panose="00000500000000000000" pitchFamily="2" charset="0"/>
                  <a:ea typeface="微软雅黑 Light" panose="020B0502040204020203" pitchFamily="34" charset="-122"/>
                </a:rPr>
                <a:t>MPLS </a:t>
              </a:r>
              <a:r>
                <a:rPr kumimoji="1" lang="zh-CN" altLang="en-US" sz="1600" dirty="0">
                  <a:solidFill>
                    <a:srgbClr val="000099"/>
                  </a:solidFill>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250327"/>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545407"/>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1974919"/>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460161"/>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1816842"/>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CC00CC"/>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176656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1965475"/>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36809" y="2830651"/>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47070" y="2812072"/>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370544"/>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329936"/>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620823"/>
              <a:ext cx="0" cy="62950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49972" y="1932798"/>
              <a:ext cx="290708" cy="86429"/>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1970547"/>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1925593"/>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505826"/>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1811786"/>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1899217"/>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092951"/>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04049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1725740"/>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145409"/>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2984748"/>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282737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186939"/>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220232"/>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220232"/>
              <a:ext cx="437551" cy="43755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1" name="组合 110"/>
          <p:cNvGrpSpPr/>
          <p:nvPr/>
        </p:nvGrpSpPr>
        <p:grpSpPr>
          <a:xfrm>
            <a:off x="3312385" y="2544311"/>
            <a:ext cx="561310" cy="255463"/>
            <a:chOff x="3312385" y="2173437"/>
            <a:chExt cx="561310" cy="255463"/>
          </a:xfrm>
        </p:grpSpPr>
        <p:sp>
          <p:nvSpPr>
            <p:cNvPr id="80" name="Line 268"/>
            <p:cNvSpPr>
              <a:spLocks noChangeShapeType="1"/>
            </p:cNvSpPr>
            <p:nvPr/>
          </p:nvSpPr>
          <p:spPr bwMode="auto">
            <a:xfrm rot="16072623">
              <a:off x="3547463" y="2102669"/>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173437"/>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2" name="组合 111"/>
          <p:cNvGrpSpPr/>
          <p:nvPr/>
        </p:nvGrpSpPr>
        <p:grpSpPr>
          <a:xfrm>
            <a:off x="4478891" y="2482891"/>
            <a:ext cx="564414" cy="254459"/>
            <a:chOff x="4478891" y="2112017"/>
            <a:chExt cx="564414" cy="254459"/>
          </a:xfrm>
        </p:grpSpPr>
        <p:sp>
          <p:nvSpPr>
            <p:cNvPr id="89" name="Line 416"/>
            <p:cNvSpPr>
              <a:spLocks noChangeShapeType="1"/>
            </p:cNvSpPr>
            <p:nvPr/>
          </p:nvSpPr>
          <p:spPr bwMode="auto">
            <a:xfrm rot="18151154">
              <a:off x="4668597" y="2040245"/>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112017"/>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3" name="组合 112"/>
          <p:cNvGrpSpPr/>
          <p:nvPr/>
        </p:nvGrpSpPr>
        <p:grpSpPr>
          <a:xfrm>
            <a:off x="5732321" y="2710776"/>
            <a:ext cx="524124" cy="267916"/>
            <a:chOff x="5732321" y="2339902"/>
            <a:chExt cx="524124" cy="267916"/>
          </a:xfrm>
        </p:grpSpPr>
        <p:sp>
          <p:nvSpPr>
            <p:cNvPr id="93" name="Line 420"/>
            <p:cNvSpPr>
              <a:spLocks noChangeShapeType="1"/>
            </p:cNvSpPr>
            <p:nvPr/>
          </p:nvSpPr>
          <p:spPr bwMode="auto">
            <a:xfrm rot="17283846">
              <a:off x="5922027" y="2281587"/>
              <a:ext cx="136525" cy="515937"/>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339902"/>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06" name="组合 105"/>
          <p:cNvGrpSpPr/>
          <p:nvPr/>
        </p:nvGrpSpPr>
        <p:grpSpPr>
          <a:xfrm>
            <a:off x="2653945" y="4156606"/>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X</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par>
                          <p:cTn id="8" fill="hold">
                            <p:stCondLst>
                              <p:cond delay="1500"/>
                            </p:stCondLst>
                            <p:childTnLst>
                              <p:par>
                                <p:cTn id="9" presetID="22" presetClass="entr" presetSubtype="8" fill="hold" nodeType="after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wipe(left)">
                                      <p:cBhvr>
                                        <p:cTn id="11" dur="1000"/>
                                        <p:tgtEl>
                                          <p:spTgt spid="111"/>
                                        </p:tgtEl>
                                      </p:cBhvr>
                                    </p:animEffect>
                                  </p:childTnLst>
                                </p:cTn>
                              </p:par>
                            </p:childTnLst>
                          </p:cTn>
                        </p:par>
                        <p:par>
                          <p:cTn id="12" fill="hold">
                            <p:stCondLst>
                              <p:cond delay="2500"/>
                            </p:stCondLst>
                            <p:childTnLst>
                              <p:par>
                                <p:cTn id="13" presetID="22" presetClass="entr" presetSubtype="8" fill="hold" nodeType="after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wipe(left)">
                                      <p:cBhvr>
                                        <p:cTn id="15" dur="1000"/>
                                        <p:tgtEl>
                                          <p:spTgt spid="112"/>
                                        </p:tgtEl>
                                      </p:cBhvr>
                                    </p:animEffect>
                                  </p:childTnLst>
                                </p:cTn>
                              </p:par>
                            </p:childTnLst>
                          </p:cTn>
                        </p:par>
                        <p:par>
                          <p:cTn id="16" fill="hold">
                            <p:stCondLst>
                              <p:cond delay="3500"/>
                            </p:stCondLst>
                            <p:childTnLst>
                              <p:par>
                                <p:cTn id="17" presetID="22" presetClass="entr" presetSubtype="8" fill="hold" nodeType="after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wipe(left)">
                                      <p:cBhvr>
                                        <p:cTn id="19" dur="1000"/>
                                        <p:tgtEl>
                                          <p:spTgt spid="1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repeatCount="3000" fill="hold" nodeType="click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FF"/>
                  </a:solidFill>
                  <a:latin typeface="微软雅黑" pitchFamily="34" charset="-122"/>
                  <a:ea typeface="微软雅黑" pitchFamily="34" charset="-122"/>
                </a:rPr>
                <a:t>20</a:t>
              </a:r>
              <a:r>
                <a:rPr kumimoji="1" lang="en-US" altLang="zh-CN" sz="1400" b="1" dirty="0">
                  <a:solidFill>
                    <a:srgbClr val="000099"/>
                  </a:solidFill>
                  <a:latin typeface="微软雅黑" pitchFamily="34" charset="-122"/>
                  <a:ea typeface="微软雅黑" pitchFamily="34" charset="-122"/>
                </a:rPr>
                <a:t>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458898"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370599" y="967013"/>
            <a:ext cx="19030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OpenFlow</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控制器</a:t>
            </a:r>
            <a:endParaRPr lang="en-US" altLang="zh-CN" sz="16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292336" y="2935201"/>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284273"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4940036"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99"/>
                </a:solidFill>
                <a:latin typeface="微软雅黑" panose="020B0503020204020204" pitchFamily="34" charset="-122"/>
                <a:ea typeface="微软雅黑" panose="020B0503020204020204" pitchFamily="34" charset="-122"/>
              </a:rPr>
              <a:t>S</a:t>
            </a:r>
            <a:r>
              <a:rPr lang="en-US" altLang="zh-CN" sz="14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5876661" y="2179636"/>
            <a:ext cx="574675" cy="576263"/>
            <a:chOff x="5220072" y="3356992"/>
            <a:chExt cx="576064" cy="576064"/>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308461" y="22510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10.2.0.4</a:t>
            </a:r>
            <a:endParaRPr lang="en-US" altLang="zh-CN" sz="14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308461" y="3116261"/>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10.2.0.3</a:t>
            </a:r>
            <a:endParaRPr lang="en-US" altLang="zh-CN" sz="14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607827"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10.1.0.1</a:t>
            </a:r>
            <a:endParaRPr lang="en-US" altLang="zh-CN" sz="14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434821"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10.1.0.2</a:t>
            </a:r>
            <a:endParaRPr lang="en-US" altLang="zh-CN" sz="14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315773" y="29749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10.3.0.5</a:t>
            </a:r>
            <a:endParaRPr lang="en-US" altLang="zh-CN" sz="14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307836" y="2236786"/>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10.3.0.6</a:t>
            </a:r>
            <a:endParaRPr lang="en-US" altLang="zh-CN" sz="1400" b="1" baseline="-2500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011473" y="3582901"/>
            <a:ext cx="576263" cy="576263"/>
            <a:chOff x="5220072" y="3356992"/>
            <a:chExt cx="576064" cy="576064"/>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316116" y="3356992"/>
              <a:ext cx="405740"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355711" y="3582901"/>
            <a:ext cx="576262" cy="576263"/>
            <a:chOff x="5220072" y="3356992"/>
            <a:chExt cx="576064" cy="576064"/>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316116" y="3356992"/>
              <a:ext cx="40574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5876661" y="3043236"/>
            <a:ext cx="574675" cy="576263"/>
            <a:chOff x="5220072" y="3356992"/>
            <a:chExt cx="576064" cy="576064"/>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060311" y="2179636"/>
            <a:ext cx="574675" cy="576263"/>
            <a:chOff x="5220072" y="3356992"/>
            <a:chExt cx="576064" cy="576064"/>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060311" y="2971799"/>
            <a:ext cx="574675" cy="576262"/>
            <a:chOff x="5220072" y="3356992"/>
            <a:chExt cx="576064" cy="576064"/>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39319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651111"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076436" y="3398751"/>
            <a:ext cx="287337"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58848"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724136" y="26462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284273" y="26545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462073"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470136" y="339875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643048"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5796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284523" y="232376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4</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94542" y="1269410"/>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4" name="直接连接符 3"/>
          <p:cNvCxnSpPr/>
          <p:nvPr/>
        </p:nvCxnSpPr>
        <p:spPr>
          <a:xfrm>
            <a:off x="1140737" y="2087961"/>
            <a:ext cx="7233718" cy="0"/>
          </a:xfrm>
          <a:prstGeom prst="line">
            <a:avLst/>
          </a:prstGeom>
          <a:ln w="12700">
            <a:solidFill>
              <a:srgbClr val="000066"/>
            </a:solidFill>
            <a:prstDash val="sysDash"/>
          </a:ln>
        </p:spPr>
        <p:style>
          <a:lnRef idx="1">
            <a:schemeClr val="dk1"/>
          </a:lnRef>
          <a:fillRef idx="0">
            <a:schemeClr val="dk1"/>
          </a:fillRef>
          <a:effectRef idx="0">
            <a:schemeClr val="dk1"/>
          </a:effectRef>
          <a:fontRef idx="minor">
            <a:schemeClr val="tx1"/>
          </a:fontRef>
        </p:style>
      </p:cxnSp>
      <p:sp>
        <p:nvSpPr>
          <p:cNvPr id="6" name="矩形 5"/>
          <p:cNvSpPr/>
          <p:nvPr/>
        </p:nvSpPr>
        <p:spPr>
          <a:xfrm>
            <a:off x="7362966" y="1717914"/>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控制层面</a:t>
            </a:r>
            <a:endParaRPr lang="zh-CN" altLang="en-US" sz="1600" dirty="0"/>
          </a:p>
        </p:txBody>
      </p:sp>
      <p:sp>
        <p:nvSpPr>
          <p:cNvPr id="66" name="矩形 65"/>
          <p:cNvSpPr/>
          <p:nvPr/>
        </p:nvSpPr>
        <p:spPr>
          <a:xfrm>
            <a:off x="7362966" y="2143503"/>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数据层面</a:t>
            </a:r>
            <a:endParaRPr lang="zh-CN" altLang="en-US" sz="1600" dirty="0"/>
          </a:p>
        </p:txBody>
      </p:sp>
      <p:sp>
        <p:nvSpPr>
          <p:cNvPr id="10" name="Line 24"/>
          <p:cNvSpPr>
            <a:spLocks noChangeShapeType="1"/>
          </p:cNvSpPr>
          <p:nvPr/>
        </p:nvSpPr>
        <p:spPr bwMode="auto">
          <a:xfrm flipV="1">
            <a:off x="3598240"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486000" y="550723"/>
            <a:ext cx="8172000" cy="338554"/>
          </a:xfrm>
        </p:spPr>
        <p:txBody>
          <a:bodyPr/>
          <a:lstStyle/>
          <a:p>
            <a:r>
              <a:rPr lang="zh-CN" altLang="en-US" dirty="0"/>
              <a:t>例子</a:t>
            </a: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lnDef>
      <a:spPr>
        <a:ln>
          <a:solidFill>
            <a:schemeClr val="tx1">
              <a:lumMod val="50000"/>
              <a:lumOff val="50000"/>
            </a:schemeClr>
          </a:solidFill>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6182</TotalTime>
  <Words>26934</Words>
  <Application>Microsoft Office PowerPoint</Application>
  <PresentationFormat>全屏显示(16:9)</PresentationFormat>
  <Paragraphs>5908</Paragraphs>
  <Slides>337</Slides>
  <Notes>111</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337</vt:i4>
      </vt:variant>
    </vt:vector>
  </HeadingPairs>
  <TitlesOfParts>
    <vt:vector size="353" baseType="lpstr">
      <vt:lpstr>Wingdings</vt:lpstr>
      <vt:lpstr>微软雅黑</vt:lpstr>
      <vt:lpstr>黑体</vt:lpstr>
      <vt:lpstr>微软雅黑 Light</vt:lpstr>
      <vt:lpstr>微软雅黑</vt:lpstr>
      <vt:lpstr>Tahoma</vt:lpstr>
      <vt:lpstr>宋体</vt:lpstr>
      <vt:lpstr>Times New Roman</vt:lpstr>
      <vt:lpstr>Symbol</vt:lpstr>
      <vt:lpstr>Courier New</vt:lpstr>
      <vt:lpstr>Arial</vt:lpstr>
      <vt:lpstr>Calibri</vt:lpstr>
      <vt:lpstr>Montserrat</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4.6.2  内部网关协议 RIP</vt:lpstr>
      <vt:lpstr>1. 协议 RIP 的工作原理</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例子</vt:lpstr>
      <vt:lpstr>例子：简单转发</vt:lpstr>
      <vt:lpstr>例子：负载均衡</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403</cp:revision>
  <dcterms:modified xsi:type="dcterms:W3CDTF">2025-11-08T11:40:52Z</dcterms:modified>
</cp:coreProperties>
</file>
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sldIdLst>
    <p:sldId id="305" r:id="rId2"/>
    <p:sldId id="353" r:id="rId3"/>
    <p:sldId id="411" r:id="rId4"/>
    <p:sldId id="345" r:id="rId5"/>
    <p:sldId id="347" r:id="rId6"/>
    <p:sldId id="348" r:id="rId7"/>
    <p:sldId id="354" r:id="rId8"/>
    <p:sldId id="350" r:id="rId9"/>
    <p:sldId id="351" r:id="rId10"/>
    <p:sldId id="436" r:id="rId11"/>
    <p:sldId id="352" r:id="rId12"/>
    <p:sldId id="433" r:id="rId13"/>
    <p:sldId id="388" r:id="rId14"/>
    <p:sldId id="355" r:id="rId15"/>
    <p:sldId id="390" r:id="rId16"/>
    <p:sldId id="391" r:id="rId17"/>
    <p:sldId id="389" r:id="rId18"/>
    <p:sldId id="393" r:id="rId19"/>
    <p:sldId id="414" r:id="rId20"/>
    <p:sldId id="415" r:id="rId21"/>
    <p:sldId id="416" r:id="rId22"/>
    <p:sldId id="392" r:id="rId23"/>
    <p:sldId id="394" r:id="rId24"/>
    <p:sldId id="395" r:id="rId25"/>
    <p:sldId id="397" r:id="rId26"/>
    <p:sldId id="398" r:id="rId27"/>
    <p:sldId id="399" r:id="rId28"/>
    <p:sldId id="400" r:id="rId29"/>
    <p:sldId id="401" r:id="rId30"/>
    <p:sldId id="402" r:id="rId31"/>
    <p:sldId id="403" r:id="rId32"/>
    <p:sldId id="404" r:id="rId33"/>
    <p:sldId id="405" r:id="rId34"/>
    <p:sldId id="417" r:id="rId35"/>
    <p:sldId id="418" r:id="rId36"/>
    <p:sldId id="409" r:id="rId37"/>
    <p:sldId id="434" r:id="rId38"/>
    <p:sldId id="435" r:id="rId39"/>
    <p:sldId id="421" r:id="rId40"/>
    <p:sldId id="422" r:id="rId41"/>
    <p:sldId id="423" r:id="rId42"/>
    <p:sldId id="424" r:id="rId43"/>
    <p:sldId id="426" r:id="rId44"/>
    <p:sldId id="430" r:id="rId4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nd" id="{46275B7E-A63B-4DD3-9281-80D1429B37A9}">
          <p14:sldIdLst>
            <p14:sldId id="305"/>
            <p14:sldId id="353"/>
            <p14:sldId id="411"/>
            <p14:sldId id="345"/>
            <p14:sldId id="347"/>
            <p14:sldId id="348"/>
            <p14:sldId id="354"/>
            <p14:sldId id="350"/>
            <p14:sldId id="351"/>
            <p14:sldId id="436"/>
            <p14:sldId id="352"/>
            <p14:sldId id="433"/>
            <p14:sldId id="388"/>
            <p14:sldId id="355"/>
            <p14:sldId id="390"/>
            <p14:sldId id="391"/>
            <p14:sldId id="389"/>
            <p14:sldId id="393"/>
            <p14:sldId id="414"/>
            <p14:sldId id="415"/>
            <p14:sldId id="416"/>
            <p14:sldId id="392"/>
            <p14:sldId id="394"/>
            <p14:sldId id="395"/>
            <p14:sldId id="397"/>
            <p14:sldId id="398"/>
            <p14:sldId id="399"/>
            <p14:sldId id="400"/>
            <p14:sldId id="401"/>
            <p14:sldId id="402"/>
            <p14:sldId id="403"/>
            <p14:sldId id="404"/>
            <p14:sldId id="405"/>
            <p14:sldId id="417"/>
            <p14:sldId id="418"/>
            <p14:sldId id="409"/>
            <p14:sldId id="434"/>
            <p14:sldId id="435"/>
            <p14:sldId id="421"/>
            <p14:sldId id="422"/>
            <p14:sldId id="423"/>
            <p14:sldId id="424"/>
            <p14:sldId id="426"/>
            <p14:sldId id="43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7D31"/>
    <a:srgbClr val="8BBD6A"/>
    <a:srgbClr val="C5E0B4"/>
    <a:srgbClr val="FFFFFF"/>
    <a:srgbClr val="F8D7CD"/>
    <a:srgbClr val="CFD5EA"/>
    <a:srgbClr val="CC0000"/>
    <a:srgbClr val="A40000"/>
    <a:srgbClr val="A9D18E"/>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主题样式 2 - 强调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60" autoAdjust="0"/>
    <p:restoredTop sz="94660"/>
  </p:normalViewPr>
  <p:slideViewPr>
    <p:cSldViewPr snapToGrid="0">
      <p:cViewPr varScale="1">
        <p:scale>
          <a:sx n="113" d="100"/>
          <a:sy n="113" d="100"/>
        </p:scale>
        <p:origin x="22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微软雅黑 Light" panose="020B0502040204020203" pitchFamily="34" charset="-122"/>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微软雅黑 Light" panose="020B0502040204020203" pitchFamily="34" charset="-122"/>
                <a:ea typeface="微软雅黑 Light" panose="020B0502040204020203" pitchFamily="34" charset="-122"/>
              </a:defRPr>
            </a:lvl1pPr>
          </a:lstStyle>
          <a:p>
            <a:fld id="{C45BF7C3-54C6-43CF-A4AB-2E7725CEB030}" type="datetimeFigureOut">
              <a:rPr lang="zh-CN" altLang="en-US" smtClean="0"/>
              <a:pPr/>
              <a:t>2025/10/23</a:t>
            </a:fld>
            <a:endParaRPr lang="zh-CN" alt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微软雅黑 Light" panose="020B0502040204020203" pitchFamily="34" charset="-122"/>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微软雅黑 Light" panose="020B0502040204020203" pitchFamily="34" charset="-122"/>
                <a:ea typeface="微软雅黑 Light" panose="020B0502040204020203" pitchFamily="34" charset="-122"/>
              </a:defRPr>
            </a:lvl1pPr>
          </a:lstStyle>
          <a:p>
            <a:fld id="{A026B4DB-BF57-4C8B-B2A2-1EB8B1FB1560}" type="slidenum">
              <a:rPr lang="zh-CN" altLang="en-US" smtClean="0"/>
              <a:pPr/>
              <a:t>‹#›</a:t>
            </a:fld>
            <a:endParaRPr lang="zh-CN" altLang="en-US" dirty="0"/>
          </a:p>
        </p:txBody>
      </p:sp>
    </p:spTree>
    <p:extLst>
      <p:ext uri="{BB962C8B-B14F-4D97-AF65-F5344CB8AC3E}">
        <p14:creationId xmlns:p14="http://schemas.microsoft.com/office/powerpoint/2010/main" val="5960674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Light" panose="020B0502040204020203" pitchFamily="34" charset="-122"/>
        <a:ea typeface="微软雅黑 Light" panose="020B0502040204020203" pitchFamily="34" charset="-122"/>
        <a:cs typeface="+mn-cs"/>
      </a:defRPr>
    </a:lvl1pPr>
    <a:lvl2pPr marL="457200" algn="l" defTabSz="914400" rtl="0" eaLnBrk="1" latinLnBrk="0" hangingPunct="1">
      <a:defRPr sz="1200" kern="1200">
        <a:solidFill>
          <a:schemeClr val="tx1"/>
        </a:solidFill>
        <a:latin typeface="微软雅黑 Light" panose="020B0502040204020203" pitchFamily="34" charset="-122"/>
        <a:ea typeface="微软雅黑 Light" panose="020B0502040204020203" pitchFamily="34" charset="-122"/>
        <a:cs typeface="+mn-cs"/>
      </a:defRPr>
    </a:lvl2pPr>
    <a:lvl3pPr marL="914400" algn="l" defTabSz="914400" rtl="0" eaLnBrk="1" latinLnBrk="0" hangingPunct="1">
      <a:defRPr sz="1200" kern="1200">
        <a:solidFill>
          <a:schemeClr val="tx1"/>
        </a:solidFill>
        <a:latin typeface="微软雅黑 Light" panose="020B0502040204020203" pitchFamily="34" charset="-122"/>
        <a:ea typeface="微软雅黑 Light" panose="020B0502040204020203" pitchFamily="34" charset="-122"/>
        <a:cs typeface="+mn-cs"/>
      </a:defRPr>
    </a:lvl3pPr>
    <a:lvl4pPr marL="1371600" algn="l" defTabSz="914400" rtl="0" eaLnBrk="1" latinLnBrk="0" hangingPunct="1">
      <a:defRPr sz="1200" kern="1200">
        <a:solidFill>
          <a:schemeClr val="tx1"/>
        </a:solidFill>
        <a:latin typeface="微软雅黑 Light" panose="020B0502040204020203" pitchFamily="34" charset="-122"/>
        <a:ea typeface="微软雅黑 Light" panose="020B0502040204020203" pitchFamily="34" charset="-122"/>
        <a:cs typeface="+mn-cs"/>
      </a:defRPr>
    </a:lvl4pPr>
    <a:lvl5pPr marL="1828800" algn="l" defTabSz="914400" rtl="0" eaLnBrk="1" latinLnBrk="0" hangingPunct="1">
      <a:defRPr sz="1200" kern="1200">
        <a:solidFill>
          <a:schemeClr val="tx1"/>
        </a:solidFill>
        <a:latin typeface="微软雅黑 Light" panose="020B0502040204020203" pitchFamily="34" charset="-122"/>
        <a:ea typeface="微软雅黑 Light" panose="020B0502040204020203"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11.svg"/><Relationship Id="rId4"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Master" Target="../slideMasters/slideMaster1.xml"/><Relationship Id="rId5" Type="http://schemas.openxmlformats.org/officeDocument/2006/relationships/image" Target="../media/image19.svg"/><Relationship Id="rId4" Type="http://schemas.openxmlformats.org/officeDocument/2006/relationships/image" Target="../media/image18.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23.svg"/><Relationship Id="rId4" Type="http://schemas.openxmlformats.org/officeDocument/2006/relationships/image" Target="../media/image22.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Master" Target="../slideMasters/slideMaster1.xml"/><Relationship Id="rId5" Type="http://schemas.openxmlformats.org/officeDocument/2006/relationships/image" Target="../media/image27.svg"/><Relationship Id="rId4" Type="http://schemas.openxmlformats.org/officeDocument/2006/relationships/image" Target="../media/image2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C458910-C54F-426F-B4E4-9A11EA7DB019}"/>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1BB1805A-7794-4A22-840B-BC5B881B66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5100D236-7575-4F50-B66A-475D8F994A1B}"/>
              </a:ext>
            </a:extLst>
          </p:cNvPr>
          <p:cNvSpPr>
            <a:spLocks noGrp="1"/>
          </p:cNvSpPr>
          <p:nvPr>
            <p:ph type="dt" sz="half" idx="10"/>
          </p:nvPr>
        </p:nvSpPr>
        <p:spPr/>
        <p:txBody>
          <a:bodyPr/>
          <a:lstStyle/>
          <a:p>
            <a:fld id="{1C651236-3214-46F9-9D33-783F0260D354}" type="datetimeFigureOut">
              <a:rPr lang="zh-CN" altLang="en-US" smtClean="0"/>
              <a:t>2025/10/23</a:t>
            </a:fld>
            <a:endParaRPr lang="zh-CN" altLang="en-US"/>
          </a:p>
        </p:txBody>
      </p:sp>
      <p:sp>
        <p:nvSpPr>
          <p:cNvPr id="5" name="页脚占位符 4">
            <a:extLst>
              <a:ext uri="{FF2B5EF4-FFF2-40B4-BE49-F238E27FC236}">
                <a16:creationId xmlns:a16="http://schemas.microsoft.com/office/drawing/2014/main" id="{1DC98DA2-ADCE-498C-BBC4-38D55DAA85D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9BB5EDD-630C-4C1E-9769-6C56EEB1C6F7}"/>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25001075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F9D90A-3861-4D98-B4E4-4B36C1E98E00}"/>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6DBA61D6-6AB9-4C9D-8293-881555531CD0}"/>
              </a:ext>
            </a:extLst>
          </p:cNvPr>
          <p:cNvSpPr>
            <a:spLocks noGrp="1"/>
          </p:cNvSpPr>
          <p:nvPr>
            <p:ph idx="1"/>
          </p:nvPr>
        </p:nvSpPr>
        <p:spPr/>
        <p:txBody>
          <a:bodyPr/>
          <a:lstStyle/>
          <a:p>
            <a:pPr lvl="0"/>
            <a:r>
              <a:rPr lang="zh-CN" altLang="en-US" dirty="0"/>
              <a:t>单击此处编辑母版文本样式</a:t>
            </a:r>
          </a:p>
          <a:p>
            <a:pPr lvl="1"/>
            <a:r>
              <a:rPr lang="zh-CN" altLang="en-US" dirty="0"/>
              <a:t>二级</a:t>
            </a:r>
          </a:p>
        </p:txBody>
      </p:sp>
      <p:sp>
        <p:nvSpPr>
          <p:cNvPr id="4" name="日期占位符 3">
            <a:extLst>
              <a:ext uri="{FF2B5EF4-FFF2-40B4-BE49-F238E27FC236}">
                <a16:creationId xmlns:a16="http://schemas.microsoft.com/office/drawing/2014/main" id="{D5F40227-FB29-4D33-8F91-8BF03948B763}"/>
              </a:ext>
            </a:extLst>
          </p:cNvPr>
          <p:cNvSpPr>
            <a:spLocks noGrp="1"/>
          </p:cNvSpPr>
          <p:nvPr>
            <p:ph type="dt" sz="half" idx="10"/>
          </p:nvPr>
        </p:nvSpPr>
        <p:spPr/>
        <p:txBody>
          <a:bodyPr/>
          <a:lstStyle/>
          <a:p>
            <a:fld id="{1C651236-3214-46F9-9D33-783F0260D354}" type="datetimeFigureOut">
              <a:rPr lang="zh-CN" altLang="en-US" smtClean="0"/>
              <a:t>2025/10/23</a:t>
            </a:fld>
            <a:endParaRPr lang="zh-CN" altLang="en-US"/>
          </a:p>
        </p:txBody>
      </p:sp>
      <p:sp>
        <p:nvSpPr>
          <p:cNvPr id="5" name="页脚占位符 4">
            <a:extLst>
              <a:ext uri="{FF2B5EF4-FFF2-40B4-BE49-F238E27FC236}">
                <a16:creationId xmlns:a16="http://schemas.microsoft.com/office/drawing/2014/main" id="{569C179E-CC45-4349-9049-EA1271770D3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16EF7C2-6631-4082-9057-85713A82AE97}"/>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568570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4" name="任意多边形: 形状 23">
            <a:extLst>
              <a:ext uri="{FF2B5EF4-FFF2-40B4-BE49-F238E27FC236}">
                <a16:creationId xmlns:a16="http://schemas.microsoft.com/office/drawing/2014/main" id="{872EF6DB-335D-41E7-ADDC-05F45EA1790E}"/>
              </a:ext>
            </a:extLst>
          </p:cNvPr>
          <p:cNvSpPr/>
          <p:nvPr userDrawn="1"/>
        </p:nvSpPr>
        <p:spPr>
          <a:xfrm>
            <a:off x="0" y="0"/>
            <a:ext cx="12192000" cy="1512000"/>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effectLst/>
              <a:latin typeface="微软雅黑 Light" panose="020B0502040204020203" pitchFamily="34" charset="-122"/>
              <a:ea typeface="微软雅黑 Light" panose="020B0502040204020203" pitchFamily="34" charset="-122"/>
            </a:endParaRPr>
          </a:p>
        </p:txBody>
      </p:sp>
      <p:sp>
        <p:nvSpPr>
          <p:cNvPr id="26" name="任意多边形: 形状 25">
            <a:extLst>
              <a:ext uri="{FF2B5EF4-FFF2-40B4-BE49-F238E27FC236}">
                <a16:creationId xmlns:a16="http://schemas.microsoft.com/office/drawing/2014/main" id="{B97DF034-3308-4BA6-A390-1C3EEDAA1039}"/>
              </a:ext>
            </a:extLst>
          </p:cNvPr>
          <p:cNvSpPr/>
          <p:nvPr userDrawn="1"/>
        </p:nvSpPr>
        <p:spPr>
          <a:xfrm>
            <a:off x="0" y="1"/>
            <a:ext cx="12192000" cy="1440000"/>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effectLst/>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8DD4F395-8B6B-44FF-AEA2-0678D1267BD3}"/>
              </a:ext>
            </a:extLst>
          </p:cNvPr>
          <p:cNvSpPr txBox="1"/>
          <p:nvPr userDrawn="1"/>
        </p:nvSpPr>
        <p:spPr>
          <a:xfrm>
            <a:off x="1631891"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目的</a:t>
            </a:r>
          </a:p>
        </p:txBody>
      </p:sp>
      <p:sp>
        <p:nvSpPr>
          <p:cNvPr id="8" name="文本框 7">
            <a:extLst>
              <a:ext uri="{FF2B5EF4-FFF2-40B4-BE49-F238E27FC236}">
                <a16:creationId xmlns:a16="http://schemas.microsoft.com/office/drawing/2014/main" id="{427D3A01-F252-4C41-8BC6-F092A5A72F4B}"/>
              </a:ext>
            </a:extLst>
          </p:cNvPr>
          <p:cNvSpPr txBox="1"/>
          <p:nvPr userDrawn="1"/>
        </p:nvSpPr>
        <p:spPr>
          <a:xfrm>
            <a:off x="5695892"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内容</a:t>
            </a:r>
          </a:p>
        </p:txBody>
      </p:sp>
      <p:sp>
        <p:nvSpPr>
          <p:cNvPr id="9" name="文本框 8">
            <a:extLst>
              <a:ext uri="{FF2B5EF4-FFF2-40B4-BE49-F238E27FC236}">
                <a16:creationId xmlns:a16="http://schemas.microsoft.com/office/drawing/2014/main" id="{8BAC99D5-D54E-46FC-BFF8-708B6E60380C}"/>
              </a:ext>
            </a:extLst>
          </p:cNvPr>
          <p:cNvSpPr txBox="1"/>
          <p:nvPr userDrawn="1"/>
        </p:nvSpPr>
        <p:spPr>
          <a:xfrm>
            <a:off x="9759893"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方法</a:t>
            </a:r>
          </a:p>
        </p:txBody>
      </p:sp>
      <p:cxnSp>
        <p:nvCxnSpPr>
          <p:cNvPr id="10" name="直接连接符 9">
            <a:extLst>
              <a:ext uri="{FF2B5EF4-FFF2-40B4-BE49-F238E27FC236}">
                <a16:creationId xmlns:a16="http://schemas.microsoft.com/office/drawing/2014/main" id="{D7548DB8-CC5F-4DFF-B626-5319B3D2402C}"/>
              </a:ext>
            </a:extLst>
          </p:cNvPr>
          <p:cNvCxnSpPr>
            <a:cxnSpLocks/>
          </p:cNvCxnSpPr>
          <p:nvPr userDrawn="1"/>
        </p:nvCxnSpPr>
        <p:spPr>
          <a:xfrm>
            <a:off x="4064001" y="2174850"/>
            <a:ext cx="0" cy="4320000"/>
          </a:xfrm>
          <a:prstGeom prst="line">
            <a:avLst/>
          </a:prstGeom>
          <a:ln>
            <a:gradFill>
              <a:gsLst>
                <a:gs pos="0">
                  <a:schemeClr val="accent1">
                    <a:lumMod val="5000"/>
                    <a:lumOff val="95000"/>
                  </a:schemeClr>
                </a:gs>
                <a:gs pos="54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9CFE4804-C16E-4603-965B-8F204284D65D}"/>
              </a:ext>
            </a:extLst>
          </p:cNvPr>
          <p:cNvCxnSpPr>
            <a:cxnSpLocks/>
          </p:cNvCxnSpPr>
          <p:nvPr userDrawn="1"/>
        </p:nvCxnSpPr>
        <p:spPr>
          <a:xfrm>
            <a:off x="8128002" y="2174850"/>
            <a:ext cx="0" cy="4320000"/>
          </a:xfrm>
          <a:prstGeom prst="line">
            <a:avLst/>
          </a:prstGeom>
          <a:ln>
            <a:gradFill>
              <a:gsLst>
                <a:gs pos="0">
                  <a:schemeClr val="accent1">
                    <a:lumMod val="5000"/>
                    <a:lumOff val="95000"/>
                  </a:schemeClr>
                </a:gs>
                <a:gs pos="54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pic>
        <p:nvPicPr>
          <p:cNvPr id="13" name="图形 12" descr="目标">
            <a:extLst>
              <a:ext uri="{FF2B5EF4-FFF2-40B4-BE49-F238E27FC236}">
                <a16:creationId xmlns:a16="http://schemas.microsoft.com/office/drawing/2014/main" id="{5F6A3449-0D92-433C-A864-01A24F63924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72000" y="5638706"/>
            <a:ext cx="720000" cy="720000"/>
          </a:xfrm>
          <a:prstGeom prst="rect">
            <a:avLst/>
          </a:prstGeom>
          <a:effectLst>
            <a:outerShdw blurRad="50800" dist="38100" dir="2700000" algn="tl" rotWithShape="0">
              <a:prstClr val="black">
                <a:alpha val="40000"/>
              </a:prstClr>
            </a:outerShdw>
          </a:effectLst>
        </p:spPr>
      </p:pic>
      <p:pic>
        <p:nvPicPr>
          <p:cNvPr id="14" name="图形 13" descr="书架上的书籍">
            <a:extLst>
              <a:ext uri="{FF2B5EF4-FFF2-40B4-BE49-F238E27FC236}">
                <a16:creationId xmlns:a16="http://schemas.microsoft.com/office/drawing/2014/main" id="{CC8CEF7F-C697-427C-930F-C7264572460C}"/>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736002" y="5638706"/>
            <a:ext cx="720000" cy="720000"/>
          </a:xfrm>
          <a:prstGeom prst="rect">
            <a:avLst/>
          </a:prstGeom>
          <a:effectLst>
            <a:outerShdw blurRad="50800" dist="38100" dir="2700000" algn="tl" rotWithShape="0">
              <a:prstClr val="black">
                <a:alpha val="40000"/>
              </a:prstClr>
            </a:outerShdw>
          </a:effectLst>
        </p:spPr>
      </p:pic>
      <p:pic>
        <p:nvPicPr>
          <p:cNvPr id="15" name="图形 14" descr="网络">
            <a:extLst>
              <a:ext uri="{FF2B5EF4-FFF2-40B4-BE49-F238E27FC236}">
                <a16:creationId xmlns:a16="http://schemas.microsoft.com/office/drawing/2014/main" id="{85C2B8D7-7E95-424F-8E20-691C339D95E3}"/>
              </a:ext>
            </a:extLst>
          </p:cNvPr>
          <p:cNvPicPr>
            <a:picLocks noChangeAspect="1"/>
          </p:cNvPicPr>
          <p:nvPr userDrawn="1"/>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9800001" y="5638706"/>
            <a:ext cx="720000" cy="720000"/>
          </a:xfrm>
          <a:prstGeom prst="rect">
            <a:avLst/>
          </a:prstGeom>
          <a:effectLst>
            <a:outerShdw blurRad="50800" dist="38100" dir="2700000" algn="tl" rotWithShape="0">
              <a:prstClr val="black">
                <a:alpha val="40000"/>
              </a:prstClr>
            </a:outerShdw>
          </a:effectLst>
        </p:spPr>
      </p:pic>
      <p:sp>
        <p:nvSpPr>
          <p:cNvPr id="22" name="文本框 21">
            <a:extLst>
              <a:ext uri="{FF2B5EF4-FFF2-40B4-BE49-F238E27FC236}">
                <a16:creationId xmlns:a16="http://schemas.microsoft.com/office/drawing/2014/main" id="{6660A799-546B-4882-8909-A983FC4ABC61}"/>
              </a:ext>
            </a:extLst>
          </p:cNvPr>
          <p:cNvSpPr txBox="1"/>
          <p:nvPr userDrawn="1"/>
        </p:nvSpPr>
        <p:spPr>
          <a:xfrm>
            <a:off x="1063720" y="200196"/>
            <a:ext cx="1620957" cy="430887"/>
          </a:xfrm>
          <a:prstGeom prst="rect">
            <a:avLst/>
          </a:prstGeom>
          <a:noFill/>
        </p:spPr>
        <p:txBody>
          <a:bodyPr wrap="none" tIns="0" bIns="0" rtlCol="0">
            <a:spAutoFit/>
          </a:bodyPr>
          <a:lstStyle/>
          <a:p>
            <a:r>
              <a:rPr lang="zh-CN" altLang="en-US" sz="2800" dirty="0">
                <a:solidFill>
                  <a:schemeClr val="bg1"/>
                </a:solidFill>
                <a:latin typeface="微软雅黑" panose="020B0503020204020204" pitchFamily="34" charset="-122"/>
                <a:ea typeface="微软雅黑" panose="020B0503020204020204" pitchFamily="34" charset="-122"/>
              </a:rPr>
              <a:t>教学提要</a:t>
            </a:r>
          </a:p>
        </p:txBody>
      </p:sp>
      <p:sp>
        <p:nvSpPr>
          <p:cNvPr id="23" name="文本框 22">
            <a:extLst>
              <a:ext uri="{FF2B5EF4-FFF2-40B4-BE49-F238E27FC236}">
                <a16:creationId xmlns:a16="http://schemas.microsoft.com/office/drawing/2014/main" id="{D294F16A-79FE-42E9-B032-C943CD83D3C3}"/>
              </a:ext>
            </a:extLst>
          </p:cNvPr>
          <p:cNvSpPr txBox="1"/>
          <p:nvPr userDrawn="1"/>
        </p:nvSpPr>
        <p:spPr>
          <a:xfrm>
            <a:off x="1063720" y="667916"/>
            <a:ext cx="1095172" cy="307777"/>
          </a:xfrm>
          <a:prstGeom prst="rect">
            <a:avLst/>
          </a:prstGeom>
          <a:noFill/>
        </p:spPr>
        <p:txBody>
          <a:bodyPr wrap="none" tIns="0" bIns="0" rtlCol="0" anchor="ctr" anchorCtr="0">
            <a:spAutoFit/>
          </a:bodyPr>
          <a:lstStyle/>
          <a:p>
            <a:r>
              <a:rPr lang="en-US" altLang="zh-CN" sz="2000" dirty="0">
                <a:solidFill>
                  <a:schemeClr val="bg1"/>
                </a:solidFill>
                <a:latin typeface="微软雅黑 Light" panose="020B0502040204020203" pitchFamily="34" charset="-122"/>
                <a:ea typeface="微软雅黑 Light" panose="020B0502040204020203" pitchFamily="34" charset="-122"/>
                <a:cs typeface="Courier New" panose="02070309020205020404" pitchFamily="49" charset="0"/>
              </a:rPr>
              <a:t>Agenda</a:t>
            </a:r>
            <a:endParaRPr lang="zh-CN" altLang="en-US" sz="2000" dirty="0">
              <a:solidFill>
                <a:schemeClr val="bg1"/>
              </a:solidFill>
              <a:latin typeface="微软雅黑 Light" panose="020B0502040204020203" pitchFamily="34" charset="-122"/>
              <a:ea typeface="微软雅黑 Light" panose="020B0502040204020203" pitchFamily="34" charset="-122"/>
              <a:cs typeface="Courier New" panose="02070309020205020404" pitchFamily="49" charset="0"/>
            </a:endParaRPr>
          </a:p>
        </p:txBody>
      </p:sp>
      <p:sp>
        <p:nvSpPr>
          <p:cNvPr id="25" name="文本占位符 24">
            <a:extLst>
              <a:ext uri="{FF2B5EF4-FFF2-40B4-BE49-F238E27FC236}">
                <a16:creationId xmlns:a16="http://schemas.microsoft.com/office/drawing/2014/main" id="{EB60AD42-FF03-4CA0-8ABF-406929BED1EC}"/>
              </a:ext>
            </a:extLst>
          </p:cNvPr>
          <p:cNvSpPr>
            <a:spLocks noGrp="1"/>
          </p:cNvSpPr>
          <p:nvPr>
            <p:ph type="body" sz="quarter" idx="13" hasCustomPrompt="1"/>
          </p:nvPr>
        </p:nvSpPr>
        <p:spPr>
          <a:xfrm>
            <a:off x="281711"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目的</a:t>
            </a:r>
          </a:p>
        </p:txBody>
      </p:sp>
      <p:sp>
        <p:nvSpPr>
          <p:cNvPr id="27" name="文本占位符 24">
            <a:extLst>
              <a:ext uri="{FF2B5EF4-FFF2-40B4-BE49-F238E27FC236}">
                <a16:creationId xmlns:a16="http://schemas.microsoft.com/office/drawing/2014/main" id="{368D48CB-0F41-46BD-8EB8-7B328BCBE4BA}"/>
              </a:ext>
            </a:extLst>
          </p:cNvPr>
          <p:cNvSpPr>
            <a:spLocks noGrp="1"/>
          </p:cNvSpPr>
          <p:nvPr>
            <p:ph type="body" sz="quarter" idx="14" hasCustomPrompt="1"/>
          </p:nvPr>
        </p:nvSpPr>
        <p:spPr>
          <a:xfrm>
            <a:off x="4301840"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内容</a:t>
            </a:r>
          </a:p>
        </p:txBody>
      </p:sp>
      <p:sp>
        <p:nvSpPr>
          <p:cNvPr id="28" name="文本占位符 24">
            <a:extLst>
              <a:ext uri="{FF2B5EF4-FFF2-40B4-BE49-F238E27FC236}">
                <a16:creationId xmlns:a16="http://schemas.microsoft.com/office/drawing/2014/main" id="{124F4B73-3192-4168-A53C-EA5989F13E18}"/>
              </a:ext>
            </a:extLst>
          </p:cNvPr>
          <p:cNvSpPr>
            <a:spLocks noGrp="1"/>
          </p:cNvSpPr>
          <p:nvPr>
            <p:ph type="body" sz="quarter" idx="15" hasCustomPrompt="1"/>
          </p:nvPr>
        </p:nvSpPr>
        <p:spPr>
          <a:xfrm>
            <a:off x="8365840"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方法</a:t>
            </a:r>
          </a:p>
        </p:txBody>
      </p:sp>
    </p:spTree>
    <p:extLst>
      <p:ext uri="{BB962C8B-B14F-4D97-AF65-F5344CB8AC3E}">
        <p14:creationId xmlns:p14="http://schemas.microsoft.com/office/powerpoint/2010/main" val="19846264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0F97C28D-DC26-4CF7-83F5-C3B9B04DD767}"/>
              </a:ext>
            </a:extLst>
          </p:cNvPr>
          <p:cNvSpPr/>
          <p:nvPr userDrawn="1"/>
        </p:nvSpPr>
        <p:spPr>
          <a:xfrm>
            <a:off x="0" y="0"/>
            <a:ext cx="12192000" cy="1512000"/>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effectLst>
                <a:outerShdw blurRad="50800" dist="292100" dir="5400000" algn="t" rotWithShape="0">
                  <a:prstClr val="black">
                    <a:alpha val="40000"/>
                  </a:prstClr>
                </a:outerShdw>
              </a:effectLst>
              <a:latin typeface="微软雅黑 Light" panose="020B0502040204020203" pitchFamily="34" charset="-122"/>
              <a:ea typeface="微软雅黑 Light" panose="020B0502040204020203" pitchFamily="34" charset="-122"/>
            </a:endParaRPr>
          </a:p>
        </p:txBody>
      </p:sp>
      <p:sp>
        <p:nvSpPr>
          <p:cNvPr id="7" name="任意多边形: 形状 6">
            <a:extLst>
              <a:ext uri="{FF2B5EF4-FFF2-40B4-BE49-F238E27FC236}">
                <a16:creationId xmlns:a16="http://schemas.microsoft.com/office/drawing/2014/main" id="{4F547696-785B-4726-9AF3-FE5598EE0F62}"/>
              </a:ext>
            </a:extLst>
          </p:cNvPr>
          <p:cNvSpPr/>
          <p:nvPr userDrawn="1"/>
        </p:nvSpPr>
        <p:spPr>
          <a:xfrm>
            <a:off x="0" y="1"/>
            <a:ext cx="12192000" cy="1440000"/>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latin typeface="微软雅黑" panose="020B0503020204020204" pitchFamily="34" charset="-122"/>
              <a:ea typeface="微软雅黑" panose="020B0503020204020204" pitchFamily="34" charset="-122"/>
            </a:endParaRPr>
          </a:p>
        </p:txBody>
      </p:sp>
      <p:sp>
        <p:nvSpPr>
          <p:cNvPr id="11" name="文本占位符 10">
            <a:extLst>
              <a:ext uri="{FF2B5EF4-FFF2-40B4-BE49-F238E27FC236}">
                <a16:creationId xmlns:a16="http://schemas.microsoft.com/office/drawing/2014/main" id="{479E73C8-D085-4471-829E-9BABEBFCF861}"/>
              </a:ext>
            </a:extLst>
          </p:cNvPr>
          <p:cNvSpPr>
            <a:spLocks noGrp="1"/>
          </p:cNvSpPr>
          <p:nvPr>
            <p:ph type="body" sz="quarter" idx="13"/>
          </p:nvPr>
        </p:nvSpPr>
        <p:spPr>
          <a:xfrm>
            <a:off x="1604961" y="260538"/>
            <a:ext cx="6088307" cy="525401"/>
          </a:xfrm>
        </p:spPr>
        <p:txBody>
          <a:bodyPr wrap="square" lIns="90000" tIns="46800" rIns="90000" bIns="46800" anchor="t" anchorCtr="0">
            <a:spAutoFit/>
          </a:bodyPr>
          <a:lstStyle>
            <a:lvl1pPr marL="0" indent="0">
              <a:lnSpc>
                <a:spcPct val="100000"/>
              </a:lnSpc>
              <a:spcBef>
                <a:spcPts val="0"/>
              </a:spcBef>
              <a:buNone/>
              <a:defRPr>
                <a:solidFill>
                  <a:schemeClr val="bg1"/>
                </a:soli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defRPr>
            </a:lvl1pPr>
            <a:lvl2pPr>
              <a:buNone/>
              <a:defRPr/>
            </a:lvl2pPr>
            <a:lvl3pPr>
              <a:buNone/>
              <a:defRPr/>
            </a:lvl3pPr>
            <a:lvl4pPr>
              <a:buNone/>
              <a:defRPr/>
            </a:lvl4pPr>
            <a:lvl5pPr>
              <a:buNone/>
              <a:defRPr/>
            </a:lvl5pPr>
          </a:lstStyle>
          <a:p>
            <a:pPr lvl="0"/>
            <a:r>
              <a:rPr lang="zh-CN" altLang="en-US" dirty="0"/>
              <a:t>单击此处编辑母版文本样式</a:t>
            </a:r>
          </a:p>
        </p:txBody>
      </p:sp>
      <p:sp>
        <p:nvSpPr>
          <p:cNvPr id="12" name="文本占位符 10">
            <a:extLst>
              <a:ext uri="{FF2B5EF4-FFF2-40B4-BE49-F238E27FC236}">
                <a16:creationId xmlns:a16="http://schemas.microsoft.com/office/drawing/2014/main" id="{76AD6C77-8004-4467-B069-6582466EB8C0}"/>
              </a:ext>
            </a:extLst>
          </p:cNvPr>
          <p:cNvSpPr>
            <a:spLocks noGrp="1"/>
          </p:cNvSpPr>
          <p:nvPr>
            <p:ph type="body" sz="quarter" idx="14" hasCustomPrompt="1"/>
          </p:nvPr>
        </p:nvSpPr>
        <p:spPr>
          <a:xfrm>
            <a:off x="1604961" y="710691"/>
            <a:ext cx="5464053" cy="402291"/>
          </a:xfrm>
        </p:spPr>
        <p:txBody>
          <a:bodyPr wrap="square" lIns="90000" tIns="46800" rIns="90000" bIns="46800" anchor="t" anchorCtr="0">
            <a:spAutoFit/>
          </a:bodyPr>
          <a:lstStyle>
            <a:lvl1pPr marL="0" indent="0">
              <a:lnSpc>
                <a:spcPct val="100000"/>
              </a:lnSpc>
              <a:spcBef>
                <a:spcPts val="0"/>
              </a:spcBef>
              <a:buNone/>
              <a:defRPr sz="2000">
                <a:solidFill>
                  <a:schemeClr val="bg1"/>
                </a:solidFill>
                <a:effectLst>
                  <a:reflection blurRad="6350" stA="60000" endA="900" endPos="60000" dist="29997" dir="5400000" sy="-100000" algn="bl" rotWithShape="0"/>
                </a:effectLst>
                <a:latin typeface="微软雅黑 Light" panose="020B0502040204020203" pitchFamily="34" charset="-122"/>
                <a:ea typeface="微软雅黑 Light" panose="020B0502040204020203" pitchFamily="34" charset="-122"/>
                <a:cs typeface="Courier New" panose="02070309020205020404" pitchFamily="49" charset="0"/>
              </a:defRPr>
            </a:lvl1pPr>
            <a:lvl2pPr>
              <a:buNone/>
              <a:defRPr/>
            </a:lvl2pPr>
            <a:lvl3pPr>
              <a:buNone/>
              <a:defRPr/>
            </a:lvl3pPr>
            <a:lvl4pPr>
              <a:buNone/>
              <a:defRPr/>
            </a:lvl4pPr>
            <a:lvl5pPr>
              <a:buNone/>
              <a:defRPr/>
            </a:lvl5pPr>
          </a:lstStyle>
          <a:p>
            <a:pPr lvl="0"/>
            <a:r>
              <a:rPr lang="en-US" altLang="zh-CN" dirty="0"/>
              <a:t>subtract</a:t>
            </a:r>
            <a:endParaRPr lang="zh-CN" altLang="en-US" dirty="0"/>
          </a:p>
        </p:txBody>
      </p:sp>
      <p:sp>
        <p:nvSpPr>
          <p:cNvPr id="15" name="文本占位符 14">
            <a:extLst>
              <a:ext uri="{FF2B5EF4-FFF2-40B4-BE49-F238E27FC236}">
                <a16:creationId xmlns:a16="http://schemas.microsoft.com/office/drawing/2014/main" id="{76D1E8DA-E8FF-4717-8930-8018B821FFA3}"/>
              </a:ext>
            </a:extLst>
          </p:cNvPr>
          <p:cNvSpPr>
            <a:spLocks noGrp="1"/>
          </p:cNvSpPr>
          <p:nvPr>
            <p:ph type="body" sz="quarter" idx="15" hasCustomPrompt="1"/>
          </p:nvPr>
        </p:nvSpPr>
        <p:spPr>
          <a:xfrm>
            <a:off x="521110" y="379270"/>
            <a:ext cx="924232" cy="535531"/>
          </a:xfrm>
          <a:effectLst>
            <a:outerShdw blurRad="50800" dist="38100" dir="2700000" algn="tl" rotWithShape="0">
              <a:prstClr val="black">
                <a:alpha val="40000"/>
              </a:prstClr>
            </a:outerShdw>
          </a:effectLst>
        </p:spPr>
        <p:txBody>
          <a:bodyPr wrap="square" anchor="ctr" anchorCtr="0">
            <a:spAutoFit/>
          </a:bodyPr>
          <a:lstStyle>
            <a:lvl1pPr algn="ctr">
              <a:buNone/>
              <a:defRPr sz="3200" b="0">
                <a:solidFill>
                  <a:srgbClr val="FFC000"/>
                </a:solidFill>
                <a:latin typeface="微软雅黑 Light" panose="020B0502040204020203" pitchFamily="34" charset="-122"/>
                <a:ea typeface="黑体" panose="02010609060101010101" pitchFamily="49" charset="-122"/>
                <a:cs typeface="Courier New" panose="02070309020205020404" pitchFamily="49" charset="0"/>
              </a:defRPr>
            </a:lvl1pPr>
            <a:lvl2pPr>
              <a:buNone/>
              <a:defRPr/>
            </a:lvl2pPr>
            <a:lvl3pPr>
              <a:buNone/>
              <a:defRPr/>
            </a:lvl3pPr>
            <a:lvl4pPr>
              <a:buNone/>
              <a:defRPr/>
            </a:lvl4pPr>
            <a:lvl5pPr>
              <a:buNone/>
              <a:defRPr/>
            </a:lvl5pPr>
          </a:lstStyle>
          <a:p>
            <a:pPr lvl="0"/>
            <a:r>
              <a:rPr lang="en-US" altLang="zh-CN" dirty="0"/>
              <a:t>8.8</a:t>
            </a:r>
            <a:endParaRPr lang="zh-CN" altLang="en-US" dirty="0"/>
          </a:p>
        </p:txBody>
      </p:sp>
    </p:spTree>
    <p:extLst>
      <p:ext uri="{BB962C8B-B14F-4D97-AF65-F5344CB8AC3E}">
        <p14:creationId xmlns:p14="http://schemas.microsoft.com/office/powerpoint/2010/main" val="23157010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D005FB0-2997-488D-A595-5502E8ECDE76}"/>
              </a:ext>
            </a:extLst>
          </p:cNvPr>
          <p:cNvSpPr>
            <a:spLocks noGrp="1"/>
          </p:cNvSpPr>
          <p:nvPr>
            <p:ph type="title" hasCustomPrompt="1"/>
          </p:nvPr>
        </p:nvSpPr>
        <p:spPr>
          <a:xfrm>
            <a:off x="3942586" y="1697941"/>
            <a:ext cx="867930" cy="4658409"/>
          </a:xfrm>
          <a:effectLst>
            <a:outerShdw blurRad="50800" dist="38100" dir="2700000" algn="tl" rotWithShape="0">
              <a:prstClr val="black">
                <a:alpha val="40000"/>
              </a:prstClr>
            </a:outerShdw>
          </a:effectLst>
        </p:spPr>
        <p:txBody>
          <a:bodyPr vert="eaVert" wrap="square">
            <a:spAutoFit/>
          </a:bodyPr>
          <a:lstStyle>
            <a:lvl1pPr algn="l">
              <a:defRPr sz="4800">
                <a:solidFill>
                  <a:schemeClr val="accent2"/>
                </a:solidFill>
                <a:latin typeface="禹卫书法行书简体&#10;" panose="02000603000000000000" pitchFamily="2" charset="-122"/>
                <a:ea typeface="禹卫书法行书简体&#10;" panose="02000603000000000000" pitchFamily="2" charset="-122"/>
              </a:defRPr>
            </a:lvl1pPr>
          </a:lstStyle>
          <a:p>
            <a:r>
              <a:rPr lang="zh-CN" altLang="en-US" dirty="0"/>
              <a:t>标题样式</a:t>
            </a:r>
          </a:p>
        </p:txBody>
      </p:sp>
      <p:sp>
        <p:nvSpPr>
          <p:cNvPr id="25" name="竖排文字占位符 24">
            <a:extLst>
              <a:ext uri="{FF2B5EF4-FFF2-40B4-BE49-F238E27FC236}">
                <a16:creationId xmlns:a16="http://schemas.microsoft.com/office/drawing/2014/main" id="{6346FA6A-882F-4DAD-8054-8A0A5C32D9D7}"/>
              </a:ext>
            </a:extLst>
          </p:cNvPr>
          <p:cNvSpPr>
            <a:spLocks noGrp="1"/>
          </p:cNvSpPr>
          <p:nvPr>
            <p:ph type="body" orient="vert" sz="quarter" idx="15" hasCustomPrompt="1"/>
          </p:nvPr>
        </p:nvSpPr>
        <p:spPr>
          <a:xfrm>
            <a:off x="338173" y="2067273"/>
            <a:ext cx="3544191" cy="377026"/>
          </a:xfrm>
        </p:spPr>
        <p:txBody>
          <a:bodyPr vert="horz" wrap="square">
            <a:spAutoFit/>
          </a:bodyPr>
          <a:lstStyle>
            <a:lvl1pPr marL="0" indent="0" algn="r">
              <a:buNone/>
              <a:defRPr sz="2000">
                <a:solidFill>
                  <a:schemeClr val="bg2">
                    <a:lumMod val="50000"/>
                  </a:schemeClr>
                </a:solidFill>
                <a:effectLst/>
                <a:latin typeface="微软雅黑 Light" panose="020B0502040204020203" pitchFamily="34" charset="-122"/>
                <a:ea typeface="微软雅黑 Light" panose="020B0502040204020203" pitchFamily="34" charset="-122"/>
                <a:cs typeface="Courier New" panose="02070309020205020404" pitchFamily="49"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altLang="zh-CN" dirty="0"/>
              <a:t>subtitle</a:t>
            </a:r>
            <a:endParaRPr lang="zh-CN" altLang="en-US" dirty="0"/>
          </a:p>
        </p:txBody>
      </p:sp>
      <p:sp>
        <p:nvSpPr>
          <p:cNvPr id="27" name="竖排文字占位符 24">
            <a:extLst>
              <a:ext uri="{FF2B5EF4-FFF2-40B4-BE49-F238E27FC236}">
                <a16:creationId xmlns:a16="http://schemas.microsoft.com/office/drawing/2014/main" id="{B361453A-2AA1-4AB2-B1BE-0D3BB1AD550C}"/>
              </a:ext>
            </a:extLst>
          </p:cNvPr>
          <p:cNvSpPr>
            <a:spLocks noGrp="1"/>
          </p:cNvSpPr>
          <p:nvPr>
            <p:ph type="body" orient="vert" sz="quarter" idx="16" hasCustomPrompt="1"/>
          </p:nvPr>
        </p:nvSpPr>
        <p:spPr>
          <a:xfrm>
            <a:off x="840626" y="1697941"/>
            <a:ext cx="3041738" cy="369332"/>
          </a:xfrm>
        </p:spPr>
        <p:txBody>
          <a:bodyPr vert="horz" wrap="square">
            <a:spAutoFit/>
          </a:bodyPr>
          <a:lstStyle>
            <a:lvl1pPr marL="0" indent="0" algn="r">
              <a:buNone/>
              <a:defRPr sz="2000">
                <a:solidFill>
                  <a:sysClr val="windowText" lastClr="000000"/>
                </a:solidFill>
                <a:effectLst/>
                <a:latin typeface="微软雅黑" panose="020B0503020204020204" pitchFamily="34" charset="-122"/>
                <a:ea typeface="微软雅黑" panose="020B0503020204020204" pitchFamily="34" charset="-122"/>
                <a:cs typeface="Courier New" panose="02070309020205020404" pitchFamily="49" charset="0"/>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第一部分</a:t>
            </a:r>
          </a:p>
        </p:txBody>
      </p:sp>
      <p:cxnSp>
        <p:nvCxnSpPr>
          <p:cNvPr id="29" name="直接连接符 28">
            <a:extLst>
              <a:ext uri="{FF2B5EF4-FFF2-40B4-BE49-F238E27FC236}">
                <a16:creationId xmlns:a16="http://schemas.microsoft.com/office/drawing/2014/main" id="{61A0E528-98EB-423E-A2A9-C3217E69E5E1}"/>
              </a:ext>
            </a:extLst>
          </p:cNvPr>
          <p:cNvCxnSpPr>
            <a:cxnSpLocks/>
          </p:cNvCxnSpPr>
          <p:nvPr userDrawn="1"/>
        </p:nvCxnSpPr>
        <p:spPr>
          <a:xfrm>
            <a:off x="3942586" y="1697941"/>
            <a:ext cx="0" cy="3392129"/>
          </a:xfrm>
          <a:prstGeom prst="line">
            <a:avLst/>
          </a:prstGeom>
          <a:ln w="12700">
            <a:gradFill>
              <a:gsLst>
                <a:gs pos="0">
                  <a:schemeClr val="bg1">
                    <a:lumMod val="50000"/>
                  </a:schemeClr>
                </a:gs>
                <a:gs pos="100000">
                  <a:schemeClr val="bg1"/>
                </a:gs>
              </a:gsLst>
              <a:lin ang="5400000" scaled="1"/>
            </a:gradFill>
            <a:prstDash val="solid"/>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B11B7B2D-DE81-402D-B54B-FF109433EA4C}"/>
              </a:ext>
            </a:extLst>
          </p:cNvPr>
          <p:cNvCxnSpPr>
            <a:cxnSpLocks/>
          </p:cNvCxnSpPr>
          <p:nvPr userDrawn="1"/>
        </p:nvCxnSpPr>
        <p:spPr>
          <a:xfrm>
            <a:off x="4810516" y="1697941"/>
            <a:ext cx="0" cy="3392129"/>
          </a:xfrm>
          <a:prstGeom prst="line">
            <a:avLst/>
          </a:prstGeom>
          <a:ln w="12700">
            <a:gradFill>
              <a:gsLst>
                <a:gs pos="0">
                  <a:schemeClr val="bg1">
                    <a:lumMod val="50000"/>
                  </a:schemeClr>
                </a:gs>
                <a:gs pos="100000">
                  <a:schemeClr val="bg1"/>
                </a:gs>
              </a:gsLst>
              <a:lin ang="5400000" scaled="1"/>
            </a:gradFill>
            <a:prstDash val="solid"/>
          </a:ln>
        </p:spPr>
        <p:style>
          <a:lnRef idx="1">
            <a:schemeClr val="accent1"/>
          </a:lnRef>
          <a:fillRef idx="0">
            <a:schemeClr val="accent1"/>
          </a:fillRef>
          <a:effectRef idx="0">
            <a:schemeClr val="accent1"/>
          </a:effectRef>
          <a:fontRef idx="minor">
            <a:schemeClr val="tx1"/>
          </a:fontRef>
        </p:style>
      </p:cxnSp>
      <p:sp>
        <p:nvSpPr>
          <p:cNvPr id="32" name="图片占位符 31">
            <a:extLst>
              <a:ext uri="{FF2B5EF4-FFF2-40B4-BE49-F238E27FC236}">
                <a16:creationId xmlns:a16="http://schemas.microsoft.com/office/drawing/2014/main" id="{6EBF693F-3817-45D1-853E-27814ADF03B1}"/>
              </a:ext>
            </a:extLst>
          </p:cNvPr>
          <p:cNvSpPr>
            <a:spLocks noGrp="1"/>
          </p:cNvSpPr>
          <p:nvPr>
            <p:ph type="pic" sz="quarter" idx="17" hasCustomPrompt="1"/>
          </p:nvPr>
        </p:nvSpPr>
        <p:spPr>
          <a:xfrm>
            <a:off x="0" y="2462651"/>
            <a:ext cx="4536525" cy="4388998"/>
          </a:xfrm>
          <a:custGeom>
            <a:avLst/>
            <a:gdLst>
              <a:gd name="connsiteX0" fmla="*/ 0 w 4536525"/>
              <a:gd name="connsiteY0" fmla="*/ 1265183 h 4388998"/>
              <a:gd name="connsiteX1" fmla="*/ 3287951 w 4536525"/>
              <a:gd name="connsiteY1" fmla="*/ 4388998 h 4388998"/>
              <a:gd name="connsiteX2" fmla="*/ 0 w 4536525"/>
              <a:gd name="connsiteY2" fmla="*/ 4388998 h 4388998"/>
              <a:gd name="connsiteX3" fmla="*/ 0 w 4536525"/>
              <a:gd name="connsiteY3" fmla="*/ 0 h 4388998"/>
              <a:gd name="connsiteX4" fmla="*/ 4536525 w 4536525"/>
              <a:gd name="connsiteY4" fmla="*/ 4388998 h 4388998"/>
              <a:gd name="connsiteX5" fmla="*/ 3835333 w 4536525"/>
              <a:gd name="connsiteY5" fmla="*/ 4388998 h 4388998"/>
              <a:gd name="connsiteX6" fmla="*/ 0 w 4536525"/>
              <a:gd name="connsiteY6" fmla="*/ 745126 h 4388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36525" h="4388998">
                <a:moveTo>
                  <a:pt x="0" y="1265183"/>
                </a:moveTo>
                <a:lnTo>
                  <a:pt x="3287951" y="4388998"/>
                </a:lnTo>
                <a:lnTo>
                  <a:pt x="0" y="4388998"/>
                </a:lnTo>
                <a:close/>
                <a:moveTo>
                  <a:pt x="0" y="0"/>
                </a:moveTo>
                <a:lnTo>
                  <a:pt x="4536525" y="4388998"/>
                </a:lnTo>
                <a:lnTo>
                  <a:pt x="3835333" y="4388998"/>
                </a:lnTo>
                <a:lnTo>
                  <a:pt x="0" y="745126"/>
                </a:lnTo>
                <a:close/>
              </a:path>
            </a:pathLst>
          </a:custGeom>
        </p:spPr>
        <p:txBody>
          <a:bodyPr wrap="square">
            <a:noAutofit/>
          </a:bodyPr>
          <a:lstStyle>
            <a:lvl1pPr marL="0" indent="0">
              <a:buNone/>
              <a:defRPr sz="1600">
                <a:latin typeface="微软雅黑 Light" panose="020B0502040204020203" pitchFamily="34" charset="-122"/>
              </a:defRPr>
            </a:lvl1pPr>
          </a:lstStyle>
          <a:p>
            <a:r>
              <a:rPr lang="en-US" altLang="zh-CN" dirty="0"/>
              <a:t>pic</a:t>
            </a:r>
            <a:endParaRPr lang="zh-CN" altLang="en-US" dirty="0"/>
          </a:p>
        </p:txBody>
      </p:sp>
    </p:spTree>
    <p:extLst>
      <p:ext uri="{BB962C8B-B14F-4D97-AF65-F5344CB8AC3E}">
        <p14:creationId xmlns:p14="http://schemas.microsoft.com/office/powerpoint/2010/main" val="1218995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C0AB9B-B4C6-4335-BBEA-733E61F14388}"/>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1D73ADF-EB6E-4951-8AEE-470E11C29CA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0EF8459A-280B-4402-82DF-45E2E74D21E9}"/>
              </a:ext>
            </a:extLst>
          </p:cNvPr>
          <p:cNvSpPr>
            <a:spLocks noGrp="1"/>
          </p:cNvSpPr>
          <p:nvPr>
            <p:ph type="dt" sz="half" idx="10"/>
          </p:nvPr>
        </p:nvSpPr>
        <p:spPr/>
        <p:txBody>
          <a:bodyPr/>
          <a:lstStyle/>
          <a:p>
            <a:fld id="{1C651236-3214-46F9-9D33-783F0260D354}" type="datetimeFigureOut">
              <a:rPr lang="zh-CN" altLang="en-US" smtClean="0"/>
              <a:t>2025/10/23</a:t>
            </a:fld>
            <a:endParaRPr lang="zh-CN" altLang="en-US"/>
          </a:p>
        </p:txBody>
      </p:sp>
      <p:sp>
        <p:nvSpPr>
          <p:cNvPr id="5" name="页脚占位符 4">
            <a:extLst>
              <a:ext uri="{FF2B5EF4-FFF2-40B4-BE49-F238E27FC236}">
                <a16:creationId xmlns:a16="http://schemas.microsoft.com/office/drawing/2014/main" id="{6BA8A4CF-DCF9-4C31-BE34-EAEB1AB039CB}"/>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F6BB3A5-AE0C-4A84-9B48-317522CA8A4C}"/>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26682837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260034-5784-45A7-BACA-8373E2EB9ED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4159B18E-B35F-4870-BA58-F21E0844B388}"/>
              </a:ext>
            </a:extLst>
          </p:cNvPr>
          <p:cNvSpPr>
            <a:spLocks noGrp="1"/>
          </p:cNvSpPr>
          <p:nvPr>
            <p:ph sz="half" idx="1"/>
          </p:nvPr>
        </p:nvSpPr>
        <p:spPr>
          <a:xfrm>
            <a:off x="838200" y="1419659"/>
            <a:ext cx="5181600" cy="4757304"/>
          </a:xfrm>
        </p:spPr>
        <p:txBody>
          <a:bodyPr/>
          <a:lstStyle/>
          <a:p>
            <a:pPr lvl="0"/>
            <a:r>
              <a:rPr lang="zh-CN" altLang="en-US" dirty="0"/>
              <a:t>单击此处编辑母版文本样式</a:t>
            </a:r>
          </a:p>
          <a:p>
            <a:pPr lvl="1"/>
            <a:r>
              <a:rPr lang="zh-CN" altLang="en-US" dirty="0"/>
              <a:t>二级</a:t>
            </a:r>
          </a:p>
        </p:txBody>
      </p:sp>
      <p:sp>
        <p:nvSpPr>
          <p:cNvPr id="4" name="内容占位符 3">
            <a:extLst>
              <a:ext uri="{FF2B5EF4-FFF2-40B4-BE49-F238E27FC236}">
                <a16:creationId xmlns:a16="http://schemas.microsoft.com/office/drawing/2014/main" id="{376B5C9B-93DC-4925-B195-50F5AE9C4DA5}"/>
              </a:ext>
            </a:extLst>
          </p:cNvPr>
          <p:cNvSpPr>
            <a:spLocks noGrp="1"/>
          </p:cNvSpPr>
          <p:nvPr>
            <p:ph sz="half" idx="2"/>
          </p:nvPr>
        </p:nvSpPr>
        <p:spPr>
          <a:xfrm>
            <a:off x="6172200" y="1419659"/>
            <a:ext cx="5181600" cy="4757304"/>
          </a:xfrm>
        </p:spPr>
        <p:txBody>
          <a:bodyPr/>
          <a:lstStyle/>
          <a:p>
            <a:pPr lvl="0"/>
            <a:r>
              <a:rPr lang="zh-CN" altLang="en-US" dirty="0"/>
              <a:t>单击此处编辑母版文本样式</a:t>
            </a:r>
          </a:p>
          <a:p>
            <a:pPr lvl="1"/>
            <a:r>
              <a:rPr lang="zh-CN" altLang="en-US" dirty="0"/>
              <a:t>二级</a:t>
            </a:r>
          </a:p>
        </p:txBody>
      </p:sp>
      <p:sp>
        <p:nvSpPr>
          <p:cNvPr id="5" name="日期占位符 4">
            <a:extLst>
              <a:ext uri="{FF2B5EF4-FFF2-40B4-BE49-F238E27FC236}">
                <a16:creationId xmlns:a16="http://schemas.microsoft.com/office/drawing/2014/main" id="{013FECBF-399D-4B34-9CE2-5AFA284D2DA6}"/>
              </a:ext>
            </a:extLst>
          </p:cNvPr>
          <p:cNvSpPr>
            <a:spLocks noGrp="1"/>
          </p:cNvSpPr>
          <p:nvPr>
            <p:ph type="dt" sz="half" idx="10"/>
          </p:nvPr>
        </p:nvSpPr>
        <p:spPr/>
        <p:txBody>
          <a:bodyPr/>
          <a:lstStyle/>
          <a:p>
            <a:fld id="{1C651236-3214-46F9-9D33-783F0260D354}" type="datetimeFigureOut">
              <a:rPr lang="zh-CN" altLang="en-US" smtClean="0"/>
              <a:t>2025/10/23</a:t>
            </a:fld>
            <a:endParaRPr lang="zh-CN" altLang="en-US"/>
          </a:p>
        </p:txBody>
      </p:sp>
      <p:sp>
        <p:nvSpPr>
          <p:cNvPr id="6" name="页脚占位符 5">
            <a:extLst>
              <a:ext uri="{FF2B5EF4-FFF2-40B4-BE49-F238E27FC236}">
                <a16:creationId xmlns:a16="http://schemas.microsoft.com/office/drawing/2014/main" id="{78AC81F6-D459-4BEA-9207-A7A47BC8F77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60A4FAA-4B08-48BF-98AA-6F224CC1D1E0}"/>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7091870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F1AF22E-A027-4405-86A2-7A3F4E58C80A}"/>
              </a:ext>
            </a:extLst>
          </p:cNvPr>
          <p:cNvSpPr>
            <a:spLocks noGrp="1"/>
          </p:cNvSpPr>
          <p:nvPr>
            <p:ph type="title"/>
          </p:nvPr>
        </p:nvSpPr>
        <p:spPr>
          <a:xfrm>
            <a:off x="839788" y="365125"/>
            <a:ext cx="10515600" cy="1325563"/>
          </a:xfrm>
        </p:spPr>
        <p:txBody>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68562267-9DBD-43D4-B2EE-009DE402968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4" name="内容占位符 3">
            <a:extLst>
              <a:ext uri="{FF2B5EF4-FFF2-40B4-BE49-F238E27FC236}">
                <a16:creationId xmlns:a16="http://schemas.microsoft.com/office/drawing/2014/main" id="{4D3605B4-3DB3-47E9-8C46-665D3753D588}"/>
              </a:ext>
            </a:extLst>
          </p:cNvPr>
          <p:cNvSpPr>
            <a:spLocks noGrp="1"/>
          </p:cNvSpPr>
          <p:nvPr>
            <p:ph sz="half" idx="2"/>
          </p:nvPr>
        </p:nvSpPr>
        <p:spPr>
          <a:xfrm>
            <a:off x="839788" y="2505075"/>
            <a:ext cx="5157787" cy="3684588"/>
          </a:xfrm>
        </p:spPr>
        <p:txBody>
          <a:bodyPr/>
          <a:lstStyle/>
          <a:p>
            <a:pPr lvl="0"/>
            <a:r>
              <a:rPr lang="zh-CN" altLang="en-US" dirty="0"/>
              <a:t>单击此处编辑母版文本样式</a:t>
            </a:r>
          </a:p>
          <a:p>
            <a:pPr lvl="1"/>
            <a:r>
              <a:rPr lang="zh-CN" altLang="en-US" dirty="0"/>
              <a:t>二级</a:t>
            </a:r>
          </a:p>
        </p:txBody>
      </p:sp>
      <p:sp>
        <p:nvSpPr>
          <p:cNvPr id="5" name="文本占位符 4">
            <a:extLst>
              <a:ext uri="{FF2B5EF4-FFF2-40B4-BE49-F238E27FC236}">
                <a16:creationId xmlns:a16="http://schemas.microsoft.com/office/drawing/2014/main" id="{926BFB8A-C315-4CE7-A251-0A59BECFF6A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DDCEF883-8D88-4323-A582-25616B88A2E2}"/>
              </a:ext>
            </a:extLst>
          </p:cNvPr>
          <p:cNvSpPr>
            <a:spLocks noGrp="1"/>
          </p:cNvSpPr>
          <p:nvPr>
            <p:ph sz="quarter" idx="4"/>
          </p:nvPr>
        </p:nvSpPr>
        <p:spPr>
          <a:xfrm>
            <a:off x="6172200" y="2505075"/>
            <a:ext cx="5183188" cy="3684588"/>
          </a:xfrm>
        </p:spPr>
        <p:txBody>
          <a:bodyPr/>
          <a:lstStyle/>
          <a:p>
            <a:pPr lvl="0"/>
            <a:r>
              <a:rPr lang="zh-CN" altLang="en-US" dirty="0"/>
              <a:t>单击此处编辑母版文本样式</a:t>
            </a:r>
          </a:p>
          <a:p>
            <a:pPr lvl="1"/>
            <a:r>
              <a:rPr lang="zh-CN" altLang="en-US" dirty="0"/>
              <a:t>二级</a:t>
            </a:r>
          </a:p>
        </p:txBody>
      </p:sp>
      <p:sp>
        <p:nvSpPr>
          <p:cNvPr id="7" name="日期占位符 6">
            <a:extLst>
              <a:ext uri="{FF2B5EF4-FFF2-40B4-BE49-F238E27FC236}">
                <a16:creationId xmlns:a16="http://schemas.microsoft.com/office/drawing/2014/main" id="{86F7E456-3D6D-4CB5-8E83-8CB7A62CE426}"/>
              </a:ext>
            </a:extLst>
          </p:cNvPr>
          <p:cNvSpPr>
            <a:spLocks noGrp="1"/>
          </p:cNvSpPr>
          <p:nvPr>
            <p:ph type="dt" sz="half" idx="10"/>
          </p:nvPr>
        </p:nvSpPr>
        <p:spPr/>
        <p:txBody>
          <a:bodyPr/>
          <a:lstStyle/>
          <a:p>
            <a:fld id="{1C651236-3214-46F9-9D33-783F0260D354}" type="datetimeFigureOut">
              <a:rPr lang="zh-CN" altLang="en-US" smtClean="0"/>
              <a:t>2025/10/23</a:t>
            </a:fld>
            <a:endParaRPr lang="zh-CN" altLang="en-US"/>
          </a:p>
        </p:txBody>
      </p:sp>
      <p:sp>
        <p:nvSpPr>
          <p:cNvPr id="8" name="页脚占位符 7">
            <a:extLst>
              <a:ext uri="{FF2B5EF4-FFF2-40B4-BE49-F238E27FC236}">
                <a16:creationId xmlns:a16="http://schemas.microsoft.com/office/drawing/2014/main" id="{8045CA97-12BB-4F54-A565-114E263A1AD7}"/>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F0823906-C7BE-467E-A046-ED1D882AD62D}"/>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0204509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36262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witch">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10075487" y="217993"/>
            <a:ext cx="1035861" cy="469359"/>
          </a:xfrm>
          <a:prstGeom prst="rect">
            <a:avLst/>
          </a:prstGeom>
          <a:noFill/>
        </p:spPr>
        <p:txBody>
          <a:bodyPr wrap="none" rtlCol="0">
            <a:spAutoFit/>
          </a:bodyPr>
          <a:lstStyle/>
          <a:p>
            <a:pPr algn="r"/>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交换机</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pPr algn="r"/>
            <a:r>
              <a:rPr lang="en-US" altLang="zh-CN"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Switch</a:t>
            </a:r>
            <a:endParaRPr lang="en-US"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endParaRPr>
          </a:p>
        </p:txBody>
      </p:sp>
      <p:grpSp>
        <p:nvGrpSpPr>
          <p:cNvPr id="2" name="组合 1">
            <a:extLst>
              <a:ext uri="{FF2B5EF4-FFF2-40B4-BE49-F238E27FC236}">
                <a16:creationId xmlns:a16="http://schemas.microsoft.com/office/drawing/2014/main" id="{291D3506-0292-4815-9AC2-FC57A8708B5E}"/>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cxnSpLocks/>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cxnSpLocks/>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cxnSpLocks/>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cxnSpLocks/>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cxnSpLocks/>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cxnSpLocks/>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cxnSpLocks/>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cxnSpLocks/>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cxnSpLocks/>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cxnSpLocks/>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cxnSpLocks/>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cxnSpLocks/>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cxnSpLocks/>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cxnSpLocks/>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cxnSpLocks/>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cxnSpLocks/>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cxnSpLocks/>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cxnSpLocks/>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cxnSpLocks/>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cxnSpLocks/>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cxnSpLocks/>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cxnSpLocks/>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cxnSpLocks/>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cxnSpLocks/>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cxnSpLocks/>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cxnSpLocks/>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cxnSpLocks/>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cxnSpLocks/>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cxnSpLocks/>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cxnSpLocks/>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cxnSpLocks/>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cxnSpLocks/>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4" name="文本占位符 3">
            <a:extLst>
              <a:ext uri="{FF2B5EF4-FFF2-40B4-BE49-F238E27FC236}">
                <a16:creationId xmlns:a16="http://schemas.microsoft.com/office/drawing/2014/main" id="{BD20A16C-6066-44BA-846E-4C9C552AD235}"/>
              </a:ext>
            </a:extLst>
          </p:cNvPr>
          <p:cNvSpPr>
            <a:spLocks noGrp="1"/>
          </p:cNvSpPr>
          <p:nvPr>
            <p:ph type="body" sz="quarter" idx="10"/>
          </p:nvPr>
        </p:nvSpPr>
        <p:spPr>
          <a:xfrm>
            <a:off x="318409" y="1162251"/>
            <a:ext cx="11555182" cy="5108065"/>
          </a:xfrm>
        </p:spPr>
        <p:txBody>
          <a:body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4150973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lf">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816855" y="217993"/>
            <a:ext cx="3294493" cy="469359"/>
          </a:xfrm>
          <a:prstGeom prst="rect">
            <a:avLst/>
          </a:prstGeom>
          <a:noFill/>
        </p:spPr>
        <p:txBody>
          <a:bodyPr wrap="none" rtlCol="0">
            <a:spAutoFit/>
          </a:bodyPr>
          <a:lstStyle/>
          <a:p>
            <a:pPr algn="r"/>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交换机的自学习</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pPr algn="r"/>
            <a:r>
              <a:rPr lang="en-US" altLang="zh-CN"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Self-learning of switch</a:t>
            </a:r>
            <a:endParaRPr lang="en-US"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endParaRPr>
          </a:p>
        </p:txBody>
      </p:sp>
      <p:grpSp>
        <p:nvGrpSpPr>
          <p:cNvPr id="2" name="组合 1">
            <a:extLst>
              <a:ext uri="{FF2B5EF4-FFF2-40B4-BE49-F238E27FC236}">
                <a16:creationId xmlns:a16="http://schemas.microsoft.com/office/drawing/2014/main" id="{291D3506-0292-4815-9AC2-FC57A8708B5E}"/>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cxnSpLocks/>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cxnSpLocks/>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cxnSpLocks/>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cxnSpLocks/>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cxnSpLocks/>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cxnSpLocks/>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cxnSpLocks/>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cxnSpLocks/>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cxnSpLocks/>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cxnSpLocks/>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cxnSpLocks/>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cxnSpLocks/>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cxnSpLocks/>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cxnSpLocks/>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cxnSpLocks/>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cxnSpLocks/>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cxnSpLocks/>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cxnSpLocks/>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cxnSpLocks/>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cxnSpLocks/>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cxnSpLocks/>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cxnSpLocks/>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cxnSpLocks/>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cxnSpLocks/>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cxnSpLocks/>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cxnSpLocks/>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cxnSpLocks/>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cxnSpLocks/>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cxnSpLocks/>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cxnSpLocks/>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cxnSpLocks/>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cxnSpLocks/>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4" name="文本占位符 3">
            <a:extLst>
              <a:ext uri="{FF2B5EF4-FFF2-40B4-BE49-F238E27FC236}">
                <a16:creationId xmlns:a16="http://schemas.microsoft.com/office/drawing/2014/main" id="{BD20A16C-6066-44BA-846E-4C9C552AD235}"/>
              </a:ext>
            </a:extLst>
          </p:cNvPr>
          <p:cNvSpPr>
            <a:spLocks noGrp="1"/>
          </p:cNvSpPr>
          <p:nvPr>
            <p:ph type="body" sz="quarter" idx="10"/>
          </p:nvPr>
        </p:nvSpPr>
        <p:spPr>
          <a:xfrm>
            <a:off x="318409" y="1162251"/>
            <a:ext cx="11555182" cy="5108065"/>
          </a:xfrm>
        </p:spPr>
        <p:txBody>
          <a:body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5345033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lan">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9387799" y="217993"/>
            <a:ext cx="1723549" cy="469359"/>
          </a:xfrm>
          <a:prstGeom prst="rect">
            <a:avLst/>
          </a:prstGeom>
          <a:noFill/>
        </p:spPr>
        <p:txBody>
          <a:bodyPr wrap="none" rtlCol="0">
            <a:spAutoFit/>
          </a:bodyPr>
          <a:lstStyle/>
          <a:p>
            <a:pPr algn="r"/>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虚拟局域网</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pPr algn="r"/>
            <a:r>
              <a:rPr lang="en-US" altLang="zh-CN"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Virtual LAN</a:t>
            </a:r>
            <a:endParaRPr lang="en-US"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endParaRPr>
          </a:p>
        </p:txBody>
      </p:sp>
      <p:grpSp>
        <p:nvGrpSpPr>
          <p:cNvPr id="2" name="组合 1">
            <a:extLst>
              <a:ext uri="{FF2B5EF4-FFF2-40B4-BE49-F238E27FC236}">
                <a16:creationId xmlns:a16="http://schemas.microsoft.com/office/drawing/2014/main" id="{291D3506-0292-4815-9AC2-FC57A8708B5E}"/>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cxnSpLocks/>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cxnSpLocks/>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cxnSpLocks/>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cxnSpLocks/>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cxnSpLocks/>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cxnSpLocks/>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cxnSpLocks/>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cxnSpLocks/>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cxnSpLocks/>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cxnSpLocks/>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cxnSpLocks/>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cxnSpLocks/>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cxnSpLocks/>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cxnSpLocks/>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cxnSpLocks/>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cxnSpLocks/>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cxnSpLocks/>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cxnSpLocks/>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cxnSpLocks/>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cxnSpLocks/>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cxnSpLocks/>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cxnSpLocks/>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cxnSpLocks/>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cxnSpLocks/>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cxnSpLocks/>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cxnSpLocks/>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cxnSpLocks/>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cxnSpLocks/>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cxnSpLocks/>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cxnSpLocks/>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cxnSpLocks/>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cxnSpLocks/>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4" name="文本占位符 3">
            <a:extLst>
              <a:ext uri="{FF2B5EF4-FFF2-40B4-BE49-F238E27FC236}">
                <a16:creationId xmlns:a16="http://schemas.microsoft.com/office/drawing/2014/main" id="{BD20A16C-6066-44BA-846E-4C9C552AD235}"/>
              </a:ext>
            </a:extLst>
          </p:cNvPr>
          <p:cNvSpPr>
            <a:spLocks noGrp="1"/>
          </p:cNvSpPr>
          <p:nvPr>
            <p:ph type="body" sz="quarter" idx="10"/>
          </p:nvPr>
        </p:nvSpPr>
        <p:spPr>
          <a:xfrm>
            <a:off x="318409" y="1162251"/>
            <a:ext cx="11555182" cy="5108065"/>
          </a:xfrm>
        </p:spPr>
        <p:txBody>
          <a:body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29958235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思考">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5C6BB38E-CE7E-4FCB-9AFC-831E0927AE60}"/>
              </a:ext>
            </a:extLst>
          </p:cNvPr>
          <p:cNvCxnSpPr>
            <a:cxnSpLocks/>
          </p:cNvCxnSpPr>
          <p:nvPr userDrawn="1"/>
        </p:nvCxnSpPr>
        <p:spPr>
          <a:xfrm>
            <a:off x="1056000" y="1047565"/>
            <a:ext cx="1008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659F1796-2FF8-4C90-9366-A89884FF5C28}"/>
              </a:ext>
            </a:extLst>
          </p:cNvPr>
          <p:cNvSpPr txBox="1"/>
          <p:nvPr userDrawn="1"/>
        </p:nvSpPr>
        <p:spPr>
          <a:xfrm>
            <a:off x="5223402" y="647455"/>
            <a:ext cx="697627" cy="400110"/>
          </a:xfrm>
          <a:prstGeom prst="rect">
            <a:avLst/>
          </a:prstGeom>
          <a:noFill/>
        </p:spPr>
        <p:txBody>
          <a:bodyPr wrap="none" rtlCol="0">
            <a:spAutoFit/>
          </a:bodyPr>
          <a:lstStyle/>
          <a:p>
            <a:pPr algn="ctr"/>
            <a:r>
              <a:rPr lang="zh-CN" altLang="en-US" sz="2000" dirty="0">
                <a:latin typeface="微软雅黑" panose="020B0503020204020204" pitchFamily="34" charset="-122"/>
                <a:ea typeface="微软雅黑" panose="020B0503020204020204" pitchFamily="34" charset="-122"/>
              </a:rPr>
              <a:t>思考</a:t>
            </a:r>
          </a:p>
        </p:txBody>
      </p:sp>
      <p:sp>
        <p:nvSpPr>
          <p:cNvPr id="5" name="文本框 4">
            <a:extLst>
              <a:ext uri="{FF2B5EF4-FFF2-40B4-BE49-F238E27FC236}">
                <a16:creationId xmlns:a16="http://schemas.microsoft.com/office/drawing/2014/main" id="{CCFF4721-C68B-4189-BAEB-B2B0F009FA8C}"/>
              </a:ext>
            </a:extLst>
          </p:cNvPr>
          <p:cNvSpPr txBox="1"/>
          <p:nvPr userDrawn="1"/>
        </p:nvSpPr>
        <p:spPr>
          <a:xfrm>
            <a:off x="5089555" y="1047565"/>
            <a:ext cx="965329" cy="338554"/>
          </a:xfrm>
          <a:prstGeom prst="rect">
            <a:avLst/>
          </a:prstGeom>
          <a:noFill/>
        </p:spPr>
        <p:txBody>
          <a:bodyPr wrap="none" rtlCol="0">
            <a:spAutoFit/>
          </a:bodyPr>
          <a:lstStyle/>
          <a:p>
            <a:pPr algn="ct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rPr>
              <a:t>Thinking</a:t>
            </a:r>
            <a:endParaRPr lang="zh-CN" altLang="en-US" sz="1600" dirty="0">
              <a:solidFill>
                <a:schemeClr val="bg2">
                  <a:lumMod val="50000"/>
                </a:schemeClr>
              </a:solidFill>
              <a:latin typeface="微软雅黑 Light" panose="020B0502040204020203" pitchFamily="34" charset="-122"/>
              <a:ea typeface="微软雅黑 Light" panose="020B0502040204020203" pitchFamily="34" charset="-122"/>
            </a:endParaRPr>
          </a:p>
        </p:txBody>
      </p:sp>
      <p:sp useBgFill="1">
        <p:nvSpPr>
          <p:cNvPr id="9" name="弧形 8">
            <a:extLst>
              <a:ext uri="{FF2B5EF4-FFF2-40B4-BE49-F238E27FC236}">
                <a16:creationId xmlns:a16="http://schemas.microsoft.com/office/drawing/2014/main" id="{C9951C8E-1162-4F8A-B6EF-2B37109D6537}"/>
              </a:ext>
            </a:extLst>
          </p:cNvPr>
          <p:cNvSpPr/>
          <p:nvPr userDrawn="1"/>
        </p:nvSpPr>
        <p:spPr>
          <a:xfrm flipV="1">
            <a:off x="6241839" y="713628"/>
            <a:ext cx="720000" cy="720000"/>
          </a:xfrm>
          <a:prstGeom prst="arc">
            <a:avLst>
              <a:gd name="adj1" fmla="val 20347454"/>
              <a:gd name="adj2" fmla="val 12067986"/>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pic>
        <p:nvPicPr>
          <p:cNvPr id="6" name="图形 5" descr="灯泡">
            <a:extLst>
              <a:ext uri="{FF2B5EF4-FFF2-40B4-BE49-F238E27FC236}">
                <a16:creationId xmlns:a16="http://schemas.microsoft.com/office/drawing/2014/main" id="{520AECB7-F306-48D9-AA71-5B6CBF9E3718}"/>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241839" y="791452"/>
            <a:ext cx="720000" cy="720000"/>
          </a:xfrm>
          <a:prstGeom prst="rect">
            <a:avLst/>
          </a:prstGeom>
          <a:effectLst>
            <a:outerShdw blurRad="50800" dist="38100" dir="2700000" algn="tl" rotWithShape="0">
              <a:prstClr val="black">
                <a:alpha val="40000"/>
              </a:prstClr>
            </a:outerShdw>
          </a:effectLst>
        </p:spPr>
      </p:pic>
      <p:sp>
        <p:nvSpPr>
          <p:cNvPr id="11" name="文本占位符 10">
            <a:extLst>
              <a:ext uri="{FF2B5EF4-FFF2-40B4-BE49-F238E27FC236}">
                <a16:creationId xmlns:a16="http://schemas.microsoft.com/office/drawing/2014/main" id="{14D4D9D8-E6F6-4AC1-B589-F0D9205827B0}"/>
              </a:ext>
            </a:extLst>
          </p:cNvPr>
          <p:cNvSpPr>
            <a:spLocks noGrp="1"/>
          </p:cNvSpPr>
          <p:nvPr>
            <p:ph type="body" sz="quarter" idx="10"/>
          </p:nvPr>
        </p:nvSpPr>
        <p:spPr>
          <a:xfrm>
            <a:off x="1055999" y="1530545"/>
            <a:ext cx="10079999" cy="4680000"/>
          </a:xfrm>
        </p:spPr>
        <p:txBody>
          <a:bodyPr/>
          <a:lstStyle>
            <a:lvl1pPr algn="just">
              <a:defRPr/>
            </a:lvl1pPr>
            <a:lvl2pPr algn="just">
              <a:defRPr/>
            </a:lvl2pPr>
          </a:lstStyle>
          <a:p>
            <a:pPr lvl="0"/>
            <a:r>
              <a:rPr lang="zh-CN" altLang="en-US" dirty="0"/>
              <a:t>单击此处编辑母版文本样式</a:t>
            </a:r>
          </a:p>
          <a:p>
            <a:pPr lvl="1"/>
            <a:r>
              <a:rPr lang="zh-CN" altLang="en-US" dirty="0"/>
              <a:t>二级</a:t>
            </a:r>
          </a:p>
        </p:txBody>
      </p:sp>
      <p:pic>
        <p:nvPicPr>
          <p:cNvPr id="7" name="图形 6">
            <a:extLst>
              <a:ext uri="{FF2B5EF4-FFF2-40B4-BE49-F238E27FC236}">
                <a16:creationId xmlns:a16="http://schemas.microsoft.com/office/drawing/2014/main" id="{B13FDA88-0C0D-459D-B392-13A9AEF5F2BB}"/>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flipH="1">
            <a:off x="8592000" y="3819702"/>
            <a:ext cx="3600000" cy="3038298"/>
          </a:xfrm>
          <a:prstGeom prst="rect">
            <a:avLst/>
          </a:prstGeom>
        </p:spPr>
      </p:pic>
    </p:spTree>
    <p:extLst>
      <p:ext uri="{BB962C8B-B14F-4D97-AF65-F5344CB8AC3E}">
        <p14:creationId xmlns:p14="http://schemas.microsoft.com/office/powerpoint/2010/main" val="41658137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总结">
    <p:spTree>
      <p:nvGrpSpPr>
        <p:cNvPr id="1" name=""/>
        <p:cNvGrpSpPr/>
        <p:nvPr/>
      </p:nvGrpSpPr>
      <p:grpSpPr>
        <a:xfrm>
          <a:off x="0" y="0"/>
          <a:ext cx="0" cy="0"/>
          <a:chOff x="0" y="0"/>
          <a:chExt cx="0" cy="0"/>
        </a:xfrm>
      </p:grpSpPr>
      <p:sp>
        <p:nvSpPr>
          <p:cNvPr id="11" name="任意多边形: 形状 10">
            <a:extLst>
              <a:ext uri="{FF2B5EF4-FFF2-40B4-BE49-F238E27FC236}">
                <a16:creationId xmlns:a16="http://schemas.microsoft.com/office/drawing/2014/main" id="{ADC397EB-D015-4E7E-97B5-3A41BCE01F64}"/>
              </a:ext>
            </a:extLst>
          </p:cNvPr>
          <p:cNvSpPr>
            <a:spLocks noChangeAspect="1"/>
          </p:cNvSpPr>
          <p:nvPr userDrawn="1"/>
        </p:nvSpPr>
        <p:spPr>
          <a:xfrm>
            <a:off x="6939832" y="435362"/>
            <a:ext cx="720000" cy="720239"/>
          </a:xfrm>
          <a:custGeom>
            <a:avLst/>
            <a:gdLst>
              <a:gd name="connsiteX0" fmla="*/ 0 w 621231"/>
              <a:gd name="connsiteY0" fmla="*/ 0 h 621437"/>
              <a:gd name="connsiteX1" fmla="*/ 137125 w 621231"/>
              <a:gd name="connsiteY1" fmla="*/ 0 h 621437"/>
              <a:gd name="connsiteX2" fmla="*/ 137125 w 621231"/>
              <a:gd name="connsiteY2" fmla="*/ 81437 h 621437"/>
              <a:gd name="connsiteX3" fmla="*/ 305713 w 621231"/>
              <a:gd name="connsiteY3" fmla="*/ 81437 h 621437"/>
              <a:gd name="connsiteX4" fmla="*/ 305713 w 621231"/>
              <a:gd name="connsiteY4" fmla="*/ 153437 h 621437"/>
              <a:gd name="connsiteX5" fmla="*/ 405231 w 621231"/>
              <a:gd name="connsiteY5" fmla="*/ 153437 h 621437"/>
              <a:gd name="connsiteX6" fmla="*/ 405231 w 621231"/>
              <a:gd name="connsiteY6" fmla="*/ 0 h 621437"/>
              <a:gd name="connsiteX7" fmla="*/ 621231 w 621231"/>
              <a:gd name="connsiteY7" fmla="*/ 0 h 621437"/>
              <a:gd name="connsiteX8" fmla="*/ 621231 w 621231"/>
              <a:gd name="connsiteY8" fmla="*/ 621437 h 621437"/>
              <a:gd name="connsiteX9" fmla="*/ 467377 w 621231"/>
              <a:gd name="connsiteY9" fmla="*/ 621437 h 621437"/>
              <a:gd name="connsiteX10" fmla="*/ 405231 w 621231"/>
              <a:gd name="connsiteY10" fmla="*/ 621437 h 621437"/>
              <a:gd name="connsiteX11" fmla="*/ 305713 w 621231"/>
              <a:gd name="connsiteY11" fmla="*/ 621437 h 621437"/>
              <a:gd name="connsiteX12" fmla="*/ 287377 w 621231"/>
              <a:gd name="connsiteY12" fmla="*/ 621437 h 621437"/>
              <a:gd name="connsiteX13" fmla="*/ 137125 w 621231"/>
              <a:gd name="connsiteY13" fmla="*/ 621437 h 621437"/>
              <a:gd name="connsiteX14" fmla="*/ 125713 w 621231"/>
              <a:gd name="connsiteY14" fmla="*/ 621437 h 621437"/>
              <a:gd name="connsiteX15" fmla="*/ 0 w 621231"/>
              <a:gd name="connsiteY15" fmla="*/ 621437 h 6214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21231" h="621437">
                <a:moveTo>
                  <a:pt x="0" y="0"/>
                </a:moveTo>
                <a:lnTo>
                  <a:pt x="137125" y="0"/>
                </a:lnTo>
                <a:lnTo>
                  <a:pt x="137125" y="81437"/>
                </a:lnTo>
                <a:lnTo>
                  <a:pt x="305713" y="81437"/>
                </a:lnTo>
                <a:lnTo>
                  <a:pt x="305713" y="153437"/>
                </a:lnTo>
                <a:lnTo>
                  <a:pt x="405231" y="153437"/>
                </a:lnTo>
                <a:lnTo>
                  <a:pt x="405231" y="0"/>
                </a:lnTo>
                <a:lnTo>
                  <a:pt x="621231" y="0"/>
                </a:lnTo>
                <a:lnTo>
                  <a:pt x="621231" y="621437"/>
                </a:lnTo>
                <a:lnTo>
                  <a:pt x="467377" y="621437"/>
                </a:lnTo>
                <a:lnTo>
                  <a:pt x="405231" y="621437"/>
                </a:lnTo>
                <a:lnTo>
                  <a:pt x="305713" y="621437"/>
                </a:lnTo>
                <a:lnTo>
                  <a:pt x="287377" y="621437"/>
                </a:lnTo>
                <a:lnTo>
                  <a:pt x="137125" y="621437"/>
                </a:lnTo>
                <a:lnTo>
                  <a:pt x="125713" y="621437"/>
                </a:lnTo>
                <a:lnTo>
                  <a:pt x="0" y="621437"/>
                </a:lnTo>
                <a:close/>
              </a:path>
            </a:pathLst>
          </a:cu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wrap="square" rtlCol="0" anchor="ctr">
            <a:noAutofit/>
          </a:bodyP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3" name="直接连接符 2">
            <a:extLst>
              <a:ext uri="{FF2B5EF4-FFF2-40B4-BE49-F238E27FC236}">
                <a16:creationId xmlns:a16="http://schemas.microsoft.com/office/drawing/2014/main" id="{5C6BB38E-CE7E-4FCB-9AFC-831E0927AE60}"/>
              </a:ext>
            </a:extLst>
          </p:cNvPr>
          <p:cNvCxnSpPr>
            <a:cxnSpLocks/>
          </p:cNvCxnSpPr>
          <p:nvPr userDrawn="1"/>
        </p:nvCxnSpPr>
        <p:spPr>
          <a:xfrm>
            <a:off x="1056000" y="1047565"/>
            <a:ext cx="1008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659F1796-2FF8-4C90-9366-A89884FF5C28}"/>
              </a:ext>
            </a:extLst>
          </p:cNvPr>
          <p:cNvSpPr txBox="1"/>
          <p:nvPr userDrawn="1"/>
        </p:nvSpPr>
        <p:spPr>
          <a:xfrm>
            <a:off x="5507488" y="647455"/>
            <a:ext cx="697627" cy="400110"/>
          </a:xfrm>
          <a:prstGeom prst="rect">
            <a:avLst/>
          </a:prstGeom>
          <a:noFill/>
        </p:spPr>
        <p:txBody>
          <a:bodyPr wrap="none" rtlCol="0">
            <a:spAutoFit/>
          </a:bodyPr>
          <a:lstStyle/>
          <a:p>
            <a:pPr algn="ctr"/>
            <a:r>
              <a:rPr lang="zh-CN" altLang="en-US" sz="2000" dirty="0">
                <a:latin typeface="微软雅黑" panose="020B0503020204020204" pitchFamily="34" charset="-122"/>
                <a:ea typeface="微软雅黑" panose="020B0503020204020204" pitchFamily="34" charset="-122"/>
              </a:rPr>
              <a:t>总结</a:t>
            </a:r>
          </a:p>
        </p:txBody>
      </p:sp>
      <p:sp>
        <p:nvSpPr>
          <p:cNvPr id="5" name="文本框 4">
            <a:extLst>
              <a:ext uri="{FF2B5EF4-FFF2-40B4-BE49-F238E27FC236}">
                <a16:creationId xmlns:a16="http://schemas.microsoft.com/office/drawing/2014/main" id="{CCFF4721-C68B-4189-BAEB-B2B0F009FA8C}"/>
              </a:ext>
            </a:extLst>
          </p:cNvPr>
          <p:cNvSpPr txBox="1"/>
          <p:nvPr userDrawn="1"/>
        </p:nvSpPr>
        <p:spPr>
          <a:xfrm>
            <a:off x="4675985" y="1047565"/>
            <a:ext cx="2360647" cy="338554"/>
          </a:xfrm>
          <a:prstGeom prst="rect">
            <a:avLst/>
          </a:prstGeom>
          <a:noFill/>
        </p:spPr>
        <p:txBody>
          <a:bodyPr wrap="none" rtlCol="0">
            <a:spAutoFit/>
          </a:bodyPr>
          <a:lstStyle/>
          <a:p>
            <a:pPr algn="ct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rPr>
              <a:t>Summary And Thinking</a:t>
            </a:r>
            <a:endParaRPr lang="zh-CN" altLang="en-US" sz="1600" dirty="0">
              <a:solidFill>
                <a:schemeClr val="bg2">
                  <a:lumMod val="50000"/>
                </a:schemeClr>
              </a:solidFill>
              <a:latin typeface="微软雅黑 Light" panose="020B0502040204020203" pitchFamily="34" charset="-122"/>
              <a:ea typeface="微软雅黑 Light" panose="020B0502040204020203" pitchFamily="34" charset="-122"/>
            </a:endParaRPr>
          </a:p>
        </p:txBody>
      </p:sp>
      <p:sp>
        <p:nvSpPr>
          <p:cNvPr id="14" name="文本占位符 13">
            <a:extLst>
              <a:ext uri="{FF2B5EF4-FFF2-40B4-BE49-F238E27FC236}">
                <a16:creationId xmlns:a16="http://schemas.microsoft.com/office/drawing/2014/main" id="{631ECD21-8AA4-4CF5-9016-E5BB842B9653}"/>
              </a:ext>
            </a:extLst>
          </p:cNvPr>
          <p:cNvSpPr>
            <a:spLocks noGrp="1"/>
          </p:cNvSpPr>
          <p:nvPr>
            <p:ph type="body" sz="quarter" idx="10"/>
          </p:nvPr>
        </p:nvSpPr>
        <p:spPr>
          <a:xfrm>
            <a:off x="1056001" y="1530000"/>
            <a:ext cx="10080000" cy="4680000"/>
          </a:xfrm>
        </p:spPr>
        <p:txBody>
          <a:bodyPr/>
          <a:lstStyle>
            <a:lvl1pPr algn="just">
              <a:defRPr/>
            </a:lvl1pPr>
            <a:lvl2pPr algn="just">
              <a:defRPr/>
            </a:lvl2pPr>
          </a:lstStyle>
          <a:p>
            <a:pPr lvl="0"/>
            <a:r>
              <a:rPr lang="zh-CN" altLang="en-US" dirty="0"/>
              <a:t>单击此处编辑母版文本样式</a:t>
            </a:r>
          </a:p>
          <a:p>
            <a:pPr lvl="1"/>
            <a:r>
              <a:rPr lang="zh-CN" altLang="en-US" dirty="0"/>
              <a:t>二级</a:t>
            </a:r>
          </a:p>
        </p:txBody>
      </p:sp>
      <p:pic>
        <p:nvPicPr>
          <p:cNvPr id="18" name="图形 17">
            <a:extLst>
              <a:ext uri="{FF2B5EF4-FFF2-40B4-BE49-F238E27FC236}">
                <a16:creationId xmlns:a16="http://schemas.microsoft.com/office/drawing/2014/main" id="{7295D71B-1090-42CD-BB10-461E58095750}"/>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592000" y="4125409"/>
            <a:ext cx="3600000" cy="2732591"/>
          </a:xfrm>
          <a:prstGeom prst="rect">
            <a:avLst/>
          </a:prstGeom>
        </p:spPr>
      </p:pic>
      <p:sp useBgFill="1">
        <p:nvSpPr>
          <p:cNvPr id="21" name="矩形 20">
            <a:extLst>
              <a:ext uri="{FF2B5EF4-FFF2-40B4-BE49-F238E27FC236}">
                <a16:creationId xmlns:a16="http://schemas.microsoft.com/office/drawing/2014/main" id="{84821586-5B68-4408-A16D-AE03372F1D8A}"/>
              </a:ext>
            </a:extLst>
          </p:cNvPr>
          <p:cNvSpPr/>
          <p:nvPr userDrawn="1"/>
        </p:nvSpPr>
        <p:spPr>
          <a:xfrm>
            <a:off x="6903832" y="1044000"/>
            <a:ext cx="792000" cy="14591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pic>
        <p:nvPicPr>
          <p:cNvPr id="6" name="图形 5" descr="书架上的书籍">
            <a:extLst>
              <a:ext uri="{FF2B5EF4-FFF2-40B4-BE49-F238E27FC236}">
                <a16:creationId xmlns:a16="http://schemas.microsoft.com/office/drawing/2014/main" id="{6D161CD4-4739-4045-9A23-28ECCC644ED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939832" y="522000"/>
            <a:ext cx="720000" cy="7200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5551406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作业">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5C6BB38E-CE7E-4FCB-9AFC-831E0927AE60}"/>
              </a:ext>
            </a:extLst>
          </p:cNvPr>
          <p:cNvCxnSpPr>
            <a:cxnSpLocks/>
          </p:cNvCxnSpPr>
          <p:nvPr userDrawn="1"/>
        </p:nvCxnSpPr>
        <p:spPr>
          <a:xfrm>
            <a:off x="1056000" y="1047565"/>
            <a:ext cx="1008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659F1796-2FF8-4C90-9366-A89884FF5C28}"/>
              </a:ext>
            </a:extLst>
          </p:cNvPr>
          <p:cNvSpPr txBox="1"/>
          <p:nvPr userDrawn="1"/>
        </p:nvSpPr>
        <p:spPr>
          <a:xfrm>
            <a:off x="5605144" y="647455"/>
            <a:ext cx="697627" cy="400110"/>
          </a:xfrm>
          <a:prstGeom prst="rect">
            <a:avLst/>
          </a:prstGeom>
          <a:noFill/>
        </p:spPr>
        <p:txBody>
          <a:bodyPr wrap="none" rtlCol="0">
            <a:spAutoFit/>
          </a:bodyPr>
          <a:lstStyle/>
          <a:p>
            <a:pPr algn="ctr"/>
            <a:r>
              <a:rPr lang="zh-CN" altLang="en-US" sz="2000" dirty="0">
                <a:latin typeface="微软雅黑" panose="020B0503020204020204" pitchFamily="34" charset="-122"/>
                <a:ea typeface="微软雅黑" panose="020B0503020204020204" pitchFamily="34" charset="-122"/>
              </a:rPr>
              <a:t>作业</a:t>
            </a:r>
          </a:p>
        </p:txBody>
      </p:sp>
      <p:sp>
        <p:nvSpPr>
          <p:cNvPr id="5" name="文本框 4">
            <a:extLst>
              <a:ext uri="{FF2B5EF4-FFF2-40B4-BE49-F238E27FC236}">
                <a16:creationId xmlns:a16="http://schemas.microsoft.com/office/drawing/2014/main" id="{CCFF4721-C68B-4189-BAEB-B2B0F009FA8C}"/>
              </a:ext>
            </a:extLst>
          </p:cNvPr>
          <p:cNvSpPr txBox="1"/>
          <p:nvPr userDrawn="1"/>
        </p:nvSpPr>
        <p:spPr>
          <a:xfrm>
            <a:off x="5352679" y="1047565"/>
            <a:ext cx="1202573" cy="338554"/>
          </a:xfrm>
          <a:prstGeom prst="rect">
            <a:avLst/>
          </a:prstGeom>
          <a:noFill/>
        </p:spPr>
        <p:txBody>
          <a:bodyPr wrap="none" rtlCol="0">
            <a:spAutoFit/>
          </a:bodyPr>
          <a:lstStyle/>
          <a:p>
            <a:pPr algn="ct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rPr>
              <a:t>Homework</a:t>
            </a:r>
            <a:endParaRPr lang="zh-CN" altLang="en-US" sz="1600" dirty="0">
              <a:solidFill>
                <a:schemeClr val="bg2">
                  <a:lumMod val="50000"/>
                </a:schemeClr>
              </a:solidFill>
              <a:latin typeface="微软雅黑 Light" panose="020B0502040204020203" pitchFamily="34" charset="-122"/>
              <a:ea typeface="微软雅黑 Light" panose="020B0502040204020203" pitchFamily="34" charset="-122"/>
            </a:endParaRPr>
          </a:p>
        </p:txBody>
      </p:sp>
      <p:sp>
        <p:nvSpPr>
          <p:cNvPr id="8" name="文本占位符 7">
            <a:extLst>
              <a:ext uri="{FF2B5EF4-FFF2-40B4-BE49-F238E27FC236}">
                <a16:creationId xmlns:a16="http://schemas.microsoft.com/office/drawing/2014/main" id="{EEBDABD9-B0CF-4C54-9745-6E9B52C4B08C}"/>
              </a:ext>
            </a:extLst>
          </p:cNvPr>
          <p:cNvSpPr>
            <a:spLocks noGrp="1"/>
          </p:cNvSpPr>
          <p:nvPr>
            <p:ph type="body" sz="quarter" idx="10"/>
          </p:nvPr>
        </p:nvSpPr>
        <p:spPr>
          <a:xfrm>
            <a:off x="1056000" y="1530000"/>
            <a:ext cx="10079999" cy="4680000"/>
          </a:xfrm>
        </p:spPr>
        <p:txBody>
          <a:bodyPr/>
          <a:lstStyle>
            <a:lvl1pPr algn="just">
              <a:defRPr/>
            </a:lvl1pPr>
            <a:lvl2pPr algn="just">
              <a:defRPr/>
            </a:lvl2pPr>
          </a:lstStyle>
          <a:p>
            <a:pPr lvl="0"/>
            <a:r>
              <a:rPr lang="zh-CN" altLang="en-US" dirty="0"/>
              <a:t>单击此处编辑母版文本样式</a:t>
            </a:r>
          </a:p>
          <a:p>
            <a:pPr lvl="1"/>
            <a:r>
              <a:rPr lang="zh-CN" altLang="en-US" dirty="0"/>
              <a:t>二级</a:t>
            </a:r>
          </a:p>
        </p:txBody>
      </p:sp>
      <p:sp useBgFill="1">
        <p:nvSpPr>
          <p:cNvPr id="2" name="矩形 1">
            <a:extLst>
              <a:ext uri="{FF2B5EF4-FFF2-40B4-BE49-F238E27FC236}">
                <a16:creationId xmlns:a16="http://schemas.microsoft.com/office/drawing/2014/main" id="{116D21F6-F913-4F0B-927D-8496245BF5FD}"/>
              </a:ext>
            </a:extLst>
          </p:cNvPr>
          <p:cNvSpPr/>
          <p:nvPr userDrawn="1"/>
        </p:nvSpPr>
        <p:spPr>
          <a:xfrm>
            <a:off x="6881325" y="867565"/>
            <a:ext cx="1080000" cy="360000"/>
          </a:xfrm>
          <a:prstGeom prst="rect">
            <a:avLst/>
          </a:prstGeom>
          <a:ln w="12700">
            <a:no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pic>
        <p:nvPicPr>
          <p:cNvPr id="6" name="图形 5" descr="打开的书">
            <a:extLst>
              <a:ext uri="{FF2B5EF4-FFF2-40B4-BE49-F238E27FC236}">
                <a16:creationId xmlns:a16="http://schemas.microsoft.com/office/drawing/2014/main" id="{71791091-7C7C-4BCF-A67C-1E6CC9AE379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061325" y="687565"/>
            <a:ext cx="720000" cy="720000"/>
          </a:xfrm>
          <a:prstGeom prst="rect">
            <a:avLst/>
          </a:prstGeom>
          <a:effectLst>
            <a:outerShdw blurRad="50800" dist="38100" dir="2700000" algn="tl" rotWithShape="0">
              <a:prstClr val="black">
                <a:alpha val="40000"/>
              </a:prstClr>
            </a:outerShdw>
          </a:effectLst>
        </p:spPr>
      </p:pic>
      <p:sp useBgFill="1">
        <p:nvSpPr>
          <p:cNvPr id="9" name="椭圆 8">
            <a:extLst>
              <a:ext uri="{FF2B5EF4-FFF2-40B4-BE49-F238E27FC236}">
                <a16:creationId xmlns:a16="http://schemas.microsoft.com/office/drawing/2014/main" id="{B3127551-559A-4AB1-9159-1CA675F6F2E3}"/>
              </a:ext>
            </a:extLst>
          </p:cNvPr>
          <p:cNvSpPr/>
          <p:nvPr userDrawn="1"/>
        </p:nvSpPr>
        <p:spPr>
          <a:xfrm>
            <a:off x="6881325" y="975565"/>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12" name="椭圆 11">
            <a:extLst>
              <a:ext uri="{FF2B5EF4-FFF2-40B4-BE49-F238E27FC236}">
                <a16:creationId xmlns:a16="http://schemas.microsoft.com/office/drawing/2014/main" id="{D9DA6D4B-0F19-4CD2-9985-1F1B1FC95A1C}"/>
              </a:ext>
            </a:extLst>
          </p:cNvPr>
          <p:cNvSpPr/>
          <p:nvPr userDrawn="1"/>
        </p:nvSpPr>
        <p:spPr>
          <a:xfrm>
            <a:off x="7817325" y="975565"/>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pic>
        <p:nvPicPr>
          <p:cNvPr id="10" name="图形 9">
            <a:extLst>
              <a:ext uri="{FF2B5EF4-FFF2-40B4-BE49-F238E27FC236}">
                <a16:creationId xmlns:a16="http://schemas.microsoft.com/office/drawing/2014/main" id="{1A5A1B51-31B9-4212-8AA2-0C421ACE0BAB}"/>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592000" y="4176681"/>
            <a:ext cx="3600000" cy="2681319"/>
          </a:xfrm>
          <a:prstGeom prst="rect">
            <a:avLst/>
          </a:prstGeom>
        </p:spPr>
      </p:pic>
    </p:spTree>
    <p:extLst>
      <p:ext uri="{BB962C8B-B14F-4D97-AF65-F5344CB8AC3E}">
        <p14:creationId xmlns:p14="http://schemas.microsoft.com/office/powerpoint/2010/main" val="63599022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拓展">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5C6BB38E-CE7E-4FCB-9AFC-831E0927AE60}"/>
              </a:ext>
            </a:extLst>
          </p:cNvPr>
          <p:cNvCxnSpPr>
            <a:cxnSpLocks/>
          </p:cNvCxnSpPr>
          <p:nvPr userDrawn="1"/>
        </p:nvCxnSpPr>
        <p:spPr>
          <a:xfrm>
            <a:off x="1056000" y="1047565"/>
            <a:ext cx="1008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659F1796-2FF8-4C90-9366-A89884FF5C28}"/>
              </a:ext>
            </a:extLst>
          </p:cNvPr>
          <p:cNvSpPr txBox="1"/>
          <p:nvPr userDrawn="1"/>
        </p:nvSpPr>
        <p:spPr>
          <a:xfrm>
            <a:off x="5605143" y="647455"/>
            <a:ext cx="697627" cy="400110"/>
          </a:xfrm>
          <a:prstGeom prst="rect">
            <a:avLst/>
          </a:prstGeom>
          <a:noFill/>
        </p:spPr>
        <p:txBody>
          <a:bodyPr wrap="none" rtlCol="0">
            <a:spAutoFit/>
          </a:bodyPr>
          <a:lstStyle/>
          <a:p>
            <a:pPr algn="ctr"/>
            <a:r>
              <a:rPr lang="zh-CN" altLang="en-US" sz="2000" dirty="0">
                <a:latin typeface="微软雅黑" panose="020B0503020204020204" pitchFamily="34" charset="-122"/>
                <a:ea typeface="微软雅黑" panose="020B0503020204020204" pitchFamily="34" charset="-122"/>
              </a:rPr>
              <a:t>拓展</a:t>
            </a:r>
          </a:p>
        </p:txBody>
      </p:sp>
      <p:sp>
        <p:nvSpPr>
          <p:cNvPr id="5" name="文本框 4">
            <a:extLst>
              <a:ext uri="{FF2B5EF4-FFF2-40B4-BE49-F238E27FC236}">
                <a16:creationId xmlns:a16="http://schemas.microsoft.com/office/drawing/2014/main" id="{CCFF4721-C68B-4189-BAEB-B2B0F009FA8C}"/>
              </a:ext>
            </a:extLst>
          </p:cNvPr>
          <p:cNvSpPr txBox="1"/>
          <p:nvPr userDrawn="1"/>
        </p:nvSpPr>
        <p:spPr>
          <a:xfrm>
            <a:off x="5008645" y="1047565"/>
            <a:ext cx="1890646" cy="338554"/>
          </a:xfrm>
          <a:prstGeom prst="rect">
            <a:avLst/>
          </a:prstGeom>
          <a:noFill/>
        </p:spPr>
        <p:txBody>
          <a:bodyPr wrap="none" rtlCol="0">
            <a:spAutoFit/>
          </a:bodyPr>
          <a:lstStyle/>
          <a:p>
            <a:pPr algn="ct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rPr>
              <a:t>Tools and activities</a:t>
            </a:r>
            <a:endParaRPr lang="zh-CN" altLang="en-US" sz="1600" dirty="0">
              <a:solidFill>
                <a:schemeClr val="bg2">
                  <a:lumMod val="50000"/>
                </a:schemeClr>
              </a:solidFill>
              <a:latin typeface="微软雅黑 Light" panose="020B0502040204020203" pitchFamily="34" charset="-122"/>
              <a:ea typeface="微软雅黑 Light" panose="020B0502040204020203" pitchFamily="34" charset="-122"/>
            </a:endParaRPr>
          </a:p>
        </p:txBody>
      </p:sp>
      <p:sp>
        <p:nvSpPr>
          <p:cNvPr id="8" name="文本占位符 7">
            <a:extLst>
              <a:ext uri="{FF2B5EF4-FFF2-40B4-BE49-F238E27FC236}">
                <a16:creationId xmlns:a16="http://schemas.microsoft.com/office/drawing/2014/main" id="{EEBDABD9-B0CF-4C54-9745-6E9B52C4B08C}"/>
              </a:ext>
            </a:extLst>
          </p:cNvPr>
          <p:cNvSpPr>
            <a:spLocks noGrp="1"/>
          </p:cNvSpPr>
          <p:nvPr>
            <p:ph type="body" sz="quarter" idx="10"/>
          </p:nvPr>
        </p:nvSpPr>
        <p:spPr>
          <a:xfrm>
            <a:off x="1056000" y="1530000"/>
            <a:ext cx="10079999" cy="4680000"/>
          </a:xfrm>
        </p:spPr>
        <p:txBody>
          <a:bodyPr/>
          <a:lstStyle>
            <a:lvl1pPr algn="just">
              <a:defRPr/>
            </a:lvl1pPr>
            <a:lvl2pPr algn="just">
              <a:defRPr/>
            </a:lvl2pPr>
          </a:lstStyle>
          <a:p>
            <a:pPr lvl="0"/>
            <a:r>
              <a:rPr lang="zh-CN" altLang="en-US" dirty="0"/>
              <a:t>单击此处编辑母版文本样式</a:t>
            </a:r>
          </a:p>
          <a:p>
            <a:pPr lvl="1"/>
            <a:r>
              <a:rPr lang="zh-CN" altLang="en-US" dirty="0"/>
              <a:t>二级</a:t>
            </a:r>
          </a:p>
        </p:txBody>
      </p:sp>
      <p:sp useBgFill="1">
        <p:nvSpPr>
          <p:cNvPr id="2" name="矩形 1">
            <a:extLst>
              <a:ext uri="{FF2B5EF4-FFF2-40B4-BE49-F238E27FC236}">
                <a16:creationId xmlns:a16="http://schemas.microsoft.com/office/drawing/2014/main" id="{116D21F6-F913-4F0B-927D-8496245BF5FD}"/>
              </a:ext>
            </a:extLst>
          </p:cNvPr>
          <p:cNvSpPr/>
          <p:nvPr userDrawn="1"/>
        </p:nvSpPr>
        <p:spPr>
          <a:xfrm>
            <a:off x="6881325" y="867565"/>
            <a:ext cx="1080000" cy="360000"/>
          </a:xfrm>
          <a:prstGeom prst="rect">
            <a:avLst/>
          </a:prstGeom>
          <a:ln w="12700">
            <a:no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9" name="椭圆 8">
            <a:extLst>
              <a:ext uri="{FF2B5EF4-FFF2-40B4-BE49-F238E27FC236}">
                <a16:creationId xmlns:a16="http://schemas.microsoft.com/office/drawing/2014/main" id="{B3127551-559A-4AB1-9159-1CA675F6F2E3}"/>
              </a:ext>
            </a:extLst>
          </p:cNvPr>
          <p:cNvSpPr/>
          <p:nvPr userDrawn="1"/>
        </p:nvSpPr>
        <p:spPr>
          <a:xfrm>
            <a:off x="6881325" y="975565"/>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12" name="椭圆 11">
            <a:extLst>
              <a:ext uri="{FF2B5EF4-FFF2-40B4-BE49-F238E27FC236}">
                <a16:creationId xmlns:a16="http://schemas.microsoft.com/office/drawing/2014/main" id="{D9DA6D4B-0F19-4CD2-9985-1F1B1FC95A1C}"/>
              </a:ext>
            </a:extLst>
          </p:cNvPr>
          <p:cNvSpPr/>
          <p:nvPr userDrawn="1"/>
        </p:nvSpPr>
        <p:spPr>
          <a:xfrm>
            <a:off x="7817325" y="975565"/>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pic>
        <p:nvPicPr>
          <p:cNvPr id="11" name="图形 10" descr="挖掘工具">
            <a:extLst>
              <a:ext uri="{FF2B5EF4-FFF2-40B4-BE49-F238E27FC236}">
                <a16:creationId xmlns:a16="http://schemas.microsoft.com/office/drawing/2014/main" id="{3B667AA2-FFD6-40C7-B529-F876883297B5}"/>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061325" y="687565"/>
            <a:ext cx="720000" cy="720000"/>
          </a:xfrm>
          <a:prstGeom prst="rect">
            <a:avLst/>
          </a:prstGeom>
          <a:effectLst>
            <a:outerShdw blurRad="50800" dist="38100" dir="2700000" algn="tl" rotWithShape="0">
              <a:prstClr val="black">
                <a:alpha val="40000"/>
              </a:prstClr>
            </a:outerShdw>
          </a:effectLst>
        </p:spPr>
      </p:pic>
      <p:pic>
        <p:nvPicPr>
          <p:cNvPr id="14" name="图形 13">
            <a:extLst>
              <a:ext uri="{FF2B5EF4-FFF2-40B4-BE49-F238E27FC236}">
                <a16:creationId xmlns:a16="http://schemas.microsoft.com/office/drawing/2014/main" id="{0BCDF175-805B-405F-9553-56123B756F2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592000" y="4316566"/>
            <a:ext cx="3600000" cy="2541434"/>
          </a:xfrm>
          <a:prstGeom prst="rect">
            <a:avLst/>
          </a:prstGeom>
        </p:spPr>
      </p:pic>
    </p:spTree>
    <p:extLst>
      <p:ext uri="{BB962C8B-B14F-4D97-AF65-F5344CB8AC3E}">
        <p14:creationId xmlns:p14="http://schemas.microsoft.com/office/powerpoint/2010/main" val="320930986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预习">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5C6BB38E-CE7E-4FCB-9AFC-831E0927AE60}"/>
              </a:ext>
            </a:extLst>
          </p:cNvPr>
          <p:cNvCxnSpPr>
            <a:cxnSpLocks/>
          </p:cNvCxnSpPr>
          <p:nvPr userDrawn="1"/>
        </p:nvCxnSpPr>
        <p:spPr>
          <a:xfrm>
            <a:off x="1056000" y="1047565"/>
            <a:ext cx="1008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659F1796-2FF8-4C90-9366-A89884FF5C28}"/>
              </a:ext>
            </a:extLst>
          </p:cNvPr>
          <p:cNvSpPr txBox="1"/>
          <p:nvPr userDrawn="1"/>
        </p:nvSpPr>
        <p:spPr>
          <a:xfrm>
            <a:off x="5747188" y="647455"/>
            <a:ext cx="697627" cy="400110"/>
          </a:xfrm>
          <a:prstGeom prst="rect">
            <a:avLst/>
          </a:prstGeom>
          <a:noFill/>
        </p:spPr>
        <p:txBody>
          <a:bodyPr wrap="none" rtlCol="0">
            <a:spAutoFit/>
          </a:bodyPr>
          <a:lstStyle/>
          <a:p>
            <a:pPr algn="ctr"/>
            <a:r>
              <a:rPr lang="zh-CN" altLang="en-US" sz="2000" dirty="0">
                <a:latin typeface="微软雅黑" panose="020B0503020204020204" pitchFamily="34" charset="-122"/>
                <a:ea typeface="微软雅黑" panose="020B0503020204020204" pitchFamily="34" charset="-122"/>
              </a:rPr>
              <a:t>预习</a:t>
            </a:r>
          </a:p>
        </p:txBody>
      </p:sp>
      <p:sp>
        <p:nvSpPr>
          <p:cNvPr id="5" name="文本框 4">
            <a:extLst>
              <a:ext uri="{FF2B5EF4-FFF2-40B4-BE49-F238E27FC236}">
                <a16:creationId xmlns:a16="http://schemas.microsoft.com/office/drawing/2014/main" id="{CCFF4721-C68B-4189-BAEB-B2B0F009FA8C}"/>
              </a:ext>
            </a:extLst>
          </p:cNvPr>
          <p:cNvSpPr txBox="1"/>
          <p:nvPr userDrawn="1"/>
        </p:nvSpPr>
        <p:spPr>
          <a:xfrm>
            <a:off x="5648419" y="1047565"/>
            <a:ext cx="895181" cy="338554"/>
          </a:xfrm>
          <a:prstGeom prst="rect">
            <a:avLst/>
          </a:prstGeom>
          <a:noFill/>
        </p:spPr>
        <p:txBody>
          <a:bodyPr wrap="none" rtlCol="0">
            <a:spAutoFit/>
          </a:bodyPr>
          <a:lstStyle/>
          <a:p>
            <a:pPr algn="ct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rPr>
              <a:t>Preview</a:t>
            </a:r>
            <a:endParaRPr lang="zh-CN" altLang="en-US" sz="1600" dirty="0">
              <a:solidFill>
                <a:schemeClr val="bg2">
                  <a:lumMod val="50000"/>
                </a:schemeClr>
              </a:solidFill>
              <a:latin typeface="微软雅黑 Light" panose="020B0502040204020203" pitchFamily="34" charset="-122"/>
              <a:ea typeface="微软雅黑 Light" panose="020B0502040204020203" pitchFamily="34" charset="-122"/>
            </a:endParaRPr>
          </a:p>
        </p:txBody>
      </p:sp>
      <p:sp>
        <p:nvSpPr>
          <p:cNvPr id="8" name="文本占位符 7">
            <a:extLst>
              <a:ext uri="{FF2B5EF4-FFF2-40B4-BE49-F238E27FC236}">
                <a16:creationId xmlns:a16="http://schemas.microsoft.com/office/drawing/2014/main" id="{EEBDABD9-B0CF-4C54-9745-6E9B52C4B08C}"/>
              </a:ext>
            </a:extLst>
          </p:cNvPr>
          <p:cNvSpPr>
            <a:spLocks noGrp="1"/>
          </p:cNvSpPr>
          <p:nvPr>
            <p:ph type="body" sz="quarter" idx="10"/>
          </p:nvPr>
        </p:nvSpPr>
        <p:spPr>
          <a:xfrm>
            <a:off x="1056000" y="1530000"/>
            <a:ext cx="10079999" cy="4680000"/>
          </a:xfrm>
        </p:spPr>
        <p:txBody>
          <a:bodyPr/>
          <a:lstStyle>
            <a:lvl1pPr algn="just">
              <a:defRPr/>
            </a:lvl1pPr>
            <a:lvl2pPr algn="just">
              <a:defRPr/>
            </a:lvl2pPr>
          </a:lstStyle>
          <a:p>
            <a:pPr lvl="0"/>
            <a:r>
              <a:rPr lang="zh-CN" altLang="en-US" dirty="0"/>
              <a:t>单击此处编辑母版文本样式</a:t>
            </a:r>
          </a:p>
          <a:p>
            <a:pPr lvl="1"/>
            <a:r>
              <a:rPr lang="zh-CN" altLang="en-US" dirty="0"/>
              <a:t>二级</a:t>
            </a:r>
          </a:p>
        </p:txBody>
      </p:sp>
      <p:sp useBgFill="1">
        <p:nvSpPr>
          <p:cNvPr id="2" name="矩形 1">
            <a:extLst>
              <a:ext uri="{FF2B5EF4-FFF2-40B4-BE49-F238E27FC236}">
                <a16:creationId xmlns:a16="http://schemas.microsoft.com/office/drawing/2014/main" id="{116D21F6-F913-4F0B-927D-8496245BF5FD}"/>
              </a:ext>
            </a:extLst>
          </p:cNvPr>
          <p:cNvSpPr/>
          <p:nvPr userDrawn="1"/>
        </p:nvSpPr>
        <p:spPr>
          <a:xfrm>
            <a:off x="4342307" y="867565"/>
            <a:ext cx="1080000" cy="360000"/>
          </a:xfrm>
          <a:prstGeom prst="rect">
            <a:avLst/>
          </a:prstGeom>
          <a:ln w="12700">
            <a:no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9" name="椭圆 8">
            <a:extLst>
              <a:ext uri="{FF2B5EF4-FFF2-40B4-BE49-F238E27FC236}">
                <a16:creationId xmlns:a16="http://schemas.microsoft.com/office/drawing/2014/main" id="{B3127551-559A-4AB1-9159-1CA675F6F2E3}"/>
              </a:ext>
            </a:extLst>
          </p:cNvPr>
          <p:cNvSpPr/>
          <p:nvPr userDrawn="1"/>
        </p:nvSpPr>
        <p:spPr>
          <a:xfrm>
            <a:off x="4342307" y="975565"/>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12" name="椭圆 11">
            <a:extLst>
              <a:ext uri="{FF2B5EF4-FFF2-40B4-BE49-F238E27FC236}">
                <a16:creationId xmlns:a16="http://schemas.microsoft.com/office/drawing/2014/main" id="{D9DA6D4B-0F19-4CD2-9985-1F1B1FC95A1C}"/>
              </a:ext>
            </a:extLst>
          </p:cNvPr>
          <p:cNvSpPr/>
          <p:nvPr userDrawn="1"/>
        </p:nvSpPr>
        <p:spPr>
          <a:xfrm>
            <a:off x="5278307" y="975565"/>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pic>
        <p:nvPicPr>
          <p:cNvPr id="10" name="图形 9" descr="报纸">
            <a:extLst>
              <a:ext uri="{FF2B5EF4-FFF2-40B4-BE49-F238E27FC236}">
                <a16:creationId xmlns:a16="http://schemas.microsoft.com/office/drawing/2014/main" id="{1817D2FD-5005-46F5-852A-64C9D8A726EE}"/>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522307" y="687565"/>
            <a:ext cx="720000" cy="720000"/>
          </a:xfrm>
          <a:prstGeom prst="rect">
            <a:avLst/>
          </a:prstGeom>
          <a:effectLst>
            <a:outerShdw blurRad="50800" dist="38100" dir="2700000" algn="tl" rotWithShape="0">
              <a:prstClr val="black">
                <a:alpha val="40000"/>
              </a:prstClr>
            </a:outerShdw>
          </a:effectLst>
        </p:spPr>
      </p:pic>
      <p:pic>
        <p:nvPicPr>
          <p:cNvPr id="13" name="图形 12">
            <a:extLst>
              <a:ext uri="{FF2B5EF4-FFF2-40B4-BE49-F238E27FC236}">
                <a16:creationId xmlns:a16="http://schemas.microsoft.com/office/drawing/2014/main" id="{09C7615C-E15F-487F-ADAA-1CD4A8B4552C}"/>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592000" y="4256844"/>
            <a:ext cx="3600000" cy="2601156"/>
          </a:xfrm>
          <a:prstGeom prst="rect">
            <a:avLst/>
          </a:prstGeom>
        </p:spPr>
      </p:pic>
    </p:spTree>
    <p:extLst>
      <p:ext uri="{BB962C8B-B14F-4D97-AF65-F5344CB8AC3E}">
        <p14:creationId xmlns:p14="http://schemas.microsoft.com/office/powerpoint/2010/main" val="175586790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主内容">
    <p:spTree>
      <p:nvGrpSpPr>
        <p:cNvPr id="1" name=""/>
        <p:cNvGrpSpPr/>
        <p:nvPr/>
      </p:nvGrpSpPr>
      <p:grpSpPr>
        <a:xfrm>
          <a:off x="0" y="0"/>
          <a:ext cx="0" cy="0"/>
          <a:chOff x="0" y="0"/>
          <a:chExt cx="0" cy="0"/>
        </a:xfrm>
      </p:grpSpPr>
      <p:sp>
        <p:nvSpPr>
          <p:cNvPr id="6" name="标题 1">
            <a:extLst>
              <a:ext uri="{FF2B5EF4-FFF2-40B4-BE49-F238E27FC236}">
                <a16:creationId xmlns:a16="http://schemas.microsoft.com/office/drawing/2014/main" id="{9C390FC7-1AE5-44B9-9306-F012C283CC36}"/>
              </a:ext>
            </a:extLst>
          </p:cNvPr>
          <p:cNvSpPr>
            <a:spLocks noGrp="1"/>
          </p:cNvSpPr>
          <p:nvPr>
            <p:ph type="title" hasCustomPrompt="1"/>
          </p:nvPr>
        </p:nvSpPr>
        <p:spPr>
          <a:xfrm>
            <a:off x="1182025" y="346076"/>
            <a:ext cx="9337722" cy="501650"/>
          </a:xfrm>
        </p:spPr>
        <p:txBody>
          <a:bodyPr>
            <a:normAutofit/>
          </a:bodyPr>
          <a:lstStyle>
            <a:lvl1pPr>
              <a:defRPr sz="2400">
                <a:latin typeface="微软雅黑" panose="020B0503020204020204" pitchFamily="34" charset="-122"/>
                <a:ea typeface="微软雅黑" panose="020B0503020204020204" pitchFamily="34" charset="-122"/>
              </a:defRPr>
            </a:lvl1pPr>
          </a:lstStyle>
          <a:p>
            <a:r>
              <a:rPr lang="zh-CN" altLang="en-US" dirty="0"/>
              <a:t>标题</a:t>
            </a:r>
          </a:p>
        </p:txBody>
      </p:sp>
      <p:sp>
        <p:nvSpPr>
          <p:cNvPr id="7" name="Freeform 25">
            <a:extLst>
              <a:ext uri="{FF2B5EF4-FFF2-40B4-BE49-F238E27FC236}">
                <a16:creationId xmlns:a16="http://schemas.microsoft.com/office/drawing/2014/main" id="{1C0AD213-1F2D-42D1-B18A-C8183AEF6400}"/>
              </a:ext>
            </a:extLst>
          </p:cNvPr>
          <p:cNvSpPr>
            <a:spLocks noChangeArrowheads="1"/>
          </p:cNvSpPr>
          <p:nvPr userDrawn="1"/>
        </p:nvSpPr>
        <p:spPr bwMode="auto">
          <a:xfrm>
            <a:off x="238125" y="436328"/>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8" name="TextBox 26">
            <a:extLst>
              <a:ext uri="{FF2B5EF4-FFF2-40B4-BE49-F238E27FC236}">
                <a16:creationId xmlns:a16="http://schemas.microsoft.com/office/drawing/2014/main" id="{CF71ABEA-1A03-440D-8633-AA0DC6EB4735}"/>
              </a:ext>
            </a:extLst>
          </p:cNvPr>
          <p:cNvSpPr txBox="1"/>
          <p:nvPr userDrawn="1"/>
        </p:nvSpPr>
        <p:spPr>
          <a:xfrm>
            <a:off x="10519747" y="548038"/>
            <a:ext cx="1694695"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spc="300"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3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Data Link Layer</a:t>
            </a:r>
            <a:endParaRPr lang="en-US" sz="1050" i="1" spc="3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endParaRPr>
          </a:p>
        </p:txBody>
      </p:sp>
      <p:cxnSp>
        <p:nvCxnSpPr>
          <p:cNvPr id="3" name="直接连接符 2">
            <a:extLst>
              <a:ext uri="{FF2B5EF4-FFF2-40B4-BE49-F238E27FC236}">
                <a16:creationId xmlns:a16="http://schemas.microsoft.com/office/drawing/2014/main" id="{1AB40683-D992-4D7B-BC6D-C07A1D72AF78}"/>
              </a:ext>
            </a:extLst>
          </p:cNvPr>
          <p:cNvCxnSpPr>
            <a:cxnSpLocks/>
          </p:cNvCxnSpPr>
          <p:nvPr userDrawn="1"/>
        </p:nvCxnSpPr>
        <p:spPr>
          <a:xfrm>
            <a:off x="1182025" y="752476"/>
            <a:ext cx="9337722" cy="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
        <p:nvSpPr>
          <p:cNvPr id="11" name="文本占位符 10">
            <a:extLst>
              <a:ext uri="{FF2B5EF4-FFF2-40B4-BE49-F238E27FC236}">
                <a16:creationId xmlns:a16="http://schemas.microsoft.com/office/drawing/2014/main" id="{D90656B7-A68D-40CB-9FBA-153D1C1AB1AC}"/>
              </a:ext>
            </a:extLst>
          </p:cNvPr>
          <p:cNvSpPr>
            <a:spLocks noGrp="1"/>
          </p:cNvSpPr>
          <p:nvPr>
            <p:ph type="body" sz="quarter" idx="11" hasCustomPrompt="1"/>
          </p:nvPr>
        </p:nvSpPr>
        <p:spPr>
          <a:xfrm>
            <a:off x="1182025" y="752476"/>
            <a:ext cx="2750783" cy="320088"/>
          </a:xfrm>
        </p:spPr>
        <p:txBody>
          <a:bodyPr wrap="square">
            <a:spAutoFit/>
          </a:bodyPr>
          <a:lstStyle>
            <a:lvl1pPr marL="0" indent="0">
              <a:buNone/>
              <a:defRPr sz="1600" baseline="0">
                <a:latin typeface="Courier New" panose="02070309020205020404" pitchFamily="49" charset="0"/>
              </a:defRPr>
            </a:lvl1pPr>
          </a:lstStyle>
          <a:p>
            <a:pPr lvl="0"/>
            <a:r>
              <a:rPr lang="en-US" altLang="zh-CN" dirty="0"/>
              <a:t>subtitle</a:t>
            </a:r>
            <a:endParaRPr lang="zh-CN" altLang="en-US" dirty="0"/>
          </a:p>
        </p:txBody>
      </p:sp>
      <p:sp>
        <p:nvSpPr>
          <p:cNvPr id="4" name="文本占位符 3">
            <a:extLst>
              <a:ext uri="{FF2B5EF4-FFF2-40B4-BE49-F238E27FC236}">
                <a16:creationId xmlns:a16="http://schemas.microsoft.com/office/drawing/2014/main" id="{6A1F012D-9002-45A5-9019-A643EA18B9E3}"/>
              </a:ext>
            </a:extLst>
          </p:cNvPr>
          <p:cNvSpPr>
            <a:spLocks noGrp="1"/>
          </p:cNvSpPr>
          <p:nvPr>
            <p:ph type="body" sz="quarter" idx="12"/>
          </p:nvPr>
        </p:nvSpPr>
        <p:spPr>
          <a:xfrm>
            <a:off x="336000" y="1152526"/>
            <a:ext cx="11520000" cy="5040000"/>
          </a:xfrm>
        </p:spPr>
        <p:txBody>
          <a:bodyPr/>
          <a:lstStyle>
            <a:lvl1pPr algn="just">
              <a:lnSpc>
                <a:spcPct val="100000"/>
              </a:lnSpc>
              <a:defRPr baseline="0">
                <a:latin typeface="Courier New" panose="02070309020205020404" pitchFamily="49" charset="0"/>
              </a:defRPr>
            </a:lvl1pPr>
            <a:lvl2pPr algn="just">
              <a:lnSpc>
                <a:spcPct val="100000"/>
              </a:lnSpc>
              <a:defRPr baseline="0">
                <a:latin typeface="Courier New" panose="02070309020205020404" pitchFamily="49" charset="0"/>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890948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PP">
    <p:spTree>
      <p:nvGrpSpPr>
        <p:cNvPr id="1" name=""/>
        <p:cNvGrpSpPr/>
        <p:nvPr/>
      </p:nvGrpSpPr>
      <p:grpSpPr>
        <a:xfrm>
          <a:off x="0" y="0"/>
          <a:ext cx="0" cy="0"/>
          <a:chOff x="0" y="0"/>
          <a:chExt cx="0" cy="0"/>
        </a:xfrm>
      </p:grpSpPr>
      <p:grpSp>
        <p:nvGrpSpPr>
          <p:cNvPr id="8" name="组合 7">
            <a:extLst>
              <a:ext uri="{FF2B5EF4-FFF2-40B4-BE49-F238E27FC236}">
                <a16:creationId xmlns:a16="http://schemas.microsoft.com/office/drawing/2014/main" id="{7A3947A1-486F-4CA5-B6FE-99E859380C87}"/>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770369" y="217993"/>
            <a:ext cx="3340979" cy="469359"/>
          </a:xfrm>
          <a:prstGeom prst="rect">
            <a:avLst/>
          </a:prstGeom>
          <a:noFill/>
        </p:spPr>
        <p:txBody>
          <a:bodyPr wrap="none" rtlCol="0">
            <a:spAutoFit/>
          </a:bodyPr>
          <a:lstStyle/>
          <a:p>
            <a:pPr algn="r"/>
            <a:r>
              <a:rPr lang="en-US" altLang="zh-CN"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PPP</a:t>
            </a:r>
          </a:p>
          <a:p>
            <a:pPr algn="r"/>
            <a:r>
              <a:rPr lang="en-US" altLang="zh-CN"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Point to point protocol</a:t>
            </a: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4" name="文本占位符 133">
            <a:extLst>
              <a:ext uri="{FF2B5EF4-FFF2-40B4-BE49-F238E27FC236}">
                <a16:creationId xmlns:a16="http://schemas.microsoft.com/office/drawing/2014/main" id="{8EEDBA34-CB6A-48C8-9135-48A39E6E983A}"/>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D5D5E3EB-6637-4D89-A689-1FD1B36143EE}"/>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360607354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SMA/CD">
    <p:spTree>
      <p:nvGrpSpPr>
        <p:cNvPr id="1" name=""/>
        <p:cNvGrpSpPr/>
        <p:nvPr/>
      </p:nvGrpSpPr>
      <p:grpSpPr>
        <a:xfrm>
          <a:off x="0" y="0"/>
          <a:ext cx="0" cy="0"/>
          <a:chOff x="0" y="0"/>
          <a:chExt cx="0" cy="0"/>
        </a:xfrm>
      </p:grpSpPr>
      <p:grpSp>
        <p:nvGrpSpPr>
          <p:cNvPr id="8" name="组合 7">
            <a:extLst>
              <a:ext uri="{FF2B5EF4-FFF2-40B4-BE49-F238E27FC236}">
                <a16:creationId xmlns:a16="http://schemas.microsoft.com/office/drawing/2014/main" id="{7A3947A1-486F-4CA5-B6FE-99E859380C87}"/>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4109111" y="217993"/>
            <a:ext cx="7002237" cy="469359"/>
          </a:xfrm>
          <a:prstGeom prst="rect">
            <a:avLst/>
          </a:prstGeom>
          <a:noFill/>
        </p:spPr>
        <p:txBody>
          <a:bodyPr wrap="none" rtlCol="0">
            <a:spAutoFit/>
          </a:bodyPr>
          <a:lstStyle/>
          <a:p>
            <a:pPr algn="r"/>
            <a:r>
              <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CSMA/CD</a:t>
            </a:r>
          </a:p>
          <a:p>
            <a:pPr algn="r"/>
            <a:r>
              <a:rPr lang="en-US" altLang="zh-CN"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Carrier Sense Multiple Access/Collision Detection</a:t>
            </a:r>
            <a:endParaRPr lang="en-US"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solidFill>
          <a:ln>
            <a:no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4" name="文本占位符 133">
            <a:extLst>
              <a:ext uri="{FF2B5EF4-FFF2-40B4-BE49-F238E27FC236}">
                <a16:creationId xmlns:a16="http://schemas.microsoft.com/office/drawing/2014/main" id="{A99DA3E2-A9AC-4E33-A54C-F69BF8073592}"/>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baseline="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4" name="文本占位符 3">
            <a:extLst>
              <a:ext uri="{FF2B5EF4-FFF2-40B4-BE49-F238E27FC236}">
                <a16:creationId xmlns:a16="http://schemas.microsoft.com/office/drawing/2014/main" id="{B831BAC5-67D2-4D8B-BBDA-708E39A8AC43}"/>
              </a:ext>
            </a:extLst>
          </p:cNvPr>
          <p:cNvSpPr>
            <a:spLocks noGrp="1"/>
          </p:cNvSpPr>
          <p:nvPr>
            <p:ph type="body" sz="quarter" idx="16"/>
          </p:nvPr>
        </p:nvSpPr>
        <p:spPr>
          <a:xfrm>
            <a:off x="907087" y="1406874"/>
            <a:ext cx="10429508" cy="4562070"/>
          </a:xfrm>
        </p:spPr>
        <p:txBody>
          <a:bodyPr/>
          <a:lstStyle>
            <a:lvl1pPr algn="just">
              <a:defRPr/>
            </a:lvl1pPr>
            <a:lvl2pPr algn="just">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0047006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MAC">
    <p:spTree>
      <p:nvGrpSpPr>
        <p:cNvPr id="1" name=""/>
        <p:cNvGrpSpPr/>
        <p:nvPr/>
      </p:nvGrpSpPr>
      <p:grpSpPr>
        <a:xfrm>
          <a:off x="0" y="0"/>
          <a:ext cx="0" cy="0"/>
          <a:chOff x="0" y="0"/>
          <a:chExt cx="0" cy="0"/>
        </a:xfrm>
      </p:grpSpPr>
      <p:grpSp>
        <p:nvGrpSpPr>
          <p:cNvPr id="8" name="组合 7">
            <a:extLst>
              <a:ext uri="{FF2B5EF4-FFF2-40B4-BE49-F238E27FC236}">
                <a16:creationId xmlns:a16="http://schemas.microsoft.com/office/drawing/2014/main" id="{7A3947A1-486F-4CA5-B6FE-99E859380C87}"/>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864945" y="217993"/>
            <a:ext cx="3246403" cy="469359"/>
          </a:xfrm>
          <a:prstGeom prst="rect">
            <a:avLst/>
          </a:prstGeom>
          <a:noFill/>
        </p:spPr>
        <p:txBody>
          <a:bodyPr wrap="none" rtlCol="0">
            <a:spAutoFit/>
          </a:bodyPr>
          <a:lstStyle/>
          <a:p>
            <a:pPr algn="r"/>
            <a:r>
              <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MAC</a:t>
            </a:r>
          </a:p>
          <a:p>
            <a:pPr algn="r"/>
            <a:r>
              <a:rPr lang="en-US" altLang="zh-CN"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Medium Access Control</a:t>
            </a:r>
            <a:endParaRPr lang="en-US"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endParaRP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592998" y="674804"/>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4" name="文本占位符 133">
            <a:extLst>
              <a:ext uri="{FF2B5EF4-FFF2-40B4-BE49-F238E27FC236}">
                <a16:creationId xmlns:a16="http://schemas.microsoft.com/office/drawing/2014/main" id="{B5619979-E434-4707-BF44-47FBECFEE61D}"/>
              </a:ext>
            </a:extLst>
          </p:cNvPr>
          <p:cNvSpPr>
            <a:spLocks noGrp="1"/>
          </p:cNvSpPr>
          <p:nvPr userDrawn="1">
            <p:ph type="body" sz="quarter" idx="15"/>
          </p:nvPr>
        </p:nvSpPr>
        <p:spPr>
          <a:xfrm>
            <a:off x="318409"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3">
            <a:extLst>
              <a:ext uri="{FF2B5EF4-FFF2-40B4-BE49-F238E27FC236}">
                <a16:creationId xmlns:a16="http://schemas.microsoft.com/office/drawing/2014/main" id="{3B3B47DF-474B-449C-A374-0D2DA4D73476}"/>
              </a:ext>
            </a:extLst>
          </p:cNvPr>
          <p:cNvSpPr>
            <a:spLocks noGrp="1"/>
          </p:cNvSpPr>
          <p:nvPr userDrawn="1">
            <p:ph type="body" sz="quarter" idx="16"/>
          </p:nvPr>
        </p:nvSpPr>
        <p:spPr>
          <a:xfrm>
            <a:off x="318409" y="1208478"/>
            <a:ext cx="11555183" cy="5025967"/>
          </a:xfrm>
        </p:spPr>
        <p:txBody>
          <a:bodyPr/>
          <a:lstStyle>
            <a:lvl1pPr algn="just">
              <a:defRPr/>
            </a:lvl1pPr>
            <a:lvl2pPr algn="just">
              <a:defRPr/>
            </a:lvl2pPr>
          </a:lstStyle>
          <a:p>
            <a:pPr lvl="0"/>
            <a:r>
              <a:rPr lang="zh-CN" altLang="en-US" dirty="0"/>
              <a:t>单击此处编辑母版文本样式</a:t>
            </a:r>
          </a:p>
          <a:p>
            <a:pPr lvl="1"/>
            <a:r>
              <a:rPr lang="zh-CN" altLang="en-US" dirty="0"/>
              <a:t>二级</a:t>
            </a:r>
          </a:p>
        </p:txBody>
      </p:sp>
      <p:sp>
        <p:nvSpPr>
          <p:cNvPr id="137" name="文本占位符 8">
            <a:extLst>
              <a:ext uri="{FF2B5EF4-FFF2-40B4-BE49-F238E27FC236}">
                <a16:creationId xmlns:a16="http://schemas.microsoft.com/office/drawing/2014/main" id="{B237B425-7B61-4BEA-AB3B-78B8A0D3E45A}"/>
              </a:ext>
            </a:extLst>
          </p:cNvPr>
          <p:cNvSpPr>
            <a:spLocks noGrp="1"/>
          </p:cNvSpPr>
          <p:nvPr userDrawn="1">
            <p:ph type="body" sz="quarter" idx="13" hasCustomPrompt="1"/>
          </p:nvPr>
        </p:nvSpPr>
        <p:spPr>
          <a:xfrm>
            <a:off x="306873" y="674804"/>
            <a:ext cx="3286125" cy="542516"/>
          </a:xfrm>
          <a:solidFill>
            <a:schemeClr val="accent2"/>
          </a:solidFill>
          <a:ln>
            <a:no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Tree>
    <p:extLst>
      <p:ext uri="{BB962C8B-B14F-4D97-AF65-F5344CB8AC3E}">
        <p14:creationId xmlns:p14="http://schemas.microsoft.com/office/powerpoint/2010/main" val="41167756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RP">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6710783" y="217993"/>
            <a:ext cx="4400565" cy="469359"/>
          </a:xfrm>
          <a:prstGeom prst="rect">
            <a:avLst/>
          </a:prstGeom>
          <a:noFill/>
        </p:spPr>
        <p:txBody>
          <a:bodyPr wrap="none" rtlCol="0">
            <a:spAutoFit/>
          </a:bodyPr>
          <a:lstStyle/>
          <a:p>
            <a:pPr algn="r"/>
            <a:r>
              <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ARP</a:t>
            </a:r>
          </a:p>
          <a:p>
            <a:pPr algn="r"/>
            <a:r>
              <a:rPr lang="en-US" altLang="zh-CN"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Addressing Resolution protocol</a:t>
            </a:r>
            <a:endParaRPr lang="en-US"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endParaRPr>
          </a:p>
        </p:txBody>
      </p:sp>
      <p:grpSp>
        <p:nvGrpSpPr>
          <p:cNvPr id="2" name="组合 1">
            <a:extLst>
              <a:ext uri="{FF2B5EF4-FFF2-40B4-BE49-F238E27FC236}">
                <a16:creationId xmlns:a16="http://schemas.microsoft.com/office/drawing/2014/main" id="{A55D9DD8-0C69-48F3-A1EF-63947B28BFA5}"/>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8" name="文本框 67">
            <a:extLst>
              <a:ext uri="{FF2B5EF4-FFF2-40B4-BE49-F238E27FC236}">
                <a16:creationId xmlns:a16="http://schemas.microsoft.com/office/drawing/2014/main" id="{751070A0-4D10-43F6-A7AE-543DAD860A83}"/>
              </a:ext>
            </a:extLst>
          </p:cNvPr>
          <p:cNvSpPr txBox="1"/>
          <p:nvPr userDrawn="1"/>
        </p:nvSpPr>
        <p:spPr>
          <a:xfrm>
            <a:off x="81721" y="6356350"/>
            <a:ext cx="11880176" cy="276999"/>
          </a:xfrm>
          <a:prstGeom prst="rect">
            <a:avLst/>
          </a:prstGeom>
          <a:noFill/>
        </p:spPr>
        <p:txBody>
          <a:bodyPr wrap="none" rtlCol="0">
            <a:spAutoFit/>
          </a:bodyPr>
          <a:lstStyle/>
          <a:p>
            <a:pPr algn="r"/>
            <a:r>
              <a:rPr lang="zh-CN" altLang="en-US" sz="1200" dirty="0">
                <a:solidFill>
                  <a:schemeClr val="tx1"/>
                </a:solidFill>
                <a:latin typeface="微软雅黑 Light" panose="020B0502040204020203" pitchFamily="34" charset="-122"/>
                <a:ea typeface="微软雅黑 Light" panose="020B0502040204020203" pitchFamily="34" charset="-122"/>
              </a:rPr>
              <a:t>协议解读</a:t>
            </a:r>
            <a:r>
              <a:rPr lang="en-US" altLang="zh-CN" sz="1200" dirty="0">
                <a:solidFill>
                  <a:schemeClr val="tx1"/>
                </a:solidFill>
                <a:latin typeface="微软雅黑 Light" panose="020B0502040204020203" pitchFamily="34" charset="-122"/>
                <a:ea typeface="微软雅黑 Light" panose="020B0502040204020203" pitchFamily="34" charset="-122"/>
              </a:rPr>
              <a:t>----------------------------------------------------------------------------------------------------------------------------------------------------------------RFC 1661</a:t>
            </a:r>
            <a:endParaRPr lang="zh-CN" altLang="en-US" sz="12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89307157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 temp">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grpSp>
        <p:nvGrpSpPr>
          <p:cNvPr id="8" name="组合 7">
            <a:extLst>
              <a:ext uri="{FF2B5EF4-FFF2-40B4-BE49-F238E27FC236}">
                <a16:creationId xmlns:a16="http://schemas.microsoft.com/office/drawing/2014/main" id="{B8FCBA09-ACAD-44CB-9FBF-16286B795310}"/>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2" name="标题 1">
            <a:extLst>
              <a:ext uri="{FF2B5EF4-FFF2-40B4-BE49-F238E27FC236}">
                <a16:creationId xmlns:a16="http://schemas.microsoft.com/office/drawing/2014/main" id="{7AA9A038-1C3B-4D1F-82CE-C443A166D8BA}"/>
              </a:ext>
            </a:extLst>
          </p:cNvPr>
          <p:cNvSpPr>
            <a:spLocks noGrp="1"/>
          </p:cNvSpPr>
          <p:nvPr>
            <p:ph type="title"/>
          </p:nvPr>
        </p:nvSpPr>
        <p:spPr>
          <a:xfrm>
            <a:off x="595748" y="148743"/>
            <a:ext cx="10515600" cy="424732"/>
          </a:xfrm>
        </p:spPr>
        <p:txBody>
          <a:bodyPr>
            <a:spAutoFit/>
          </a:bodyPr>
          <a:lstStyle>
            <a:lvl1pPr algn="r">
              <a:defRPr sz="2400" u="none">
                <a:latin typeface="微软雅黑" panose="020B0503020204020204" pitchFamily="34" charset="-122"/>
                <a:ea typeface="微软雅黑" panose="020B0503020204020204" pitchFamily="34" charset="-122"/>
              </a:defRPr>
            </a:lvl1pPr>
          </a:lstStyle>
          <a:p>
            <a:r>
              <a:rPr lang="zh-CN" altLang="en-US" dirty="0"/>
              <a:t>单击此处编辑母版标题样式</a:t>
            </a:r>
          </a:p>
        </p:txBody>
      </p:sp>
      <p:sp>
        <p:nvSpPr>
          <p:cNvPr id="10" name="文本占位符 9">
            <a:extLst>
              <a:ext uri="{FF2B5EF4-FFF2-40B4-BE49-F238E27FC236}">
                <a16:creationId xmlns:a16="http://schemas.microsoft.com/office/drawing/2014/main" id="{B827691E-39EF-4A9C-BCDC-FD29E174F98B}"/>
              </a:ext>
            </a:extLst>
          </p:cNvPr>
          <p:cNvSpPr>
            <a:spLocks noGrp="1"/>
          </p:cNvSpPr>
          <p:nvPr>
            <p:ph type="body" sz="quarter" idx="10" hasCustomPrompt="1"/>
          </p:nvPr>
        </p:nvSpPr>
        <p:spPr>
          <a:xfrm>
            <a:off x="6213040" y="591351"/>
            <a:ext cx="4898308" cy="286232"/>
          </a:xfrm>
        </p:spPr>
        <p:txBody>
          <a:bodyPr>
            <a:spAutoFit/>
          </a:bodyPr>
          <a:lstStyle>
            <a:lvl1pPr marL="0" indent="0" algn="r">
              <a:buNone/>
              <a:defRPr sz="1400">
                <a:latin typeface="微软雅黑 Light" panose="020B0502040204020203" pitchFamily="34" charset="-122"/>
                <a:cs typeface="Poppins Light" panose="00000400000000000000" pitchFamily="2" charset="0"/>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altLang="zh-CN" dirty="0"/>
              <a:t>sub-title</a:t>
            </a:r>
            <a:endParaRPr lang="zh-CN" altLang="en-US" dirty="0"/>
          </a:p>
        </p:txBody>
      </p:sp>
      <p:sp>
        <p:nvSpPr>
          <p:cNvPr id="9" name="文本占位符 8">
            <a:extLst>
              <a:ext uri="{FF2B5EF4-FFF2-40B4-BE49-F238E27FC236}">
                <a16:creationId xmlns:a16="http://schemas.microsoft.com/office/drawing/2014/main" id="{323E4716-8C31-49E0-ABDB-9A4191E844CB}"/>
              </a:ext>
            </a:extLst>
          </p:cNvPr>
          <p:cNvSpPr>
            <a:spLocks noGrp="1"/>
          </p:cNvSpPr>
          <p:nvPr>
            <p:ph type="body" sz="quarter" idx="11" hasCustomPrompt="1"/>
          </p:nvPr>
        </p:nvSpPr>
        <p:spPr>
          <a:xfrm>
            <a:off x="81721" y="6347117"/>
            <a:ext cx="5023306" cy="286232"/>
          </a:xfrm>
        </p:spPr>
        <p:txBody>
          <a:bodyPr>
            <a:spAutoFit/>
          </a:bodyPr>
          <a:lstStyle>
            <a:lvl1pPr marL="0" indent="0">
              <a:buNone/>
              <a:defRPr sz="1400">
                <a:latin typeface="微软雅黑 Light" panose="020B0502040204020203" pitchFamily="34" charset="-122"/>
                <a:ea typeface="微软雅黑 Light" panose="020B0502040204020203" pitchFamily="34" charset="-122"/>
              </a:defRPr>
            </a:lvl1pPr>
            <a:lvl2pPr marL="457200" indent="0">
              <a:buNone/>
              <a:defRPr sz="1400">
                <a:latin typeface="微软雅黑 Light" panose="020B0502040204020203" pitchFamily="34" charset="-122"/>
                <a:ea typeface="微软雅黑 Light" panose="020B0502040204020203" pitchFamily="34" charset="-122"/>
              </a:defRPr>
            </a:lvl2pPr>
            <a:lvl3pPr marL="914400" indent="0">
              <a:buNone/>
              <a:defRPr sz="1400">
                <a:latin typeface="微软雅黑 Light" panose="020B0502040204020203" pitchFamily="34" charset="-122"/>
                <a:ea typeface="微软雅黑 Light" panose="020B0502040204020203" pitchFamily="34" charset="-122"/>
              </a:defRPr>
            </a:lvl3pPr>
            <a:lvl4pPr marL="1371600" indent="0">
              <a:buNone/>
              <a:defRPr sz="1400">
                <a:latin typeface="微软雅黑 Light" panose="020B0502040204020203" pitchFamily="34" charset="-122"/>
                <a:ea typeface="微软雅黑 Light" panose="020B0502040204020203" pitchFamily="34" charset="-122"/>
              </a:defRPr>
            </a:lvl4pPr>
            <a:lvl5pPr marL="1828800" indent="0">
              <a:buNone/>
              <a:defRPr sz="1400">
                <a:latin typeface="微软雅黑 Light" panose="020B0502040204020203" pitchFamily="34" charset="-122"/>
                <a:ea typeface="微软雅黑 Light" panose="020B0502040204020203" pitchFamily="34" charset="-122"/>
              </a:defRPr>
            </a:lvl5pPr>
          </a:lstStyle>
          <a:p>
            <a:pPr lvl="0"/>
            <a:r>
              <a:rPr lang="en-US" altLang="zh-CN" dirty="0"/>
              <a:t>tips</a:t>
            </a:r>
            <a:endParaRPr lang="zh-CN" altLang="en-US" dirty="0"/>
          </a:p>
        </p:txBody>
      </p:sp>
      <p:sp>
        <p:nvSpPr>
          <p:cNvPr id="71" name="文本占位符 70">
            <a:extLst>
              <a:ext uri="{FF2B5EF4-FFF2-40B4-BE49-F238E27FC236}">
                <a16:creationId xmlns:a16="http://schemas.microsoft.com/office/drawing/2014/main" id="{F7FF684C-AC6D-4370-AE16-175BA198204F}"/>
              </a:ext>
            </a:extLst>
          </p:cNvPr>
          <p:cNvSpPr>
            <a:spLocks noGrp="1"/>
          </p:cNvSpPr>
          <p:nvPr>
            <p:ph type="body" sz="quarter" idx="12"/>
          </p:nvPr>
        </p:nvSpPr>
        <p:spPr>
          <a:xfrm>
            <a:off x="676349" y="1094722"/>
            <a:ext cx="10839303" cy="5083153"/>
          </a:xfrm>
        </p:spPr>
        <p:txBody>
          <a:bodyPr>
            <a:norm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defRPr>
                <a:latin typeface="微软雅黑 Light" panose="020B0502040204020203" pitchFamily="34" charset="-122"/>
                <a:ea typeface="微软雅黑 Light" panose="020B0502040204020203" pitchFamily="34" charset="-122"/>
              </a:defRPr>
            </a:lvl2pPr>
            <a:lvl3pPr>
              <a:defRPr>
                <a:latin typeface="微软雅黑 Light" panose="020B0502040204020203" pitchFamily="34" charset="-122"/>
                <a:ea typeface="微软雅黑 Light" panose="020B0502040204020203" pitchFamily="34" charset="-122"/>
              </a:defRPr>
            </a:lvl3pPr>
            <a:lvl4pPr>
              <a:defRPr>
                <a:latin typeface="微软雅黑 Light" panose="020B0502040204020203" pitchFamily="34" charset="-122"/>
                <a:ea typeface="微软雅黑 Light" panose="020B0502040204020203" pitchFamily="34" charset="-122"/>
              </a:defRPr>
            </a:lvl4pPr>
            <a:lvl5pPr>
              <a:defRPr>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8579968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P">
    <p:spTree>
      <p:nvGrpSpPr>
        <p:cNvPr id="1" name=""/>
        <p:cNvGrpSpPr/>
        <p:nvPr/>
      </p:nvGrpSpPr>
      <p:grpSpPr>
        <a:xfrm>
          <a:off x="0" y="0"/>
          <a:ext cx="0" cy="0"/>
          <a:chOff x="0" y="0"/>
          <a:chExt cx="0" cy="0"/>
        </a:xfrm>
      </p:grpSpPr>
      <p:grpSp>
        <p:nvGrpSpPr>
          <p:cNvPr id="8" name="组合 7">
            <a:extLst>
              <a:ext uri="{FF2B5EF4-FFF2-40B4-BE49-F238E27FC236}">
                <a16:creationId xmlns:a16="http://schemas.microsoft.com/office/drawing/2014/main" id="{7A3947A1-486F-4CA5-B6FE-99E859380C87}"/>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828077" y="217993"/>
            <a:ext cx="3283271" cy="469359"/>
          </a:xfrm>
          <a:prstGeom prst="rect">
            <a:avLst/>
          </a:prstGeom>
          <a:noFill/>
        </p:spPr>
        <p:txBody>
          <a:bodyPr wrap="none" rtlCol="0">
            <a:spAutoFit/>
          </a:bodyPr>
          <a:lstStyle/>
          <a:p>
            <a:pPr algn="r"/>
            <a:r>
              <a:rPr lang="zh-CN" altLang="en-US"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生成树协议</a:t>
            </a:r>
            <a:endPar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endParaRPr>
          </a:p>
          <a:p>
            <a:pPr algn="r"/>
            <a:r>
              <a:rPr lang="en-US" altLang="zh-CN"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Spanning tree protocol</a:t>
            </a:r>
            <a:endParaRPr lang="en-US"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68" name="文本占位符 67">
            <a:extLst>
              <a:ext uri="{FF2B5EF4-FFF2-40B4-BE49-F238E27FC236}">
                <a16:creationId xmlns:a16="http://schemas.microsoft.com/office/drawing/2014/main" id="{F566F8F7-2EB5-48F8-862D-711430CE971A}"/>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
        <p:nvSpPr>
          <p:cNvPr id="134" name="文本占位符 133">
            <a:extLst>
              <a:ext uri="{FF2B5EF4-FFF2-40B4-BE49-F238E27FC236}">
                <a16:creationId xmlns:a16="http://schemas.microsoft.com/office/drawing/2014/main" id="{FFBA30E8-AF01-4F78-97B5-6D8861FA3D89}"/>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112543755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6768C7-23F8-4996-89B7-429E7B384BF2}"/>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A0289BB1-DBAC-4FAE-808E-C6C3CC80EA4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dirty="0"/>
              <a:t>单击此处编辑母版文本样式</a:t>
            </a:r>
          </a:p>
          <a:p>
            <a:pPr lvl="1"/>
            <a:r>
              <a:rPr lang="zh-CN" altLang="en-US" dirty="0"/>
              <a:t>二级</a:t>
            </a:r>
          </a:p>
        </p:txBody>
      </p:sp>
      <p:sp>
        <p:nvSpPr>
          <p:cNvPr id="4" name="文本占位符 3">
            <a:extLst>
              <a:ext uri="{FF2B5EF4-FFF2-40B4-BE49-F238E27FC236}">
                <a16:creationId xmlns:a16="http://schemas.microsoft.com/office/drawing/2014/main" id="{AE471610-0211-48D5-95A9-F94CB96D8C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556B36E4-C4E8-458D-94CD-1B6C35F2457D}"/>
              </a:ext>
            </a:extLst>
          </p:cNvPr>
          <p:cNvSpPr>
            <a:spLocks noGrp="1"/>
          </p:cNvSpPr>
          <p:nvPr>
            <p:ph type="dt" sz="half" idx="10"/>
          </p:nvPr>
        </p:nvSpPr>
        <p:spPr/>
        <p:txBody>
          <a:bodyPr/>
          <a:lstStyle/>
          <a:p>
            <a:fld id="{1C651236-3214-46F9-9D33-783F0260D354}" type="datetimeFigureOut">
              <a:rPr lang="zh-CN" altLang="en-US" smtClean="0"/>
              <a:t>2025/10/23</a:t>
            </a:fld>
            <a:endParaRPr lang="zh-CN" altLang="en-US"/>
          </a:p>
        </p:txBody>
      </p:sp>
      <p:sp>
        <p:nvSpPr>
          <p:cNvPr id="6" name="页脚占位符 5">
            <a:extLst>
              <a:ext uri="{FF2B5EF4-FFF2-40B4-BE49-F238E27FC236}">
                <a16:creationId xmlns:a16="http://schemas.microsoft.com/office/drawing/2014/main" id="{ABBCFDB4-DA9F-4658-A8BD-C801BA972545}"/>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9C90A9A8-C584-4D99-A352-D2E7B4678255}"/>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18404939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A3C00C-6791-4AF6-ADED-16A78E3F339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A3F28181-291D-4D0F-8D46-BF5DED710F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78F3292F-BAC3-41E9-B23C-2785046871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A57AEF6B-24EF-4053-BEF4-408CE32CF01D}"/>
              </a:ext>
            </a:extLst>
          </p:cNvPr>
          <p:cNvSpPr>
            <a:spLocks noGrp="1"/>
          </p:cNvSpPr>
          <p:nvPr>
            <p:ph type="dt" sz="half" idx="10"/>
          </p:nvPr>
        </p:nvSpPr>
        <p:spPr/>
        <p:txBody>
          <a:bodyPr/>
          <a:lstStyle/>
          <a:p>
            <a:fld id="{1C651236-3214-46F9-9D33-783F0260D354}" type="datetimeFigureOut">
              <a:rPr lang="zh-CN" altLang="en-US" smtClean="0"/>
              <a:t>2025/10/23</a:t>
            </a:fld>
            <a:endParaRPr lang="zh-CN" altLang="en-US"/>
          </a:p>
        </p:txBody>
      </p:sp>
      <p:sp>
        <p:nvSpPr>
          <p:cNvPr id="6" name="页脚占位符 5">
            <a:extLst>
              <a:ext uri="{FF2B5EF4-FFF2-40B4-BE49-F238E27FC236}">
                <a16:creationId xmlns:a16="http://schemas.microsoft.com/office/drawing/2014/main" id="{BD794DF6-3DF2-4CF8-AE43-FC95AEC974A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6D7EFA1-36B4-434E-8A31-ABB10A14A71D}"/>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200458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632E19-3847-4C44-B1DA-2910E34204CD}"/>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BB32734C-9F74-4482-9FE3-D99087A39CB3}"/>
              </a:ext>
            </a:extLst>
          </p:cNvPr>
          <p:cNvSpPr>
            <a:spLocks noGrp="1"/>
          </p:cNvSpPr>
          <p:nvPr>
            <p:ph type="body" orient="vert" idx="1"/>
          </p:nvPr>
        </p:nvSpPr>
        <p:spPr/>
        <p:txBody>
          <a:bodyPr vert="eaVert"/>
          <a:lstStyle>
            <a:lvl3pPr>
              <a:defRPr>
                <a:latin typeface="微软雅黑 Light" panose="020B0502040204020203" pitchFamily="34" charset="-122"/>
                <a:ea typeface="微软雅黑 Light" panose="020B0502040204020203" pitchFamily="34" charset="-122"/>
              </a:defRPr>
            </a:lvl3pPr>
            <a:lvl4pPr>
              <a:defRPr>
                <a:latin typeface="微软雅黑 Light" panose="020B0502040204020203" pitchFamily="34" charset="-122"/>
                <a:ea typeface="微软雅黑 Light" panose="020B0502040204020203" pitchFamily="34" charset="-122"/>
              </a:defRPr>
            </a:lvl4pPr>
            <a:lvl5pPr>
              <a:defRPr>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日期占位符 3">
            <a:extLst>
              <a:ext uri="{FF2B5EF4-FFF2-40B4-BE49-F238E27FC236}">
                <a16:creationId xmlns:a16="http://schemas.microsoft.com/office/drawing/2014/main" id="{7A13A04F-945E-4830-9C62-28BA120EE0E6}"/>
              </a:ext>
            </a:extLst>
          </p:cNvPr>
          <p:cNvSpPr>
            <a:spLocks noGrp="1"/>
          </p:cNvSpPr>
          <p:nvPr>
            <p:ph type="dt" sz="half" idx="10"/>
          </p:nvPr>
        </p:nvSpPr>
        <p:spPr/>
        <p:txBody>
          <a:bodyPr/>
          <a:lstStyle/>
          <a:p>
            <a:fld id="{1C651236-3214-46F9-9D33-783F0260D354}" type="datetimeFigureOut">
              <a:rPr lang="zh-CN" altLang="en-US" smtClean="0"/>
              <a:t>2025/10/23</a:t>
            </a:fld>
            <a:endParaRPr lang="zh-CN" altLang="en-US"/>
          </a:p>
        </p:txBody>
      </p:sp>
      <p:sp>
        <p:nvSpPr>
          <p:cNvPr id="5" name="页脚占位符 4">
            <a:extLst>
              <a:ext uri="{FF2B5EF4-FFF2-40B4-BE49-F238E27FC236}">
                <a16:creationId xmlns:a16="http://schemas.microsoft.com/office/drawing/2014/main" id="{F1A9E7DE-F89B-4838-BC08-257F376ECA77}"/>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292E4D5-B7AD-442F-8128-9CC4287634BB}"/>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66845415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B6ED0D96-5E2B-4EB2-8A6C-2479B857F35D}"/>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B8B57930-1D54-4888-88E6-C924B713F26A}"/>
              </a:ext>
            </a:extLst>
          </p:cNvPr>
          <p:cNvSpPr>
            <a:spLocks noGrp="1"/>
          </p:cNvSpPr>
          <p:nvPr>
            <p:ph type="body" orient="vert" idx="1"/>
          </p:nvPr>
        </p:nvSpPr>
        <p:spPr>
          <a:xfrm>
            <a:off x="838200" y="365125"/>
            <a:ext cx="7734300" cy="5811838"/>
          </a:xfrm>
        </p:spPr>
        <p:txBody>
          <a:bodyPr vert="eaVert"/>
          <a:lstStyle>
            <a:lvl3pPr>
              <a:defRPr>
                <a:latin typeface="微软雅黑 Light" panose="020B0502040204020203" pitchFamily="34" charset="-122"/>
                <a:ea typeface="微软雅黑 Light" panose="020B0502040204020203" pitchFamily="34" charset="-122"/>
              </a:defRPr>
            </a:lvl3pPr>
            <a:lvl4pPr>
              <a:defRPr>
                <a:latin typeface="微软雅黑 Light" panose="020B0502040204020203" pitchFamily="34" charset="-122"/>
                <a:ea typeface="微软雅黑 Light" panose="020B0502040204020203" pitchFamily="34" charset="-122"/>
              </a:defRPr>
            </a:lvl4pPr>
            <a:lvl5pPr>
              <a:defRPr>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日期占位符 3">
            <a:extLst>
              <a:ext uri="{FF2B5EF4-FFF2-40B4-BE49-F238E27FC236}">
                <a16:creationId xmlns:a16="http://schemas.microsoft.com/office/drawing/2014/main" id="{6D3DE625-53C1-4C44-99B7-F8BC7995CEFD}"/>
              </a:ext>
            </a:extLst>
          </p:cNvPr>
          <p:cNvSpPr>
            <a:spLocks noGrp="1"/>
          </p:cNvSpPr>
          <p:nvPr>
            <p:ph type="dt" sz="half" idx="10"/>
          </p:nvPr>
        </p:nvSpPr>
        <p:spPr/>
        <p:txBody>
          <a:bodyPr/>
          <a:lstStyle/>
          <a:p>
            <a:fld id="{1C651236-3214-46F9-9D33-783F0260D354}" type="datetimeFigureOut">
              <a:rPr lang="zh-CN" altLang="en-US" smtClean="0"/>
              <a:t>2025/10/23</a:t>
            </a:fld>
            <a:endParaRPr lang="zh-CN" altLang="en-US"/>
          </a:p>
        </p:txBody>
      </p:sp>
      <p:sp>
        <p:nvSpPr>
          <p:cNvPr id="5" name="页脚占位符 4">
            <a:extLst>
              <a:ext uri="{FF2B5EF4-FFF2-40B4-BE49-F238E27FC236}">
                <a16:creationId xmlns:a16="http://schemas.microsoft.com/office/drawing/2014/main" id="{5039BB9D-282E-4656-8944-11C94A31C48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2944F6A-C9CD-40F0-A8EB-6B850DD40EC9}"/>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1151036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D5AB4621-DEFA-4937-ACA0-7FAC4B5DD540}"/>
              </a:ext>
            </a:extLst>
          </p:cNvPr>
          <p:cNvSpPr>
            <a:spLocks noGrp="1"/>
          </p:cNvSpPr>
          <p:nvPr>
            <p:ph type="title"/>
          </p:nvPr>
        </p:nvSpPr>
        <p:spPr>
          <a:xfrm>
            <a:off x="838200" y="815540"/>
            <a:ext cx="10515600" cy="424732"/>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71682A5F-0B1F-414C-9919-0F61FB118BB7}"/>
              </a:ext>
            </a:extLst>
          </p:cNvPr>
          <p:cNvSpPr>
            <a:spLocks noGrp="1"/>
          </p:cNvSpPr>
          <p:nvPr>
            <p:ph type="body" idx="1"/>
          </p:nvPr>
        </p:nvSpPr>
        <p:spPr>
          <a:xfrm>
            <a:off x="838200" y="1278622"/>
            <a:ext cx="10515600" cy="4898341"/>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p:txBody>
      </p:sp>
      <p:sp>
        <p:nvSpPr>
          <p:cNvPr id="4" name="日期占位符 3">
            <a:extLst>
              <a:ext uri="{FF2B5EF4-FFF2-40B4-BE49-F238E27FC236}">
                <a16:creationId xmlns:a16="http://schemas.microsoft.com/office/drawing/2014/main" id="{509B379C-873F-4DD2-BBA0-D4769F05D1F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微软雅黑 Light" panose="020B0502040204020203" pitchFamily="34" charset="-122"/>
                <a:ea typeface="微软雅黑 Light" panose="020B0502040204020203" pitchFamily="34" charset="-122"/>
              </a:defRPr>
            </a:lvl1pPr>
          </a:lstStyle>
          <a:p>
            <a:fld id="{1C651236-3214-46F9-9D33-783F0260D354}" type="datetimeFigureOut">
              <a:rPr lang="zh-CN" altLang="en-US" smtClean="0"/>
              <a:pPr/>
              <a:t>2025/10/23</a:t>
            </a:fld>
            <a:endParaRPr lang="zh-CN" altLang="en-US" dirty="0"/>
          </a:p>
        </p:txBody>
      </p:sp>
      <p:sp>
        <p:nvSpPr>
          <p:cNvPr id="5" name="页脚占位符 4">
            <a:extLst>
              <a:ext uri="{FF2B5EF4-FFF2-40B4-BE49-F238E27FC236}">
                <a16:creationId xmlns:a16="http://schemas.microsoft.com/office/drawing/2014/main" id="{298AEE85-23CE-43D2-8B14-00BC970FD1D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微软雅黑 Light" panose="020B0502040204020203" pitchFamily="34" charset="-122"/>
                <a:ea typeface="微软雅黑 Light" panose="020B0502040204020203" pitchFamily="34" charset="-122"/>
              </a:defRPr>
            </a:lvl1pPr>
          </a:lstStyle>
          <a:p>
            <a:endParaRPr lang="zh-CN" altLang="en-US" dirty="0"/>
          </a:p>
        </p:txBody>
      </p:sp>
      <p:sp>
        <p:nvSpPr>
          <p:cNvPr id="6" name="灯片编号占位符 5">
            <a:extLst>
              <a:ext uri="{FF2B5EF4-FFF2-40B4-BE49-F238E27FC236}">
                <a16:creationId xmlns:a16="http://schemas.microsoft.com/office/drawing/2014/main" id="{9FE53C87-6A81-4F2E-86B2-C7DFE4EACC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微软雅黑 Light" panose="020B0502040204020203" pitchFamily="34" charset="-122"/>
                <a:ea typeface="微软雅黑 Light" panose="020B0502040204020203" pitchFamily="34" charset="-122"/>
              </a:defRPr>
            </a:lvl1pPr>
          </a:lstStyle>
          <a:p>
            <a:fld id="{B1502BCF-571E-433F-99D2-89AB9B2A73EF}" type="slidenum">
              <a:rPr lang="zh-CN" altLang="en-US" smtClean="0"/>
              <a:pPr/>
              <a:t>‹#›</a:t>
            </a:fld>
            <a:endParaRPr lang="zh-CN" altLang="en-US" dirty="0"/>
          </a:p>
        </p:txBody>
      </p:sp>
      <p:sp>
        <p:nvSpPr>
          <p:cNvPr id="11" name="文本框 10">
            <a:extLst>
              <a:ext uri="{FF2B5EF4-FFF2-40B4-BE49-F238E27FC236}">
                <a16:creationId xmlns:a16="http://schemas.microsoft.com/office/drawing/2014/main" id="{A0A5EC7D-3205-4236-B61D-62EAF9458DE9}"/>
              </a:ext>
            </a:extLst>
          </p:cNvPr>
          <p:cNvSpPr txBox="1"/>
          <p:nvPr userDrawn="1"/>
        </p:nvSpPr>
        <p:spPr>
          <a:xfrm>
            <a:off x="6388776" y="6449501"/>
            <a:ext cx="3300508" cy="276999"/>
          </a:xfrm>
          <a:prstGeom prst="rect">
            <a:avLst/>
          </a:prstGeom>
          <a:noFill/>
        </p:spPr>
        <p:txBody>
          <a:bodyPr wrap="square" rtlCol="0">
            <a:spAutoFit/>
          </a:bodyPr>
          <a:lstStyle/>
          <a:p>
            <a:pPr lvl="0" algn="l"/>
            <a:r>
              <a:rPr lang="en-US" altLang="zh-CN" sz="1200" dirty="0">
                <a:solidFill>
                  <a:schemeClr val="bg2">
                    <a:lumMod val="50000"/>
                  </a:schemeClr>
                </a:solidFill>
                <a:latin typeface="微软雅黑 Light" panose="020B0502040204020203" pitchFamily="34" charset="-122"/>
                <a:ea typeface="微软雅黑 Light" panose="020B0502040204020203" pitchFamily="34" charset="-122"/>
              </a:rPr>
              <a:t>https://glplaman.github.io</a:t>
            </a:r>
            <a:endParaRPr lang="zh-CN" altLang="en-US" sz="1200" dirty="0">
              <a:solidFill>
                <a:schemeClr val="bg2">
                  <a:lumMod val="50000"/>
                </a:schemeClr>
              </a:solidFill>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9787B120-960D-4593-B648-98823691D47E}"/>
              </a:ext>
            </a:extLst>
          </p:cNvPr>
          <p:cNvSpPr txBox="1"/>
          <p:nvPr userDrawn="1"/>
        </p:nvSpPr>
        <p:spPr>
          <a:xfrm>
            <a:off x="3118854" y="6449501"/>
            <a:ext cx="2655407" cy="276999"/>
          </a:xfrm>
          <a:prstGeom prst="rect">
            <a:avLst/>
          </a:prstGeom>
          <a:noFill/>
        </p:spPr>
        <p:txBody>
          <a:bodyPr wrap="none" rtlCol="0">
            <a:spAutoFit/>
          </a:bodyPr>
          <a:lstStyle>
            <a:defPPr>
              <a:defRPr lang="zh-CN"/>
            </a:defPPr>
            <a:lvl1pPr>
              <a:defRPr sz="1200">
                <a:solidFill>
                  <a:schemeClr val="bg2">
                    <a:lumMod val="50000"/>
                  </a:schemeClr>
                </a:solidFill>
                <a:latin typeface="Times New Roman" panose="02020603050405020304" pitchFamily="18" charset="0"/>
                <a:cs typeface="Times New Roman" panose="02020603050405020304" pitchFamily="18" charset="0"/>
              </a:defRPr>
            </a:lvl1pPr>
          </a:lstStyle>
          <a:p>
            <a:pPr marL="0" marR="0" lvl="0" indent="0" algn="r" defTabSz="914400" rtl="0" eaLnBrk="1" fontAlgn="base" latinLnBrk="0" hangingPunct="1">
              <a:lnSpc>
                <a:spcPct val="100000"/>
              </a:lnSpc>
              <a:spcBef>
                <a:spcPct val="0"/>
              </a:spcBef>
              <a:spcAft>
                <a:spcPct val="0"/>
              </a:spcAft>
              <a:buClrTx/>
              <a:buSzTx/>
              <a:buFont typeface="Arial" panose="020B0604020202020204" pitchFamily="34" charset="0"/>
              <a:buNone/>
              <a:tabLst/>
              <a:defRPr/>
            </a:pPr>
            <a:r>
              <a:rPr lang="en-US" altLang="zh-CN" sz="1200" dirty="0">
                <a:solidFill>
                  <a:schemeClr val="bg2">
                    <a:lumMod val="50000"/>
                  </a:schemeClr>
                </a:solidFill>
                <a:latin typeface="微软雅黑 Light" panose="020B0502040204020203" pitchFamily="34" charset="-122"/>
                <a:ea typeface="微软雅黑 Light" panose="020B0502040204020203" pitchFamily="34" charset="-122"/>
                <a:cs typeface="Times New Roman" panose="02020603050405020304" pitchFamily="18" charset="0"/>
              </a:rPr>
              <a:t>All Copyrights Reserved, 2022-2026</a:t>
            </a:r>
            <a:endParaRPr lang="zh-CN" altLang="en-US" sz="1200" dirty="0">
              <a:solidFill>
                <a:schemeClr val="bg2">
                  <a:lumMod val="50000"/>
                </a:schemeClr>
              </a:solidFill>
              <a:latin typeface="微软雅黑 Light" panose="020B0502040204020203" pitchFamily="34" charset="-122"/>
              <a:ea typeface="微软雅黑 Light" panose="020B0502040204020203" pitchFamily="34" charset="-122"/>
              <a:cs typeface="Times New Roman" panose="02020603050405020304" pitchFamily="18" charset="0"/>
            </a:endParaRPr>
          </a:p>
        </p:txBody>
      </p:sp>
      <p:pic>
        <p:nvPicPr>
          <p:cNvPr id="8" name="图片 7">
            <a:extLst>
              <a:ext uri="{FF2B5EF4-FFF2-40B4-BE49-F238E27FC236}">
                <a16:creationId xmlns:a16="http://schemas.microsoft.com/office/drawing/2014/main" id="{42805E8F-D16D-24BA-B35C-A350A79B61E7}"/>
              </a:ext>
            </a:extLst>
          </p:cNvPr>
          <p:cNvPicPr>
            <a:picLocks noChangeAspect="1"/>
          </p:cNvPicPr>
          <p:nvPr userDrawn="1"/>
        </p:nvPicPr>
        <p:blipFill>
          <a:blip r:embed="rId30">
            <a:extLst>
              <a:ext uri="{28A0092B-C50C-407E-A947-70E740481C1C}">
                <a14:useLocalDpi xmlns:a14="http://schemas.microsoft.com/office/drawing/2010/main" val="0"/>
              </a:ext>
            </a:extLst>
          </a:blip>
          <a:stretch>
            <a:fillRect/>
          </a:stretch>
        </p:blipFill>
        <p:spPr>
          <a:xfrm>
            <a:off x="5826000" y="6318000"/>
            <a:ext cx="540000" cy="540000"/>
          </a:xfrm>
          <a:prstGeom prst="rect">
            <a:avLst/>
          </a:prstGeom>
        </p:spPr>
      </p:pic>
    </p:spTree>
    <p:extLst>
      <p:ext uri="{BB962C8B-B14F-4D97-AF65-F5344CB8AC3E}">
        <p14:creationId xmlns:p14="http://schemas.microsoft.com/office/powerpoint/2010/main" val="24060789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60" r:id="rId4"/>
    <p:sldLayoutId id="2147483664" r:id="rId5"/>
    <p:sldLayoutId id="2147483651" r:id="rId6"/>
    <p:sldLayoutId id="2147483652" r:id="rId7"/>
    <p:sldLayoutId id="2147483653" r:id="rId8"/>
    <p:sldLayoutId id="2147483655" r:id="rId9"/>
    <p:sldLayoutId id="2147483670" r:id="rId10"/>
    <p:sldLayoutId id="2147483683" r:id="rId11"/>
    <p:sldLayoutId id="2147483684" r:id="rId12"/>
    <p:sldLayoutId id="2147483678" r:id="rId13"/>
    <p:sldLayoutId id="2147483679" r:id="rId14"/>
    <p:sldLayoutId id="2147483680" r:id="rId15"/>
    <p:sldLayoutId id="2147483681" r:id="rId16"/>
    <p:sldLayoutId id="2147483682" r:id="rId17"/>
    <p:sldLayoutId id="2147483669" r:id="rId18"/>
    <p:sldLayoutId id="2147483673" r:id="rId19"/>
    <p:sldLayoutId id="2147483672" r:id="rId20"/>
    <p:sldLayoutId id="2147483674" r:id="rId21"/>
    <p:sldLayoutId id="2147483676" r:id="rId22"/>
    <p:sldLayoutId id="2147483677" r:id="rId23"/>
    <p:sldLayoutId id="2147483675" r:id="rId24"/>
    <p:sldLayoutId id="2147483656" r:id="rId25"/>
    <p:sldLayoutId id="2147483657" r:id="rId26"/>
    <p:sldLayoutId id="2147483658" r:id="rId27"/>
    <p:sldLayoutId id="2147483659" r:id="rId28"/>
  </p:sldLayoutIdLst>
  <p:txStyles>
    <p:titleStyle>
      <a:lvl1pPr algn="l" defTabSz="914400" rtl="0" eaLnBrk="1" latinLnBrk="0" hangingPunct="1">
        <a:lnSpc>
          <a:spcPct val="90000"/>
        </a:lnSpc>
        <a:spcBef>
          <a:spcPct val="0"/>
        </a:spcBef>
        <a:buNone/>
        <a:defRPr sz="2400" kern="1200" baseline="0">
          <a:solidFill>
            <a:schemeClr val="tx1"/>
          </a:solidFill>
          <a:latin typeface="微软雅黑 Light" panose="020B0502040204020203" pitchFamily="34" charset="-122"/>
          <a:ea typeface="微软雅黑" panose="020B0503020204020204" pitchFamily="34" charset="-122"/>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baseline="0">
          <a:solidFill>
            <a:schemeClr val="tx1"/>
          </a:solidFill>
          <a:latin typeface="微软雅黑 Light" panose="020B0502040204020203"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Clr>
          <a:srgbClr val="FF0000"/>
        </a:buClr>
        <a:buFont typeface="Arial" panose="020B0604020202020204" pitchFamily="34" charset="0"/>
        <a:buChar char="•"/>
        <a:defRPr sz="1800" kern="1200" baseline="0">
          <a:solidFill>
            <a:schemeClr val="tx1"/>
          </a:solidFill>
          <a:latin typeface="微软雅黑 Light" panose="020B0502040204020203" pitchFamily="34" charset="-122"/>
          <a:ea typeface="微软雅黑 Light" panose="020B0502040204020203" pitchFamily="34" charset="-122"/>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8.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png"/><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hyperlink" Target="https://baike.baidu.com/item/ASCII/309296?fr=aladdin" TargetMode="Externa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3" Type="http://schemas.openxmlformats.org/officeDocument/2006/relationships/image" Target="../media/image39.svg"/><Relationship Id="rId7" Type="http://schemas.openxmlformats.org/officeDocument/2006/relationships/image" Target="../media/image43.svg"/><Relationship Id="rId2" Type="http://schemas.openxmlformats.org/officeDocument/2006/relationships/image" Target="../media/image38.png"/><Relationship Id="rId1" Type="http://schemas.openxmlformats.org/officeDocument/2006/relationships/slideLayout" Target="../slideLayouts/slideLayout18.xml"/><Relationship Id="rId6" Type="http://schemas.openxmlformats.org/officeDocument/2006/relationships/image" Target="../media/image42.png"/><Relationship Id="rId5" Type="http://schemas.openxmlformats.org/officeDocument/2006/relationships/image" Target="../media/image41.svg"/><Relationship Id="rId4" Type="http://schemas.openxmlformats.org/officeDocument/2006/relationships/image" Target="../media/image40.png"/></Relationships>
</file>

<file path=ppt/slides/_rels/slide2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9.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image" Target="../media/image45.png"/><Relationship Id="rId1" Type="http://schemas.openxmlformats.org/officeDocument/2006/relationships/slideLayout" Target="../slideLayouts/slideLayout20.xml"/><Relationship Id="rId5" Type="http://schemas.openxmlformats.org/officeDocument/2006/relationships/image" Target="../media/image43.svg"/><Relationship Id="rId4" Type="http://schemas.openxmlformats.org/officeDocument/2006/relationships/image" Target="../media/image42.png"/></Relationships>
</file>

<file path=ppt/slides/_rels/slide3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hyperlink" Target="video/CSMA_CD.mp4" TargetMode="External"/><Relationship Id="rId1" Type="http://schemas.openxmlformats.org/officeDocument/2006/relationships/slideLayout" Target="../slideLayouts/slideLayout20.xml"/><Relationship Id="rId4" Type="http://schemas.openxmlformats.org/officeDocument/2006/relationships/image" Target="../media/image48.svg"/></Relationships>
</file>

<file path=ppt/slides/_rels/slide31.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8" Type="http://schemas.openxmlformats.org/officeDocument/2006/relationships/image" Target="../media/image55.png"/><Relationship Id="rId13" Type="http://schemas.openxmlformats.org/officeDocument/2006/relationships/image" Target="../media/image60.svg"/><Relationship Id="rId18" Type="http://schemas.openxmlformats.org/officeDocument/2006/relationships/image" Target="../media/image65.png"/><Relationship Id="rId3" Type="http://schemas.openxmlformats.org/officeDocument/2006/relationships/hyperlink" Target="video/NIC.mp4" TargetMode="External"/><Relationship Id="rId21" Type="http://schemas.openxmlformats.org/officeDocument/2006/relationships/image" Target="../media/image68.svg"/><Relationship Id="rId7" Type="http://schemas.openxmlformats.org/officeDocument/2006/relationships/image" Target="../media/image54.svg"/><Relationship Id="rId12" Type="http://schemas.openxmlformats.org/officeDocument/2006/relationships/image" Target="../media/image59.png"/><Relationship Id="rId17" Type="http://schemas.openxmlformats.org/officeDocument/2006/relationships/image" Target="../media/image64.svg"/><Relationship Id="rId2" Type="http://schemas.openxmlformats.org/officeDocument/2006/relationships/image" Target="../media/image50.jpeg"/><Relationship Id="rId16" Type="http://schemas.openxmlformats.org/officeDocument/2006/relationships/image" Target="../media/image63.png"/><Relationship Id="rId20" Type="http://schemas.openxmlformats.org/officeDocument/2006/relationships/image" Target="../media/image67.png"/><Relationship Id="rId1" Type="http://schemas.openxmlformats.org/officeDocument/2006/relationships/slideLayout" Target="../slideLayouts/slideLayout21.xml"/><Relationship Id="rId6" Type="http://schemas.openxmlformats.org/officeDocument/2006/relationships/image" Target="../media/image53.png"/><Relationship Id="rId11" Type="http://schemas.openxmlformats.org/officeDocument/2006/relationships/image" Target="../media/image58.svg"/><Relationship Id="rId5" Type="http://schemas.openxmlformats.org/officeDocument/2006/relationships/image" Target="../media/image52.svg"/><Relationship Id="rId15" Type="http://schemas.openxmlformats.org/officeDocument/2006/relationships/image" Target="../media/image62.svg"/><Relationship Id="rId23" Type="http://schemas.openxmlformats.org/officeDocument/2006/relationships/image" Target="../media/image70.svg"/><Relationship Id="rId10" Type="http://schemas.openxmlformats.org/officeDocument/2006/relationships/image" Target="../media/image57.png"/><Relationship Id="rId19" Type="http://schemas.openxmlformats.org/officeDocument/2006/relationships/image" Target="../media/image66.svg"/><Relationship Id="rId4" Type="http://schemas.openxmlformats.org/officeDocument/2006/relationships/image" Target="../media/image51.png"/><Relationship Id="rId9" Type="http://schemas.openxmlformats.org/officeDocument/2006/relationships/image" Target="../media/image56.svg"/><Relationship Id="rId14" Type="http://schemas.openxmlformats.org/officeDocument/2006/relationships/image" Target="../media/image61.png"/><Relationship Id="rId22" Type="http://schemas.openxmlformats.org/officeDocument/2006/relationships/image" Target="../media/image6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34.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hyperlink" Target="https://mac.bmcx.com/" TargetMode="External"/><Relationship Id="rId1" Type="http://schemas.openxmlformats.org/officeDocument/2006/relationships/slideLayout" Target="../slideLayouts/slideLayout21.xml"/><Relationship Id="rId5" Type="http://schemas.openxmlformats.org/officeDocument/2006/relationships/image" Target="../media/image73.png"/><Relationship Id="rId4" Type="http://schemas.openxmlformats.org/officeDocument/2006/relationships/image" Target="../media/image72.sv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37.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p:txBody>
          <a:bodyPr/>
          <a:lstStyle/>
          <a:p>
            <a:r>
              <a:rPr lang="zh-CN" altLang="en-US" dirty="0"/>
              <a:t>链路层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p:txBody>
          <a:bodyPr/>
          <a:lstStyle/>
          <a:p>
            <a:r>
              <a:rPr lang="en-US" altLang="zh-CN" dirty="0"/>
              <a:t>link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p:txBody>
          <a:bodyPr/>
          <a:lstStyle/>
          <a:p>
            <a:r>
              <a:rPr lang="zh-CN" altLang="en-US" dirty="0"/>
              <a:t>第</a:t>
            </a:r>
            <a:r>
              <a:rPr lang="en-US" altLang="zh-CN" dirty="0"/>
              <a:t>3</a:t>
            </a:r>
            <a:r>
              <a:rPr lang="zh-CN" altLang="en-US" dirty="0"/>
              <a:t>章</a:t>
            </a:r>
          </a:p>
        </p:txBody>
      </p:sp>
      <p:pic>
        <p:nvPicPr>
          <p:cNvPr id="49" name="图片占位符 48">
            <a:extLst>
              <a:ext uri="{FF2B5EF4-FFF2-40B4-BE49-F238E27FC236}">
                <a16:creationId xmlns:a16="http://schemas.microsoft.com/office/drawing/2014/main" id="{6B22F925-1A76-484E-94DF-8D193D28FE47}"/>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16441" r="16441"/>
          <a:stretch>
            <a:fillRect/>
          </a:stretch>
        </p:blipFill>
        <p:spPr/>
      </p:pic>
      <p:grpSp>
        <p:nvGrpSpPr>
          <p:cNvPr id="7" name="组合 6">
            <a:extLst>
              <a:ext uri="{FF2B5EF4-FFF2-40B4-BE49-F238E27FC236}">
                <a16:creationId xmlns:a16="http://schemas.microsoft.com/office/drawing/2014/main" id="{18C98FEB-9C9D-4835-96D0-5117BEF16E76}"/>
              </a:ext>
            </a:extLst>
          </p:cNvPr>
          <p:cNvGrpSpPr/>
          <p:nvPr/>
        </p:nvGrpSpPr>
        <p:grpSpPr>
          <a:xfrm>
            <a:off x="5370023" y="1697941"/>
            <a:ext cx="5595257" cy="707886"/>
            <a:chOff x="5370023" y="2090562"/>
            <a:chExt cx="5595257" cy="707886"/>
          </a:xfrm>
        </p:grpSpPr>
        <p:sp>
          <p:nvSpPr>
            <p:cNvPr id="8" name="Rectangle 19">
              <a:extLst>
                <a:ext uri="{FF2B5EF4-FFF2-40B4-BE49-F238E27FC236}">
                  <a16:creationId xmlns:a16="http://schemas.microsoft.com/office/drawing/2014/main" id="{63750219-7313-4EAF-9072-8E69F48F4A31}"/>
                </a:ext>
              </a:extLst>
            </p:cNvPr>
            <p:cNvSpPr/>
            <p:nvPr/>
          </p:nvSpPr>
          <p:spPr>
            <a:xfrm>
              <a:off x="5370024" y="2459894"/>
              <a:ext cx="5595256" cy="338554"/>
            </a:xfrm>
            <a:prstGeom prst="rect">
              <a:avLst/>
            </a:prstGeom>
          </p:spPr>
          <p:txBody>
            <a:bodyPr wrap="square">
              <a:spAutoFit/>
            </a:bodyPr>
            <a:lstStyle/>
            <a:p>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数据链路层的作用</a:t>
              </a:r>
              <a:endParaRPr lang="en-US" sz="16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9" name="TextBox 20">
              <a:extLst>
                <a:ext uri="{FF2B5EF4-FFF2-40B4-BE49-F238E27FC236}">
                  <a16:creationId xmlns:a16="http://schemas.microsoft.com/office/drawing/2014/main" id="{65BF38FF-C68A-4899-BA00-E11894C1CD64}"/>
                </a:ext>
              </a:extLst>
            </p:cNvPr>
            <p:cNvSpPr txBox="1"/>
            <p:nvPr/>
          </p:nvSpPr>
          <p:spPr>
            <a:xfrm>
              <a:off x="5370023" y="2090562"/>
              <a:ext cx="1210588" cy="400110"/>
            </a:xfrm>
            <a:prstGeom prst="rect">
              <a:avLst/>
            </a:prstGeom>
            <a:noFill/>
          </p:spPr>
          <p:txBody>
            <a:bodyPr wrap="none" rtlCol="0">
              <a:spAutoFit/>
            </a:bodyPr>
            <a:lstStyle/>
            <a:p>
              <a:r>
                <a:rPr lang="zh-CN" altLang="en-US" sz="2000" dirty="0">
                  <a:solidFill>
                    <a:schemeClr val="tx1">
                      <a:lumMod val="75000"/>
                      <a:lumOff val="25000"/>
                    </a:schemeClr>
                  </a:solidFill>
                  <a:latin typeface="微软雅黑" panose="020B0503020204020204" pitchFamily="34" charset="-122"/>
                  <a:ea typeface="微软雅黑" panose="020B0503020204020204" pitchFamily="34" charset="-122"/>
                </a:rPr>
                <a:t>一个作用</a:t>
              </a:r>
              <a:endParaRPr lang="en-US" sz="2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grpSp>
        <p:nvGrpSpPr>
          <p:cNvPr id="10" name="组合 9">
            <a:extLst>
              <a:ext uri="{FF2B5EF4-FFF2-40B4-BE49-F238E27FC236}">
                <a16:creationId xmlns:a16="http://schemas.microsoft.com/office/drawing/2014/main" id="{3AE8A7F8-A4DE-494E-A6FE-FBD72693CECE}"/>
              </a:ext>
            </a:extLst>
          </p:cNvPr>
          <p:cNvGrpSpPr/>
          <p:nvPr/>
        </p:nvGrpSpPr>
        <p:grpSpPr>
          <a:xfrm>
            <a:off x="5370023" y="2574676"/>
            <a:ext cx="5595257" cy="707886"/>
            <a:chOff x="5576124" y="2997130"/>
            <a:chExt cx="5595257" cy="707886"/>
          </a:xfrm>
        </p:grpSpPr>
        <p:sp>
          <p:nvSpPr>
            <p:cNvPr id="11" name="Rectangle 23">
              <a:extLst>
                <a:ext uri="{FF2B5EF4-FFF2-40B4-BE49-F238E27FC236}">
                  <a16:creationId xmlns:a16="http://schemas.microsoft.com/office/drawing/2014/main" id="{03114371-8BFF-4A68-95B2-EE44058DE8E3}"/>
                </a:ext>
              </a:extLst>
            </p:cNvPr>
            <p:cNvSpPr/>
            <p:nvPr/>
          </p:nvSpPr>
          <p:spPr>
            <a:xfrm>
              <a:off x="5576125" y="3366462"/>
              <a:ext cx="5595256" cy="338554"/>
            </a:xfrm>
            <a:prstGeom prst="rect">
              <a:avLst/>
            </a:prstGeom>
          </p:spPr>
          <p:txBody>
            <a:bodyPr wrap="square">
              <a:spAutoFit/>
            </a:bodyPr>
            <a:lstStyle/>
            <a:p>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1.</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点对点信道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  2.</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广播信道</a:t>
              </a:r>
              <a:endParaRPr lang="en-US" sz="16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12" name="TextBox 24">
              <a:extLst>
                <a:ext uri="{FF2B5EF4-FFF2-40B4-BE49-F238E27FC236}">
                  <a16:creationId xmlns:a16="http://schemas.microsoft.com/office/drawing/2014/main" id="{99ECB7F1-E9BB-41C4-942F-AC3E53D74E03}"/>
                </a:ext>
              </a:extLst>
            </p:cNvPr>
            <p:cNvSpPr txBox="1"/>
            <p:nvPr/>
          </p:nvSpPr>
          <p:spPr>
            <a:xfrm>
              <a:off x="5576124" y="2997130"/>
              <a:ext cx="1210588" cy="400110"/>
            </a:xfrm>
            <a:prstGeom prst="rect">
              <a:avLst/>
            </a:prstGeom>
            <a:noFill/>
          </p:spPr>
          <p:txBody>
            <a:bodyPr wrap="none" rtlCol="0">
              <a:spAutoFit/>
            </a:bodyPr>
            <a:lstStyle/>
            <a:p>
              <a:r>
                <a:rPr lang="zh-CN" altLang="en-US" sz="2000" dirty="0">
                  <a:solidFill>
                    <a:schemeClr val="tx1">
                      <a:lumMod val="75000"/>
                      <a:lumOff val="25000"/>
                    </a:schemeClr>
                  </a:solidFill>
                  <a:latin typeface="微软雅黑" panose="020B0503020204020204" pitchFamily="34" charset="-122"/>
                  <a:ea typeface="微软雅黑" panose="020B0503020204020204" pitchFamily="34" charset="-122"/>
                </a:rPr>
                <a:t>二个信道</a:t>
              </a:r>
              <a:endParaRPr lang="en-US" sz="2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grpSp>
        <p:nvGrpSpPr>
          <p:cNvPr id="13" name="组合 12">
            <a:extLst>
              <a:ext uri="{FF2B5EF4-FFF2-40B4-BE49-F238E27FC236}">
                <a16:creationId xmlns:a16="http://schemas.microsoft.com/office/drawing/2014/main" id="{A60E5D0E-9ED9-49AC-A151-0FF0BE635FD0}"/>
              </a:ext>
            </a:extLst>
          </p:cNvPr>
          <p:cNvGrpSpPr/>
          <p:nvPr/>
        </p:nvGrpSpPr>
        <p:grpSpPr>
          <a:xfrm>
            <a:off x="5370023" y="3451411"/>
            <a:ext cx="5595257" cy="707886"/>
            <a:chOff x="5837382" y="3949033"/>
            <a:chExt cx="5595257" cy="707886"/>
          </a:xfrm>
        </p:grpSpPr>
        <p:sp>
          <p:nvSpPr>
            <p:cNvPr id="14" name="Rectangle 25">
              <a:extLst>
                <a:ext uri="{FF2B5EF4-FFF2-40B4-BE49-F238E27FC236}">
                  <a16:creationId xmlns:a16="http://schemas.microsoft.com/office/drawing/2014/main" id="{ECE1C776-C2CC-42DB-B11A-EF1798E55FD4}"/>
                </a:ext>
              </a:extLst>
            </p:cNvPr>
            <p:cNvSpPr/>
            <p:nvPr/>
          </p:nvSpPr>
          <p:spPr>
            <a:xfrm>
              <a:off x="5837383" y="4318365"/>
              <a:ext cx="5595256" cy="338554"/>
            </a:xfrm>
            <a:prstGeom prst="rect">
              <a:avLst/>
            </a:prstGeom>
          </p:spPr>
          <p:txBody>
            <a:bodyPr wrap="square">
              <a:spAutoFit/>
            </a:bodyPr>
            <a:lstStyle/>
            <a:p>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1. </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封装成帧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2. </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透明传输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3. </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差错控制</a:t>
              </a:r>
              <a:endParaRPr lang="en-US" sz="16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17" name="TextBox 26">
              <a:extLst>
                <a:ext uri="{FF2B5EF4-FFF2-40B4-BE49-F238E27FC236}">
                  <a16:creationId xmlns:a16="http://schemas.microsoft.com/office/drawing/2014/main" id="{64AFC0F2-E45C-453F-987D-0C1B6F6AC9F7}"/>
                </a:ext>
              </a:extLst>
            </p:cNvPr>
            <p:cNvSpPr txBox="1"/>
            <p:nvPr/>
          </p:nvSpPr>
          <p:spPr>
            <a:xfrm>
              <a:off x="5837382" y="3949033"/>
              <a:ext cx="1723549" cy="400110"/>
            </a:xfrm>
            <a:prstGeom prst="rect">
              <a:avLst/>
            </a:prstGeom>
            <a:noFill/>
          </p:spPr>
          <p:txBody>
            <a:bodyPr wrap="none" rtlCol="0">
              <a:spAutoFit/>
            </a:bodyPr>
            <a:lstStyle/>
            <a:p>
              <a:r>
                <a:rPr lang="zh-CN" altLang="en-US" sz="2000" dirty="0">
                  <a:solidFill>
                    <a:schemeClr val="tx1">
                      <a:lumMod val="75000"/>
                      <a:lumOff val="25000"/>
                    </a:schemeClr>
                  </a:solidFill>
                  <a:latin typeface="微软雅黑" panose="020B0503020204020204" pitchFamily="34" charset="-122"/>
                  <a:ea typeface="微软雅黑" panose="020B0503020204020204" pitchFamily="34" charset="-122"/>
                </a:rPr>
                <a:t>三个基本问题</a:t>
              </a:r>
              <a:endParaRPr lang="en-US" sz="2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grpSp>
        <p:nvGrpSpPr>
          <p:cNvPr id="18" name="组合 17">
            <a:extLst>
              <a:ext uri="{FF2B5EF4-FFF2-40B4-BE49-F238E27FC236}">
                <a16:creationId xmlns:a16="http://schemas.microsoft.com/office/drawing/2014/main" id="{8CCFEAAA-3CAC-48EF-A587-3B7382ED61C7}"/>
              </a:ext>
            </a:extLst>
          </p:cNvPr>
          <p:cNvGrpSpPr/>
          <p:nvPr/>
        </p:nvGrpSpPr>
        <p:grpSpPr>
          <a:xfrm>
            <a:off x="5370023" y="4328146"/>
            <a:ext cx="5595257" cy="707886"/>
            <a:chOff x="5837382" y="3949033"/>
            <a:chExt cx="5595257" cy="707886"/>
          </a:xfrm>
        </p:grpSpPr>
        <p:sp>
          <p:nvSpPr>
            <p:cNvPr id="19" name="Rectangle 25">
              <a:extLst>
                <a:ext uri="{FF2B5EF4-FFF2-40B4-BE49-F238E27FC236}">
                  <a16:creationId xmlns:a16="http://schemas.microsoft.com/office/drawing/2014/main" id="{2305FC5F-A964-4582-AB19-10B5E21EFE8A}"/>
                </a:ext>
              </a:extLst>
            </p:cNvPr>
            <p:cNvSpPr/>
            <p:nvPr/>
          </p:nvSpPr>
          <p:spPr>
            <a:xfrm>
              <a:off x="5837383" y="4318365"/>
              <a:ext cx="5595256" cy="338554"/>
            </a:xfrm>
            <a:prstGeom prst="rect">
              <a:avLst/>
            </a:prstGeom>
          </p:spPr>
          <p:txBody>
            <a:bodyPr wrap="square">
              <a:spAutoFit/>
            </a:bodyPr>
            <a:lstStyle/>
            <a:p>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1. </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冲突域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2. </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交换表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3.</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交换机的自学习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4. </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虚拟局域网</a:t>
              </a:r>
              <a:endParaRPr lang="en-US" sz="16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20" name="TextBox 26">
              <a:extLst>
                <a:ext uri="{FF2B5EF4-FFF2-40B4-BE49-F238E27FC236}">
                  <a16:creationId xmlns:a16="http://schemas.microsoft.com/office/drawing/2014/main" id="{E8B6FAE6-C963-44C9-947F-E7FAC32205B3}"/>
                </a:ext>
              </a:extLst>
            </p:cNvPr>
            <p:cNvSpPr txBox="1"/>
            <p:nvPr/>
          </p:nvSpPr>
          <p:spPr>
            <a:xfrm>
              <a:off x="5837382" y="3949033"/>
              <a:ext cx="1723549" cy="400110"/>
            </a:xfrm>
            <a:prstGeom prst="rect">
              <a:avLst/>
            </a:prstGeom>
            <a:noFill/>
          </p:spPr>
          <p:txBody>
            <a:bodyPr wrap="none" rtlCol="0">
              <a:spAutoFit/>
            </a:bodyPr>
            <a:lstStyle/>
            <a:p>
              <a:r>
                <a:rPr lang="zh-CN" altLang="en-US" sz="2000" dirty="0">
                  <a:solidFill>
                    <a:schemeClr val="tx1">
                      <a:lumMod val="75000"/>
                      <a:lumOff val="25000"/>
                    </a:schemeClr>
                  </a:solidFill>
                  <a:latin typeface="微软雅黑" panose="020B0503020204020204" pitchFamily="34" charset="-122"/>
                  <a:ea typeface="微软雅黑" panose="020B0503020204020204" pitchFamily="34" charset="-122"/>
                </a:rPr>
                <a:t>四个重要概念</a:t>
              </a:r>
              <a:endParaRPr lang="en-US" sz="2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grpSp>
        <p:nvGrpSpPr>
          <p:cNvPr id="21" name="组合 20">
            <a:extLst>
              <a:ext uri="{FF2B5EF4-FFF2-40B4-BE49-F238E27FC236}">
                <a16:creationId xmlns:a16="http://schemas.microsoft.com/office/drawing/2014/main" id="{DE7C8906-2D97-4399-91FE-C5E0C09F16F0}"/>
              </a:ext>
            </a:extLst>
          </p:cNvPr>
          <p:cNvGrpSpPr/>
          <p:nvPr/>
        </p:nvGrpSpPr>
        <p:grpSpPr>
          <a:xfrm>
            <a:off x="5370023" y="5204880"/>
            <a:ext cx="5595257" cy="707886"/>
            <a:chOff x="5837382" y="3949033"/>
            <a:chExt cx="5595257" cy="707886"/>
          </a:xfrm>
        </p:grpSpPr>
        <p:sp>
          <p:nvSpPr>
            <p:cNvPr id="22" name="Rectangle 25">
              <a:extLst>
                <a:ext uri="{FF2B5EF4-FFF2-40B4-BE49-F238E27FC236}">
                  <a16:creationId xmlns:a16="http://schemas.microsoft.com/office/drawing/2014/main" id="{1589D85C-DD51-4369-82AB-CD3D63DBDB44}"/>
                </a:ext>
              </a:extLst>
            </p:cNvPr>
            <p:cNvSpPr/>
            <p:nvPr/>
          </p:nvSpPr>
          <p:spPr>
            <a:xfrm>
              <a:off x="5837383" y="4318365"/>
              <a:ext cx="5595256" cy="338554"/>
            </a:xfrm>
            <a:prstGeom prst="rect">
              <a:avLst/>
            </a:prstGeom>
          </p:spPr>
          <p:txBody>
            <a:bodyPr wrap="square">
              <a:spAutoFit/>
            </a:bodyPr>
            <a:lstStyle/>
            <a:p>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1. </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基本操作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2. </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冲突域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3.</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自学习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4. LAN   5.VLAN</a:t>
              </a:r>
              <a:endParaRPr lang="en-US" sz="16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23" name="TextBox 26">
              <a:extLst>
                <a:ext uri="{FF2B5EF4-FFF2-40B4-BE49-F238E27FC236}">
                  <a16:creationId xmlns:a16="http://schemas.microsoft.com/office/drawing/2014/main" id="{0EB7EB8B-01AC-4C3D-B828-DD56D1441FE1}"/>
                </a:ext>
              </a:extLst>
            </p:cNvPr>
            <p:cNvSpPr txBox="1"/>
            <p:nvPr/>
          </p:nvSpPr>
          <p:spPr>
            <a:xfrm>
              <a:off x="5837382" y="3949033"/>
              <a:ext cx="1758815" cy="400110"/>
            </a:xfrm>
            <a:prstGeom prst="rect">
              <a:avLst/>
            </a:prstGeom>
            <a:noFill/>
          </p:spPr>
          <p:txBody>
            <a:bodyPr wrap="none" rtlCol="0">
              <a:spAutoFit/>
            </a:bodyPr>
            <a:lstStyle/>
            <a:p>
              <a:r>
                <a:rPr lang="zh-CN" altLang="en-US" sz="2000" dirty="0">
                  <a:solidFill>
                    <a:schemeClr val="tx1">
                      <a:lumMod val="75000"/>
                      <a:lumOff val="25000"/>
                    </a:schemeClr>
                  </a:solidFill>
                  <a:latin typeface="微软雅黑" panose="020B0503020204020204" pitchFamily="34" charset="-122"/>
                  <a:ea typeface="微软雅黑" panose="020B0503020204020204" pitchFamily="34" charset="-122"/>
                </a:rPr>
                <a:t>五个模拟实验</a:t>
              </a:r>
              <a:endParaRPr lang="en-US" sz="2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11240878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圆角 7">
            <a:extLst>
              <a:ext uri="{FF2B5EF4-FFF2-40B4-BE49-F238E27FC236}">
                <a16:creationId xmlns:a16="http://schemas.microsoft.com/office/drawing/2014/main" id="{710E34EF-C015-40D3-8717-6B2098DA3A72}"/>
              </a:ext>
            </a:extLst>
          </p:cNvPr>
          <p:cNvSpPr/>
          <p:nvPr/>
        </p:nvSpPr>
        <p:spPr>
          <a:xfrm>
            <a:off x="5990385" y="2858059"/>
            <a:ext cx="1609725" cy="4953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链路层</a:t>
            </a:r>
          </a:p>
        </p:txBody>
      </p:sp>
      <p:sp>
        <p:nvSpPr>
          <p:cNvPr id="9" name="文本框 8">
            <a:extLst>
              <a:ext uri="{FF2B5EF4-FFF2-40B4-BE49-F238E27FC236}">
                <a16:creationId xmlns:a16="http://schemas.microsoft.com/office/drawing/2014/main" id="{5743D4D2-A00A-4F5B-92E3-3C00B15C3AE7}"/>
              </a:ext>
            </a:extLst>
          </p:cNvPr>
          <p:cNvSpPr txBox="1"/>
          <p:nvPr/>
        </p:nvSpPr>
        <p:spPr>
          <a:xfrm>
            <a:off x="7768747" y="2675537"/>
            <a:ext cx="877163" cy="369332"/>
          </a:xfrm>
          <a:prstGeom prst="rect">
            <a:avLst/>
          </a:prstGeom>
          <a:noFill/>
        </p:spPr>
        <p:txBody>
          <a:bodyPr wrap="none" lIns="91440" tIns="45720" rIns="91440" bIns="45720" rtlCol="0">
            <a:spAutoFit/>
          </a:bodyPr>
          <a:lstStyle/>
          <a:p>
            <a:pPr algn="ctr"/>
            <a:r>
              <a:rPr lang="zh-CN" altLang="en-US" dirty="0">
                <a:solidFill>
                  <a:schemeClr val="tx1"/>
                </a:solidFill>
                <a:latin typeface="微软雅黑 Light" panose="020B0502040204020203" pitchFamily="34" charset="-122"/>
                <a:ea typeface="微软雅黑 Light" panose="020B0502040204020203" pitchFamily="34" charset="-122"/>
              </a:rPr>
              <a:t>传输帧</a:t>
            </a:r>
          </a:p>
        </p:txBody>
      </p:sp>
      <p:cxnSp>
        <p:nvCxnSpPr>
          <p:cNvPr id="11" name="直接箭头连接符 10">
            <a:extLst>
              <a:ext uri="{FF2B5EF4-FFF2-40B4-BE49-F238E27FC236}">
                <a16:creationId xmlns:a16="http://schemas.microsoft.com/office/drawing/2014/main" id="{D810CD64-C2F8-45DD-8C69-550203556DAE}"/>
              </a:ext>
            </a:extLst>
          </p:cNvPr>
          <p:cNvCxnSpPr>
            <a:cxnSpLocks/>
            <a:stCxn id="8" idx="3"/>
          </p:cNvCxnSpPr>
          <p:nvPr/>
        </p:nvCxnSpPr>
        <p:spPr>
          <a:xfrm flipV="1">
            <a:off x="7600110" y="3086660"/>
            <a:ext cx="1519239" cy="19049"/>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29" name="文本框 28">
            <a:extLst>
              <a:ext uri="{FF2B5EF4-FFF2-40B4-BE49-F238E27FC236}">
                <a16:creationId xmlns:a16="http://schemas.microsoft.com/office/drawing/2014/main" id="{899D561A-B15F-4A0F-B04B-1DB3E6642BEB}"/>
              </a:ext>
            </a:extLst>
          </p:cNvPr>
          <p:cNvSpPr txBox="1"/>
          <p:nvPr/>
        </p:nvSpPr>
        <p:spPr>
          <a:xfrm>
            <a:off x="10566513" y="2551711"/>
            <a:ext cx="603050" cy="369332"/>
          </a:xfrm>
          <a:prstGeom prst="rect">
            <a:avLst/>
          </a:prstGeom>
          <a:noFill/>
        </p:spPr>
        <p:txBody>
          <a:bodyPr wrap="none" lIns="91440" tIns="45720" rIns="91440" bIns="45720" rtlCol="0">
            <a:spAutoFit/>
          </a:bodyPr>
          <a:lstStyle/>
          <a:p>
            <a:pPr algn="ctr"/>
            <a:r>
              <a:rPr lang="en-US" altLang="zh-CN" dirty="0">
                <a:solidFill>
                  <a:schemeClr val="tx1"/>
                </a:solidFill>
                <a:latin typeface="微软雅黑 Light" panose="020B0502040204020203" pitchFamily="34" charset="-122"/>
                <a:ea typeface="微软雅黑 Light" panose="020B0502040204020203" pitchFamily="34" charset="-122"/>
              </a:rPr>
              <a:t>PPP</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sp>
        <p:nvSpPr>
          <p:cNvPr id="31" name="文本框 30">
            <a:extLst>
              <a:ext uri="{FF2B5EF4-FFF2-40B4-BE49-F238E27FC236}">
                <a16:creationId xmlns:a16="http://schemas.microsoft.com/office/drawing/2014/main" id="{910DACB2-D94F-4037-B925-9C3FE7B2AF46}"/>
              </a:ext>
            </a:extLst>
          </p:cNvPr>
          <p:cNvSpPr txBox="1"/>
          <p:nvPr/>
        </p:nvSpPr>
        <p:spPr>
          <a:xfrm>
            <a:off x="10566513" y="3168693"/>
            <a:ext cx="646331" cy="369332"/>
          </a:xfrm>
          <a:prstGeom prst="rect">
            <a:avLst/>
          </a:prstGeom>
          <a:noFill/>
        </p:spPr>
        <p:txBody>
          <a:bodyPr wrap="none" lIns="91440" tIns="45720" rIns="91440" bIns="45720" rtlCol="0">
            <a:spAutoFit/>
          </a:bodyPr>
          <a:lstStyle/>
          <a:p>
            <a:pPr algn="ctr"/>
            <a:r>
              <a:rPr lang="zh-CN" altLang="en-US" dirty="0">
                <a:latin typeface="微软雅黑 Light" panose="020B0502040204020203" pitchFamily="34" charset="-122"/>
                <a:ea typeface="微软雅黑 Light" panose="020B0502040204020203" pitchFamily="34" charset="-122"/>
              </a:rPr>
              <a:t>广播</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cxnSp>
        <p:nvCxnSpPr>
          <p:cNvPr id="41" name="直接箭头连接符 40">
            <a:extLst>
              <a:ext uri="{FF2B5EF4-FFF2-40B4-BE49-F238E27FC236}">
                <a16:creationId xmlns:a16="http://schemas.microsoft.com/office/drawing/2014/main" id="{86707FBF-FFD2-4662-86B7-F76736653644}"/>
              </a:ext>
            </a:extLst>
          </p:cNvPr>
          <p:cNvCxnSpPr>
            <a:cxnSpLocks/>
            <a:stCxn id="8" idx="1"/>
            <a:endCxn id="56" idx="3"/>
          </p:cNvCxnSpPr>
          <p:nvPr/>
        </p:nvCxnSpPr>
        <p:spPr>
          <a:xfrm flipH="1">
            <a:off x="4766424" y="3105709"/>
            <a:ext cx="1223961" cy="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42" name="文本框 41">
            <a:extLst>
              <a:ext uri="{FF2B5EF4-FFF2-40B4-BE49-F238E27FC236}">
                <a16:creationId xmlns:a16="http://schemas.microsoft.com/office/drawing/2014/main" id="{8635BEDA-8BB9-4820-B010-0A5BDB39ACB6}"/>
              </a:ext>
            </a:extLst>
          </p:cNvPr>
          <p:cNvSpPr txBox="1"/>
          <p:nvPr/>
        </p:nvSpPr>
        <p:spPr>
          <a:xfrm>
            <a:off x="4939823" y="2675537"/>
            <a:ext cx="877163" cy="369332"/>
          </a:xfrm>
          <a:prstGeom prst="rect">
            <a:avLst/>
          </a:prstGeom>
          <a:noFill/>
        </p:spPr>
        <p:txBody>
          <a:bodyPr wrap="none" lIns="91440" tIns="45720" rIns="91440" bIns="45720" rtlCol="0">
            <a:spAutoFit/>
          </a:bodyPr>
          <a:lstStyle/>
          <a:p>
            <a:pPr algn="ctr"/>
            <a:r>
              <a:rPr lang="zh-CN" altLang="en-US" dirty="0">
                <a:solidFill>
                  <a:schemeClr val="tx1"/>
                </a:solidFill>
                <a:latin typeface="微软雅黑 Light" panose="020B0502040204020203" pitchFamily="34" charset="-122"/>
                <a:ea typeface="微软雅黑 Light" panose="020B0502040204020203" pitchFamily="34" charset="-122"/>
              </a:rPr>
              <a:t>传输帧</a:t>
            </a:r>
          </a:p>
        </p:txBody>
      </p:sp>
      <p:sp>
        <p:nvSpPr>
          <p:cNvPr id="56" name="文本框 55">
            <a:extLst>
              <a:ext uri="{FF2B5EF4-FFF2-40B4-BE49-F238E27FC236}">
                <a16:creationId xmlns:a16="http://schemas.microsoft.com/office/drawing/2014/main" id="{7A7F4AEA-6454-4E5F-9378-C849393457B2}"/>
              </a:ext>
            </a:extLst>
          </p:cNvPr>
          <p:cNvSpPr txBox="1"/>
          <p:nvPr/>
        </p:nvSpPr>
        <p:spPr>
          <a:xfrm>
            <a:off x="3658428" y="2921043"/>
            <a:ext cx="1107996" cy="369332"/>
          </a:xfrm>
          <a:prstGeom prst="rect">
            <a:avLst/>
          </a:prstGeom>
          <a:noFill/>
        </p:spPr>
        <p:txBody>
          <a:bodyPr wrap="none" lIns="91440" tIns="45720" rIns="91440" bIns="45720" rtlCol="0">
            <a:spAutoFit/>
          </a:bodyPr>
          <a:lstStyle/>
          <a:p>
            <a:pPr algn="ctr"/>
            <a:r>
              <a:rPr lang="zh-CN" altLang="en-US" b="1" dirty="0">
                <a:solidFill>
                  <a:schemeClr val="accent2"/>
                </a:solidFill>
                <a:latin typeface="微软雅黑 Light" panose="020B0502040204020203" pitchFamily="34" charset="-122"/>
                <a:ea typeface="微软雅黑 Light" panose="020B0502040204020203" pitchFamily="34" charset="-122"/>
              </a:rPr>
              <a:t>透明传输</a:t>
            </a:r>
          </a:p>
        </p:txBody>
      </p:sp>
      <p:sp>
        <p:nvSpPr>
          <p:cNvPr id="63" name="文本框 62">
            <a:extLst>
              <a:ext uri="{FF2B5EF4-FFF2-40B4-BE49-F238E27FC236}">
                <a16:creationId xmlns:a16="http://schemas.microsoft.com/office/drawing/2014/main" id="{B42DB7B2-CE4E-41F6-9BDA-A4F0786BB260}"/>
              </a:ext>
            </a:extLst>
          </p:cNvPr>
          <p:cNvSpPr txBox="1"/>
          <p:nvPr/>
        </p:nvSpPr>
        <p:spPr>
          <a:xfrm>
            <a:off x="9098604" y="2901994"/>
            <a:ext cx="646331" cy="369332"/>
          </a:xfrm>
          <a:prstGeom prst="rect">
            <a:avLst/>
          </a:prstGeom>
          <a:noFill/>
        </p:spPr>
        <p:txBody>
          <a:bodyPr wrap="none" lIns="91440" tIns="45720" rIns="91440" bIns="45720" rtlCol="0">
            <a:spAutoFit/>
          </a:bodyPr>
          <a:lstStyle/>
          <a:p>
            <a:pPr algn="ctr"/>
            <a:r>
              <a:rPr lang="zh-CN" altLang="en-US" dirty="0">
                <a:latin typeface="微软雅黑 Light" panose="020B0502040204020203" pitchFamily="34" charset="-122"/>
                <a:ea typeface="微软雅黑 Light" panose="020B0502040204020203" pitchFamily="34" charset="-122"/>
              </a:rPr>
              <a:t>信道</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sp>
        <p:nvSpPr>
          <p:cNvPr id="70" name="文本框 69">
            <a:extLst>
              <a:ext uri="{FF2B5EF4-FFF2-40B4-BE49-F238E27FC236}">
                <a16:creationId xmlns:a16="http://schemas.microsoft.com/office/drawing/2014/main" id="{8C40870E-2055-418C-A5E5-F4725AFC84CB}"/>
              </a:ext>
            </a:extLst>
          </p:cNvPr>
          <p:cNvSpPr txBox="1"/>
          <p:nvPr/>
        </p:nvSpPr>
        <p:spPr>
          <a:xfrm>
            <a:off x="7884162" y="1697917"/>
            <a:ext cx="646331" cy="369332"/>
          </a:xfrm>
          <a:prstGeom prst="rect">
            <a:avLst/>
          </a:prstGeom>
          <a:noFill/>
        </p:spPr>
        <p:txBody>
          <a:bodyPr wrap="none" lIns="91440" tIns="45720" rIns="91440" bIns="45720" rtlCol="0">
            <a:spAutoFit/>
          </a:bodyPr>
          <a:lstStyle/>
          <a:p>
            <a:pPr algn="ctr"/>
            <a:r>
              <a:rPr lang="zh-CN" altLang="en-US" b="1" dirty="0">
                <a:solidFill>
                  <a:schemeClr val="accent2"/>
                </a:solidFill>
                <a:latin typeface="微软雅黑 Light" panose="020B0502040204020203" pitchFamily="34" charset="-122"/>
                <a:ea typeface="微软雅黑 Light" panose="020B0502040204020203" pitchFamily="34" charset="-122"/>
              </a:rPr>
              <a:t>封帧</a:t>
            </a:r>
          </a:p>
        </p:txBody>
      </p:sp>
      <p:sp>
        <p:nvSpPr>
          <p:cNvPr id="71" name="文本框 70">
            <a:extLst>
              <a:ext uri="{FF2B5EF4-FFF2-40B4-BE49-F238E27FC236}">
                <a16:creationId xmlns:a16="http://schemas.microsoft.com/office/drawing/2014/main" id="{EB063F78-24BA-419A-84C3-AFBD39431258}"/>
              </a:ext>
            </a:extLst>
          </p:cNvPr>
          <p:cNvSpPr txBox="1"/>
          <p:nvPr/>
        </p:nvSpPr>
        <p:spPr>
          <a:xfrm>
            <a:off x="7422501" y="904963"/>
            <a:ext cx="1569660" cy="369332"/>
          </a:xfrm>
          <a:prstGeom prst="rect">
            <a:avLst/>
          </a:prstGeom>
          <a:noFill/>
        </p:spPr>
        <p:txBody>
          <a:bodyPr wrap="none" lIns="91440" tIns="45720" rIns="91440" bIns="45720" rtlCol="0">
            <a:spAutoFit/>
          </a:bodyPr>
          <a:lstStyle/>
          <a:p>
            <a:pPr algn="ctr"/>
            <a:r>
              <a:rPr lang="zh-CN" altLang="en-US" dirty="0">
                <a:solidFill>
                  <a:schemeClr val="tx1"/>
                </a:solidFill>
                <a:latin typeface="微软雅黑 Light" panose="020B0502040204020203" pitchFamily="34" charset="-122"/>
                <a:ea typeface="微软雅黑 Light" panose="020B0502040204020203" pitchFamily="34" charset="-122"/>
              </a:rPr>
              <a:t>加首部加尾部</a:t>
            </a:r>
          </a:p>
        </p:txBody>
      </p:sp>
      <p:sp>
        <p:nvSpPr>
          <p:cNvPr id="76" name="文本框 75">
            <a:extLst>
              <a:ext uri="{FF2B5EF4-FFF2-40B4-BE49-F238E27FC236}">
                <a16:creationId xmlns:a16="http://schemas.microsoft.com/office/drawing/2014/main" id="{6E9DBBFE-0D80-4A6B-AA17-FB1178064558}"/>
              </a:ext>
            </a:extLst>
          </p:cNvPr>
          <p:cNvSpPr txBox="1"/>
          <p:nvPr/>
        </p:nvSpPr>
        <p:spPr>
          <a:xfrm>
            <a:off x="5431776" y="904963"/>
            <a:ext cx="1569660" cy="369332"/>
          </a:xfrm>
          <a:prstGeom prst="rect">
            <a:avLst/>
          </a:prstGeom>
          <a:noFill/>
        </p:spPr>
        <p:txBody>
          <a:bodyPr wrap="none" lIns="91440" tIns="45720" rIns="91440" bIns="45720" rtlCol="0">
            <a:spAutoFit/>
          </a:bodyPr>
          <a:lstStyle/>
          <a:p>
            <a:pPr algn="ctr"/>
            <a:r>
              <a:rPr lang="zh-CN" altLang="en-US" dirty="0">
                <a:solidFill>
                  <a:schemeClr val="tx1"/>
                </a:solidFill>
                <a:latin typeface="微软雅黑 Light" panose="020B0502040204020203" pitchFamily="34" charset="-122"/>
                <a:ea typeface="微软雅黑 Light" panose="020B0502040204020203" pitchFamily="34" charset="-122"/>
              </a:rPr>
              <a:t>加首部加尾部</a:t>
            </a:r>
          </a:p>
        </p:txBody>
      </p:sp>
      <p:cxnSp>
        <p:nvCxnSpPr>
          <p:cNvPr id="78" name="直接箭头连接符 77">
            <a:extLst>
              <a:ext uri="{FF2B5EF4-FFF2-40B4-BE49-F238E27FC236}">
                <a16:creationId xmlns:a16="http://schemas.microsoft.com/office/drawing/2014/main" id="{4F0F7ECF-0A32-4D8B-8303-01B997E5EB6B}"/>
              </a:ext>
            </a:extLst>
          </p:cNvPr>
          <p:cNvCxnSpPr>
            <a:stCxn id="76" idx="3"/>
            <a:endCxn id="71" idx="1"/>
          </p:cNvCxnSpPr>
          <p:nvPr/>
        </p:nvCxnSpPr>
        <p:spPr>
          <a:xfrm>
            <a:off x="7001436" y="1089629"/>
            <a:ext cx="421065" cy="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80" name="直接箭头连接符 79">
            <a:extLst>
              <a:ext uri="{FF2B5EF4-FFF2-40B4-BE49-F238E27FC236}">
                <a16:creationId xmlns:a16="http://schemas.microsoft.com/office/drawing/2014/main" id="{EAA5406D-7FC6-40F0-90E9-B55FC65F5F1F}"/>
              </a:ext>
            </a:extLst>
          </p:cNvPr>
          <p:cNvCxnSpPr>
            <a:stCxn id="71" idx="2"/>
            <a:endCxn id="70" idx="0"/>
          </p:cNvCxnSpPr>
          <p:nvPr/>
        </p:nvCxnSpPr>
        <p:spPr>
          <a:xfrm flipH="1">
            <a:off x="8207328" y="1274295"/>
            <a:ext cx="3" cy="423622"/>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82" name="直接箭头连接符 81">
            <a:extLst>
              <a:ext uri="{FF2B5EF4-FFF2-40B4-BE49-F238E27FC236}">
                <a16:creationId xmlns:a16="http://schemas.microsoft.com/office/drawing/2014/main" id="{59453A6E-AF4E-4C31-80C3-087C1D06FC1B}"/>
              </a:ext>
            </a:extLst>
          </p:cNvPr>
          <p:cNvCxnSpPr>
            <a:stCxn id="70" idx="2"/>
            <a:endCxn id="9" idx="0"/>
          </p:cNvCxnSpPr>
          <p:nvPr/>
        </p:nvCxnSpPr>
        <p:spPr>
          <a:xfrm>
            <a:off x="8207328" y="2067249"/>
            <a:ext cx="1" cy="608288"/>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84" name="文本框 83">
            <a:extLst>
              <a:ext uri="{FF2B5EF4-FFF2-40B4-BE49-F238E27FC236}">
                <a16:creationId xmlns:a16="http://schemas.microsoft.com/office/drawing/2014/main" id="{D4F1ADF5-99F9-4A7E-BF84-A66549D165F3}"/>
              </a:ext>
            </a:extLst>
          </p:cNvPr>
          <p:cNvSpPr txBox="1"/>
          <p:nvPr/>
        </p:nvSpPr>
        <p:spPr>
          <a:xfrm>
            <a:off x="4044691" y="904963"/>
            <a:ext cx="894797" cy="369332"/>
          </a:xfrm>
          <a:prstGeom prst="rect">
            <a:avLst/>
          </a:prstGeom>
          <a:noFill/>
        </p:spPr>
        <p:txBody>
          <a:bodyPr wrap="none" lIns="91440" tIns="45720" rIns="91440" bIns="45720" rtlCol="0">
            <a:spAutoFit/>
          </a:bodyPr>
          <a:lstStyle/>
          <a:p>
            <a:pPr algn="ctr"/>
            <a:r>
              <a:rPr lang="en-US" altLang="zh-CN" dirty="0">
                <a:latin typeface="微软雅黑 Light" panose="020B0502040204020203" pitchFamily="34" charset="-122"/>
                <a:ea typeface="微软雅黑 Light" panose="020B0502040204020203" pitchFamily="34" charset="-122"/>
              </a:rPr>
              <a:t>packet</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cxnSp>
        <p:nvCxnSpPr>
          <p:cNvPr id="86" name="直接箭头连接符 85">
            <a:extLst>
              <a:ext uri="{FF2B5EF4-FFF2-40B4-BE49-F238E27FC236}">
                <a16:creationId xmlns:a16="http://schemas.microsoft.com/office/drawing/2014/main" id="{62A783F9-668A-457E-9C0A-DCE76F67B96F}"/>
              </a:ext>
            </a:extLst>
          </p:cNvPr>
          <p:cNvCxnSpPr>
            <a:stCxn id="84" idx="3"/>
            <a:endCxn id="76" idx="1"/>
          </p:cNvCxnSpPr>
          <p:nvPr/>
        </p:nvCxnSpPr>
        <p:spPr>
          <a:xfrm>
            <a:off x="4939488" y="1089629"/>
            <a:ext cx="492288" cy="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91" name="文本框 90">
            <a:extLst>
              <a:ext uri="{FF2B5EF4-FFF2-40B4-BE49-F238E27FC236}">
                <a16:creationId xmlns:a16="http://schemas.microsoft.com/office/drawing/2014/main" id="{CCE8495B-2716-4A4E-A87A-F15341308419}"/>
              </a:ext>
            </a:extLst>
          </p:cNvPr>
          <p:cNvSpPr txBox="1"/>
          <p:nvPr/>
        </p:nvSpPr>
        <p:spPr>
          <a:xfrm>
            <a:off x="2606263" y="904963"/>
            <a:ext cx="894797" cy="369332"/>
          </a:xfrm>
          <a:prstGeom prst="rect">
            <a:avLst/>
          </a:prstGeom>
          <a:noFill/>
        </p:spPr>
        <p:txBody>
          <a:bodyPr wrap="none" lIns="91440" tIns="45720" rIns="91440" bIns="45720" rtlCol="0">
            <a:spAutoFit/>
          </a:bodyPr>
          <a:lstStyle/>
          <a:p>
            <a:pPr algn="ctr"/>
            <a:r>
              <a:rPr lang="zh-CN" altLang="en-US" dirty="0">
                <a:latin typeface="微软雅黑 Light" panose="020B0502040204020203" pitchFamily="34" charset="-122"/>
                <a:ea typeface="微软雅黑 Light" panose="020B0502040204020203" pitchFamily="34" charset="-122"/>
              </a:rPr>
              <a:t>网络层</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cxnSp>
        <p:nvCxnSpPr>
          <p:cNvPr id="93" name="直接箭头连接符 92">
            <a:extLst>
              <a:ext uri="{FF2B5EF4-FFF2-40B4-BE49-F238E27FC236}">
                <a16:creationId xmlns:a16="http://schemas.microsoft.com/office/drawing/2014/main" id="{C77CD49E-3B99-4D0E-8FA7-A83E6CB12DEC}"/>
              </a:ext>
            </a:extLst>
          </p:cNvPr>
          <p:cNvCxnSpPr>
            <a:stCxn id="91" idx="3"/>
            <a:endCxn id="84" idx="1"/>
          </p:cNvCxnSpPr>
          <p:nvPr/>
        </p:nvCxnSpPr>
        <p:spPr>
          <a:xfrm>
            <a:off x="3501060" y="1089629"/>
            <a:ext cx="543631" cy="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95" name="文本框 94">
            <a:extLst>
              <a:ext uri="{FF2B5EF4-FFF2-40B4-BE49-F238E27FC236}">
                <a16:creationId xmlns:a16="http://schemas.microsoft.com/office/drawing/2014/main" id="{22AB9BF5-30D4-4FDA-9150-DF3080D28596}"/>
              </a:ext>
            </a:extLst>
          </p:cNvPr>
          <p:cNvSpPr txBox="1"/>
          <p:nvPr/>
        </p:nvSpPr>
        <p:spPr>
          <a:xfrm>
            <a:off x="1061238" y="904963"/>
            <a:ext cx="1107996" cy="369332"/>
          </a:xfrm>
          <a:prstGeom prst="rect">
            <a:avLst/>
          </a:prstGeom>
          <a:noFill/>
        </p:spPr>
        <p:txBody>
          <a:bodyPr wrap="none" lIns="91440" tIns="45720" rIns="91440" bIns="45720" rtlCol="0">
            <a:spAutoFit/>
          </a:bodyPr>
          <a:lstStyle/>
          <a:p>
            <a:pPr algn="ctr"/>
            <a:r>
              <a:rPr lang="zh-CN" altLang="en-US" dirty="0">
                <a:solidFill>
                  <a:schemeClr val="tx1"/>
                </a:solidFill>
                <a:latin typeface="微软雅黑 Light" panose="020B0502040204020203" pitchFamily="34" charset="-122"/>
                <a:ea typeface="微软雅黑 Light" panose="020B0502040204020203" pitchFamily="34" charset="-122"/>
              </a:rPr>
              <a:t>更上一层</a:t>
            </a:r>
          </a:p>
        </p:txBody>
      </p:sp>
      <p:cxnSp>
        <p:nvCxnSpPr>
          <p:cNvPr id="97" name="直接箭头连接符 96">
            <a:extLst>
              <a:ext uri="{FF2B5EF4-FFF2-40B4-BE49-F238E27FC236}">
                <a16:creationId xmlns:a16="http://schemas.microsoft.com/office/drawing/2014/main" id="{ACEEDAB5-32C0-4261-B533-3F372B60FDE9}"/>
              </a:ext>
            </a:extLst>
          </p:cNvPr>
          <p:cNvCxnSpPr>
            <a:stCxn id="95" idx="3"/>
            <a:endCxn id="91" idx="1"/>
          </p:cNvCxnSpPr>
          <p:nvPr/>
        </p:nvCxnSpPr>
        <p:spPr>
          <a:xfrm>
            <a:off x="2169234" y="1089629"/>
            <a:ext cx="437029" cy="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107" name="文本框 106">
            <a:extLst>
              <a:ext uri="{FF2B5EF4-FFF2-40B4-BE49-F238E27FC236}">
                <a16:creationId xmlns:a16="http://schemas.microsoft.com/office/drawing/2014/main" id="{70C0EF68-F12F-4BE9-8568-2F6D1FC620BF}"/>
              </a:ext>
            </a:extLst>
          </p:cNvPr>
          <p:cNvSpPr txBox="1"/>
          <p:nvPr/>
        </p:nvSpPr>
        <p:spPr>
          <a:xfrm>
            <a:off x="4497286" y="4673634"/>
            <a:ext cx="1106393" cy="369332"/>
          </a:xfrm>
          <a:prstGeom prst="rect">
            <a:avLst/>
          </a:prstGeom>
          <a:noFill/>
        </p:spPr>
        <p:txBody>
          <a:bodyPr wrap="none" lIns="91440" tIns="45720" rIns="91440" bIns="45720" rtlCol="0">
            <a:spAutoFit/>
          </a:bodyPr>
          <a:lstStyle/>
          <a:p>
            <a:pPr algn="ctr"/>
            <a:r>
              <a:rPr lang="zh-CN" altLang="en-US" dirty="0">
                <a:latin typeface="微软雅黑 Light" panose="020B0502040204020203" pitchFamily="34" charset="-122"/>
                <a:ea typeface="微软雅黑 Light" panose="020B0502040204020203" pitchFamily="34" charset="-122"/>
              </a:rPr>
              <a:t>差错控制</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sp>
        <p:nvSpPr>
          <p:cNvPr id="108" name="文本框 107">
            <a:extLst>
              <a:ext uri="{FF2B5EF4-FFF2-40B4-BE49-F238E27FC236}">
                <a16:creationId xmlns:a16="http://schemas.microsoft.com/office/drawing/2014/main" id="{9C95667F-FEBE-41BD-B481-35EA77C518D7}"/>
              </a:ext>
            </a:extLst>
          </p:cNvPr>
          <p:cNvSpPr txBox="1"/>
          <p:nvPr/>
        </p:nvSpPr>
        <p:spPr>
          <a:xfrm>
            <a:off x="7977296" y="4671494"/>
            <a:ext cx="1106393" cy="369332"/>
          </a:xfrm>
          <a:prstGeom prst="rect">
            <a:avLst/>
          </a:prstGeom>
          <a:noFill/>
        </p:spPr>
        <p:txBody>
          <a:bodyPr wrap="none" lIns="91440" tIns="45720" rIns="91440" bIns="45720" rtlCol="0">
            <a:spAutoFit/>
          </a:bodyPr>
          <a:lstStyle/>
          <a:p>
            <a:pPr algn="ctr"/>
            <a:r>
              <a:rPr lang="zh-CN" altLang="en-US" b="1" dirty="0">
                <a:solidFill>
                  <a:schemeClr val="accent2"/>
                </a:solidFill>
                <a:latin typeface="微软雅黑 Light" panose="020B0502040204020203" pitchFamily="34" charset="-122"/>
                <a:ea typeface="微软雅黑 Light" panose="020B0502040204020203" pitchFamily="34" charset="-122"/>
              </a:rPr>
              <a:t>差错控制</a:t>
            </a:r>
          </a:p>
        </p:txBody>
      </p:sp>
      <p:cxnSp>
        <p:nvCxnSpPr>
          <p:cNvPr id="110" name="连接符: 肘形 109">
            <a:extLst>
              <a:ext uri="{FF2B5EF4-FFF2-40B4-BE49-F238E27FC236}">
                <a16:creationId xmlns:a16="http://schemas.microsoft.com/office/drawing/2014/main" id="{D3BE32CD-3C0C-4CB4-BFCD-1D4633C65074}"/>
              </a:ext>
            </a:extLst>
          </p:cNvPr>
          <p:cNvCxnSpPr>
            <a:stCxn id="56" idx="2"/>
            <a:endCxn id="107" idx="1"/>
          </p:cNvCxnSpPr>
          <p:nvPr/>
        </p:nvCxnSpPr>
        <p:spPr>
          <a:xfrm rot="16200000" flipH="1">
            <a:off x="3570894" y="3931907"/>
            <a:ext cx="1567925" cy="284860"/>
          </a:xfrm>
          <a:prstGeom prst="bentConnector2">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12" name="连接符: 肘形 111">
            <a:extLst>
              <a:ext uri="{FF2B5EF4-FFF2-40B4-BE49-F238E27FC236}">
                <a16:creationId xmlns:a16="http://schemas.microsoft.com/office/drawing/2014/main" id="{C786C620-C276-4C0F-814E-30E1295E1F5A}"/>
              </a:ext>
            </a:extLst>
          </p:cNvPr>
          <p:cNvCxnSpPr>
            <a:cxnSpLocks/>
            <a:stCxn id="63" idx="2"/>
            <a:endCxn id="108" idx="3"/>
          </p:cNvCxnSpPr>
          <p:nvPr/>
        </p:nvCxnSpPr>
        <p:spPr>
          <a:xfrm rot="5400000">
            <a:off x="8460313" y="3894703"/>
            <a:ext cx="1584834" cy="338081"/>
          </a:xfrm>
          <a:prstGeom prst="bentConnector2">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120" name="矩形: 圆角 119">
            <a:extLst>
              <a:ext uri="{FF2B5EF4-FFF2-40B4-BE49-F238E27FC236}">
                <a16:creationId xmlns:a16="http://schemas.microsoft.com/office/drawing/2014/main" id="{3119F195-5BE0-4BA8-AA60-DC508BB03A95}"/>
              </a:ext>
            </a:extLst>
          </p:cNvPr>
          <p:cNvSpPr/>
          <p:nvPr/>
        </p:nvSpPr>
        <p:spPr>
          <a:xfrm>
            <a:off x="5985625" y="4608509"/>
            <a:ext cx="1609725" cy="4953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对端链路层</a:t>
            </a:r>
          </a:p>
        </p:txBody>
      </p:sp>
      <p:cxnSp>
        <p:nvCxnSpPr>
          <p:cNvPr id="124" name="直接箭头连接符 123">
            <a:extLst>
              <a:ext uri="{FF2B5EF4-FFF2-40B4-BE49-F238E27FC236}">
                <a16:creationId xmlns:a16="http://schemas.microsoft.com/office/drawing/2014/main" id="{917F11EF-6721-4172-A24E-68B9C3F9F07E}"/>
              </a:ext>
            </a:extLst>
          </p:cNvPr>
          <p:cNvCxnSpPr>
            <a:stCxn id="108" idx="1"/>
            <a:endCxn id="120" idx="3"/>
          </p:cNvCxnSpPr>
          <p:nvPr/>
        </p:nvCxnSpPr>
        <p:spPr>
          <a:xfrm flipH="1" flipV="1">
            <a:off x="7595350" y="4856159"/>
            <a:ext cx="381946"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26" name="直接箭头连接符 125">
            <a:extLst>
              <a:ext uri="{FF2B5EF4-FFF2-40B4-BE49-F238E27FC236}">
                <a16:creationId xmlns:a16="http://schemas.microsoft.com/office/drawing/2014/main" id="{AECD2DA6-FB36-4DF7-8A57-3AFD357010FD}"/>
              </a:ext>
            </a:extLst>
          </p:cNvPr>
          <p:cNvCxnSpPr>
            <a:stCxn id="107" idx="3"/>
            <a:endCxn id="120" idx="1"/>
          </p:cNvCxnSpPr>
          <p:nvPr/>
        </p:nvCxnSpPr>
        <p:spPr>
          <a:xfrm flipV="1">
            <a:off x="5603679" y="4856159"/>
            <a:ext cx="381946" cy="214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31" name="连接符: 肘形 130">
            <a:extLst>
              <a:ext uri="{FF2B5EF4-FFF2-40B4-BE49-F238E27FC236}">
                <a16:creationId xmlns:a16="http://schemas.microsoft.com/office/drawing/2014/main" id="{AD9AB375-2EEB-4D35-8959-0D47080713E0}"/>
              </a:ext>
            </a:extLst>
          </p:cNvPr>
          <p:cNvCxnSpPr>
            <a:stCxn id="63" idx="3"/>
            <a:endCxn id="29" idx="1"/>
          </p:cNvCxnSpPr>
          <p:nvPr/>
        </p:nvCxnSpPr>
        <p:spPr>
          <a:xfrm flipV="1">
            <a:off x="9744935" y="2736377"/>
            <a:ext cx="821578" cy="350283"/>
          </a:xfrm>
          <a:prstGeom prst="bentConnector3">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33" name="连接符: 肘形 132">
            <a:extLst>
              <a:ext uri="{FF2B5EF4-FFF2-40B4-BE49-F238E27FC236}">
                <a16:creationId xmlns:a16="http://schemas.microsoft.com/office/drawing/2014/main" id="{199E4089-C1C9-4489-91E9-C4F149387012}"/>
              </a:ext>
            </a:extLst>
          </p:cNvPr>
          <p:cNvCxnSpPr>
            <a:stCxn id="63" idx="3"/>
            <a:endCxn id="31" idx="1"/>
          </p:cNvCxnSpPr>
          <p:nvPr/>
        </p:nvCxnSpPr>
        <p:spPr>
          <a:xfrm>
            <a:off x="9744935" y="3086660"/>
            <a:ext cx="821578" cy="266699"/>
          </a:xfrm>
          <a:prstGeom prst="bentConnector3">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34" name="文本框 33">
            <a:extLst>
              <a:ext uri="{FF2B5EF4-FFF2-40B4-BE49-F238E27FC236}">
                <a16:creationId xmlns:a16="http://schemas.microsoft.com/office/drawing/2014/main" id="{C943415C-4B8D-4B49-BBD6-A89AEBA8CFD1}"/>
              </a:ext>
            </a:extLst>
          </p:cNvPr>
          <p:cNvSpPr txBox="1"/>
          <p:nvPr/>
        </p:nvSpPr>
        <p:spPr>
          <a:xfrm>
            <a:off x="4727317" y="5668716"/>
            <a:ext cx="646332" cy="369332"/>
          </a:xfrm>
          <a:prstGeom prst="rect">
            <a:avLst/>
          </a:prstGeom>
          <a:noFill/>
        </p:spPr>
        <p:txBody>
          <a:bodyPr wrap="none" lIns="91440" tIns="45720" rIns="91440" bIns="45720" rtlCol="0">
            <a:spAutoFit/>
          </a:bodyPr>
          <a:lstStyle/>
          <a:p>
            <a:pPr algn="ctr"/>
            <a:r>
              <a:rPr lang="zh-CN" altLang="en-US" dirty="0">
                <a:latin typeface="微软雅黑 Light" panose="020B0502040204020203" pitchFamily="34" charset="-122"/>
                <a:ea typeface="微软雅黑 Light" panose="020B0502040204020203" pitchFamily="34" charset="-122"/>
              </a:rPr>
              <a:t>比特</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sp>
        <p:nvSpPr>
          <p:cNvPr id="35" name="文本框 34">
            <a:extLst>
              <a:ext uri="{FF2B5EF4-FFF2-40B4-BE49-F238E27FC236}">
                <a16:creationId xmlns:a16="http://schemas.microsoft.com/office/drawing/2014/main" id="{C0F65F1C-B988-4FFD-B952-749B2E229885}"/>
              </a:ext>
            </a:extLst>
          </p:cNvPr>
          <p:cNvSpPr txBox="1"/>
          <p:nvPr/>
        </p:nvSpPr>
        <p:spPr>
          <a:xfrm>
            <a:off x="8207326" y="5716561"/>
            <a:ext cx="646332" cy="369332"/>
          </a:xfrm>
          <a:prstGeom prst="rect">
            <a:avLst/>
          </a:prstGeom>
          <a:noFill/>
        </p:spPr>
        <p:txBody>
          <a:bodyPr wrap="none" lIns="91440" tIns="45720" rIns="91440" bIns="45720" rtlCol="0">
            <a:spAutoFit/>
          </a:bodyPr>
          <a:lstStyle/>
          <a:p>
            <a:pPr algn="ctr"/>
            <a:r>
              <a:rPr lang="zh-CN" altLang="en-US" dirty="0">
                <a:latin typeface="微软雅黑 Light" panose="020B0502040204020203" pitchFamily="34" charset="-122"/>
                <a:ea typeface="微软雅黑 Light" panose="020B0502040204020203" pitchFamily="34" charset="-122"/>
              </a:rPr>
              <a:t>比特</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cxnSp>
        <p:nvCxnSpPr>
          <p:cNvPr id="5" name="直接箭头连接符 4">
            <a:extLst>
              <a:ext uri="{FF2B5EF4-FFF2-40B4-BE49-F238E27FC236}">
                <a16:creationId xmlns:a16="http://schemas.microsoft.com/office/drawing/2014/main" id="{BCD3900B-1DFE-4D21-AE27-F46876A73957}"/>
              </a:ext>
            </a:extLst>
          </p:cNvPr>
          <p:cNvCxnSpPr>
            <a:stCxn id="108" idx="2"/>
            <a:endCxn id="35" idx="0"/>
          </p:cNvCxnSpPr>
          <p:nvPr/>
        </p:nvCxnSpPr>
        <p:spPr>
          <a:xfrm flipH="1">
            <a:off x="8530492" y="5040826"/>
            <a:ext cx="1" cy="675735"/>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0" name="直接箭头连接符 9">
            <a:extLst>
              <a:ext uri="{FF2B5EF4-FFF2-40B4-BE49-F238E27FC236}">
                <a16:creationId xmlns:a16="http://schemas.microsoft.com/office/drawing/2014/main" id="{D3A18B26-AA06-45D4-B7C2-5DCE5BB22DBE}"/>
              </a:ext>
            </a:extLst>
          </p:cNvPr>
          <p:cNvCxnSpPr>
            <a:cxnSpLocks/>
            <a:stCxn id="107" idx="2"/>
            <a:endCxn id="34" idx="0"/>
          </p:cNvCxnSpPr>
          <p:nvPr/>
        </p:nvCxnSpPr>
        <p:spPr>
          <a:xfrm>
            <a:off x="5050483" y="5042966"/>
            <a:ext cx="0" cy="62575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614337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标题 33">
            <a:extLst>
              <a:ext uri="{FF2B5EF4-FFF2-40B4-BE49-F238E27FC236}">
                <a16:creationId xmlns:a16="http://schemas.microsoft.com/office/drawing/2014/main" id="{42B7DB7A-E259-42A7-A6E8-CBC162973D16}"/>
              </a:ext>
            </a:extLst>
          </p:cNvPr>
          <p:cNvSpPr>
            <a:spLocks noGrp="1"/>
          </p:cNvSpPr>
          <p:nvPr>
            <p:ph type="title"/>
          </p:nvPr>
        </p:nvSpPr>
        <p:spPr/>
        <p:txBody>
          <a:bodyPr/>
          <a:lstStyle/>
          <a:p>
            <a:r>
              <a:rPr lang="zh-CN" altLang="en-US" dirty="0"/>
              <a:t>数据的封帧</a:t>
            </a:r>
          </a:p>
        </p:txBody>
      </p:sp>
      <p:sp>
        <p:nvSpPr>
          <p:cNvPr id="35" name="文本占位符 34">
            <a:extLst>
              <a:ext uri="{FF2B5EF4-FFF2-40B4-BE49-F238E27FC236}">
                <a16:creationId xmlns:a16="http://schemas.microsoft.com/office/drawing/2014/main" id="{47674456-E36D-47AE-9B0D-F1F830F6BAF7}"/>
              </a:ext>
            </a:extLst>
          </p:cNvPr>
          <p:cNvSpPr>
            <a:spLocks noGrp="1"/>
          </p:cNvSpPr>
          <p:nvPr>
            <p:ph type="body" sz="quarter" idx="11"/>
          </p:nvPr>
        </p:nvSpPr>
        <p:spPr/>
        <p:txBody>
          <a:bodyPr/>
          <a:lstStyle/>
          <a:p>
            <a:r>
              <a:rPr lang="en-US" altLang="zh-CN" dirty="0"/>
              <a:t>Package</a:t>
            </a:r>
            <a:endParaRPr lang="zh-CN" altLang="en-US" dirty="0"/>
          </a:p>
        </p:txBody>
      </p:sp>
      <p:sp>
        <p:nvSpPr>
          <p:cNvPr id="58" name="文本占位符 57">
            <a:extLst>
              <a:ext uri="{FF2B5EF4-FFF2-40B4-BE49-F238E27FC236}">
                <a16:creationId xmlns:a16="http://schemas.microsoft.com/office/drawing/2014/main" id="{88DC3D05-BA9D-4AF8-8607-9AAA2E4368E3}"/>
              </a:ext>
            </a:extLst>
          </p:cNvPr>
          <p:cNvSpPr>
            <a:spLocks noGrp="1"/>
          </p:cNvSpPr>
          <p:nvPr>
            <p:ph type="body" sz="quarter" idx="12"/>
          </p:nvPr>
        </p:nvSpPr>
        <p:spPr/>
        <p:txBody>
          <a:bodyPr/>
          <a:lstStyle/>
          <a:p>
            <a:endParaRPr lang="zh-CN" altLang="en-US" dirty="0"/>
          </a:p>
        </p:txBody>
      </p:sp>
      <p:grpSp>
        <p:nvGrpSpPr>
          <p:cNvPr id="37" name="组合 36">
            <a:extLst>
              <a:ext uri="{FF2B5EF4-FFF2-40B4-BE49-F238E27FC236}">
                <a16:creationId xmlns:a16="http://schemas.microsoft.com/office/drawing/2014/main" id="{1F57017F-7020-414A-9834-D97DE98FEF5E}"/>
              </a:ext>
            </a:extLst>
          </p:cNvPr>
          <p:cNvGrpSpPr/>
          <p:nvPr/>
        </p:nvGrpSpPr>
        <p:grpSpPr>
          <a:xfrm>
            <a:off x="2908454" y="3284388"/>
            <a:ext cx="1440000" cy="2401807"/>
            <a:chOff x="1134908" y="3137945"/>
            <a:chExt cx="1800000" cy="2401807"/>
          </a:xfrm>
          <a:solidFill>
            <a:schemeClr val="accent2"/>
          </a:solidFill>
        </p:grpSpPr>
        <p:sp>
          <p:nvSpPr>
            <p:cNvPr id="38" name="立方体 37">
              <a:extLst>
                <a:ext uri="{FF2B5EF4-FFF2-40B4-BE49-F238E27FC236}">
                  <a16:creationId xmlns:a16="http://schemas.microsoft.com/office/drawing/2014/main" id="{B879205A-1C16-45D8-8765-097E631F0E79}"/>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sz="1200" dirty="0">
                  <a:solidFill>
                    <a:schemeClr val="bg1"/>
                  </a:solidFill>
                  <a:latin typeface="Courier New" panose="02070309020205020404" pitchFamily="49" charset="0"/>
                  <a:ea typeface="微软雅黑" panose="020B0503020204020204" pitchFamily="34" charset="-122"/>
                </a:rPr>
                <a:t>物理层</a:t>
              </a:r>
            </a:p>
          </p:txBody>
        </p:sp>
        <p:sp>
          <p:nvSpPr>
            <p:cNvPr id="39" name="立方体 38">
              <a:extLst>
                <a:ext uri="{FF2B5EF4-FFF2-40B4-BE49-F238E27FC236}">
                  <a16:creationId xmlns:a16="http://schemas.microsoft.com/office/drawing/2014/main" id="{4ED237B4-B27E-4D82-9317-9415AD3C5A00}"/>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sz="1200" dirty="0">
                  <a:solidFill>
                    <a:schemeClr val="bg1"/>
                  </a:solidFill>
                  <a:latin typeface="Courier New" panose="02070309020205020404" pitchFamily="49" charset="0"/>
                  <a:ea typeface="微软雅黑" panose="020B0503020204020204" pitchFamily="34" charset="-122"/>
                </a:rPr>
                <a:t>数据链路层</a:t>
              </a:r>
            </a:p>
          </p:txBody>
        </p:sp>
        <p:sp>
          <p:nvSpPr>
            <p:cNvPr id="40" name="立方体 39">
              <a:extLst>
                <a:ext uri="{FF2B5EF4-FFF2-40B4-BE49-F238E27FC236}">
                  <a16:creationId xmlns:a16="http://schemas.microsoft.com/office/drawing/2014/main" id="{789746DE-6C9A-4C56-9879-410B58FA5306}"/>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sz="1200" dirty="0">
                  <a:solidFill>
                    <a:schemeClr val="bg1"/>
                  </a:solidFill>
                  <a:latin typeface="Courier New" panose="02070309020205020404" pitchFamily="49" charset="0"/>
                  <a:ea typeface="微软雅黑" panose="020B0503020204020204" pitchFamily="34" charset="-122"/>
                </a:rPr>
                <a:t>网络层</a:t>
              </a:r>
            </a:p>
          </p:txBody>
        </p:sp>
        <p:sp>
          <p:nvSpPr>
            <p:cNvPr id="41" name="立方体 40">
              <a:extLst>
                <a:ext uri="{FF2B5EF4-FFF2-40B4-BE49-F238E27FC236}">
                  <a16:creationId xmlns:a16="http://schemas.microsoft.com/office/drawing/2014/main" id="{A32FB913-8E0A-410E-A9B2-7315D30017C1}"/>
                </a:ext>
              </a:extLst>
            </p:cNvPr>
            <p:cNvSpPr/>
            <p:nvPr/>
          </p:nvSpPr>
          <p:spPr>
            <a:xfrm>
              <a:off x="1134908" y="3594397"/>
              <a:ext cx="1800000" cy="576000"/>
            </a:xfrm>
            <a:prstGeom prst="cube">
              <a:avLst/>
            </a:prstGeom>
            <a:ln/>
          </p:spPr>
          <p:style>
            <a:lnRef idx="1">
              <a:schemeClr val="accent4"/>
            </a:lnRef>
            <a:fillRef idx="3">
              <a:schemeClr val="accent4"/>
            </a:fillRef>
            <a:effectRef idx="2">
              <a:schemeClr val="accent4"/>
            </a:effectRef>
            <a:fontRef idx="minor">
              <a:schemeClr val="lt1"/>
            </a:fontRef>
          </p:style>
          <p:txBody>
            <a:bodyPr rtlCol="0" anchor="ctr"/>
            <a:lstStyle/>
            <a:p>
              <a:pPr algn="ctr"/>
              <a:r>
                <a:rPr lang="zh-CN" altLang="en-US" sz="1200" dirty="0">
                  <a:solidFill>
                    <a:schemeClr val="bg1"/>
                  </a:solidFill>
                  <a:latin typeface="Courier New" panose="02070309020205020404" pitchFamily="49" charset="0"/>
                  <a:ea typeface="微软雅黑" panose="020B0503020204020204" pitchFamily="34" charset="-122"/>
                </a:rPr>
                <a:t>运输层</a:t>
              </a:r>
            </a:p>
          </p:txBody>
        </p:sp>
        <p:sp>
          <p:nvSpPr>
            <p:cNvPr id="42" name="立方体 41">
              <a:extLst>
                <a:ext uri="{FF2B5EF4-FFF2-40B4-BE49-F238E27FC236}">
                  <a16:creationId xmlns:a16="http://schemas.microsoft.com/office/drawing/2014/main" id="{276A99AA-CB8F-4455-84F6-0F6A4359CEE6}"/>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Courier New" panose="02070309020205020404" pitchFamily="49" charset="0"/>
                  <a:ea typeface="微软雅黑" panose="020B0503020204020204" pitchFamily="34" charset="-122"/>
                </a:rPr>
                <a:t>应用层</a:t>
              </a:r>
            </a:p>
          </p:txBody>
        </p:sp>
      </p:grpSp>
      <p:sp>
        <p:nvSpPr>
          <p:cNvPr id="43" name="矩形 42">
            <a:extLst>
              <a:ext uri="{FF2B5EF4-FFF2-40B4-BE49-F238E27FC236}">
                <a16:creationId xmlns:a16="http://schemas.microsoft.com/office/drawing/2014/main" id="{04155DEA-760A-4034-BE50-126C45D1D5FD}"/>
              </a:ext>
            </a:extLst>
          </p:cNvPr>
          <p:cNvSpPr/>
          <p:nvPr/>
        </p:nvSpPr>
        <p:spPr>
          <a:xfrm>
            <a:off x="8403863" y="3384880"/>
            <a:ext cx="1080000" cy="468000"/>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应用层报文</a:t>
            </a:r>
          </a:p>
        </p:txBody>
      </p:sp>
      <p:sp>
        <p:nvSpPr>
          <p:cNvPr id="44" name="矩形 43">
            <a:extLst>
              <a:ext uri="{FF2B5EF4-FFF2-40B4-BE49-F238E27FC236}">
                <a16:creationId xmlns:a16="http://schemas.microsoft.com/office/drawing/2014/main" id="{19C2E4BD-BD58-4084-B0CB-A06C3E2087AB}"/>
              </a:ext>
            </a:extLst>
          </p:cNvPr>
          <p:cNvSpPr/>
          <p:nvPr/>
        </p:nvSpPr>
        <p:spPr>
          <a:xfrm>
            <a:off x="8403863" y="3839985"/>
            <a:ext cx="108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应用层报文</a:t>
            </a:r>
          </a:p>
        </p:txBody>
      </p:sp>
      <p:sp>
        <p:nvSpPr>
          <p:cNvPr id="45" name="矩形 44">
            <a:extLst>
              <a:ext uri="{FF2B5EF4-FFF2-40B4-BE49-F238E27FC236}">
                <a16:creationId xmlns:a16="http://schemas.microsoft.com/office/drawing/2014/main" id="{ACD92BDE-48C2-4271-A2D5-3B1AC6EC6B10}"/>
              </a:ext>
            </a:extLst>
          </p:cNvPr>
          <p:cNvSpPr/>
          <p:nvPr/>
        </p:nvSpPr>
        <p:spPr>
          <a:xfrm>
            <a:off x="7323863" y="3839985"/>
            <a:ext cx="1080000" cy="468000"/>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运输层首部</a:t>
            </a:r>
          </a:p>
        </p:txBody>
      </p:sp>
      <p:sp>
        <p:nvSpPr>
          <p:cNvPr id="46" name="矩形 45">
            <a:extLst>
              <a:ext uri="{FF2B5EF4-FFF2-40B4-BE49-F238E27FC236}">
                <a16:creationId xmlns:a16="http://schemas.microsoft.com/office/drawing/2014/main" id="{90C2E122-E965-4700-A2C8-8E59FA1C573C}"/>
              </a:ext>
            </a:extLst>
          </p:cNvPr>
          <p:cNvSpPr/>
          <p:nvPr/>
        </p:nvSpPr>
        <p:spPr>
          <a:xfrm>
            <a:off x="8403863" y="4295090"/>
            <a:ext cx="108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应用层报文</a:t>
            </a:r>
          </a:p>
        </p:txBody>
      </p:sp>
      <p:sp>
        <p:nvSpPr>
          <p:cNvPr id="47" name="矩形 46">
            <a:extLst>
              <a:ext uri="{FF2B5EF4-FFF2-40B4-BE49-F238E27FC236}">
                <a16:creationId xmlns:a16="http://schemas.microsoft.com/office/drawing/2014/main" id="{17EC140A-5445-4731-A73F-B1EAC393FEB6}"/>
              </a:ext>
            </a:extLst>
          </p:cNvPr>
          <p:cNvSpPr/>
          <p:nvPr/>
        </p:nvSpPr>
        <p:spPr>
          <a:xfrm>
            <a:off x="7323863" y="4295090"/>
            <a:ext cx="108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运输层首部</a:t>
            </a:r>
          </a:p>
        </p:txBody>
      </p:sp>
      <p:sp>
        <p:nvSpPr>
          <p:cNvPr id="48" name="矩形 47">
            <a:extLst>
              <a:ext uri="{FF2B5EF4-FFF2-40B4-BE49-F238E27FC236}">
                <a16:creationId xmlns:a16="http://schemas.microsoft.com/office/drawing/2014/main" id="{4FA6CA5E-4990-481E-BF61-DA2024D2D23D}"/>
              </a:ext>
            </a:extLst>
          </p:cNvPr>
          <p:cNvSpPr/>
          <p:nvPr/>
        </p:nvSpPr>
        <p:spPr>
          <a:xfrm>
            <a:off x="6243863" y="4295090"/>
            <a:ext cx="1080000" cy="46800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网络层首部</a:t>
            </a:r>
          </a:p>
        </p:txBody>
      </p:sp>
      <p:sp>
        <p:nvSpPr>
          <p:cNvPr id="49" name="矩形 48">
            <a:extLst>
              <a:ext uri="{FF2B5EF4-FFF2-40B4-BE49-F238E27FC236}">
                <a16:creationId xmlns:a16="http://schemas.microsoft.com/office/drawing/2014/main" id="{51D5677D-166E-48D5-AEE6-E5A58BE7A133}"/>
              </a:ext>
            </a:extLst>
          </p:cNvPr>
          <p:cNvSpPr/>
          <p:nvPr/>
        </p:nvSpPr>
        <p:spPr>
          <a:xfrm>
            <a:off x="8403863" y="4750196"/>
            <a:ext cx="108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应用层报文</a:t>
            </a:r>
          </a:p>
        </p:txBody>
      </p:sp>
      <p:sp>
        <p:nvSpPr>
          <p:cNvPr id="50" name="矩形 49">
            <a:extLst>
              <a:ext uri="{FF2B5EF4-FFF2-40B4-BE49-F238E27FC236}">
                <a16:creationId xmlns:a16="http://schemas.microsoft.com/office/drawing/2014/main" id="{27CE6730-71D8-46EC-86D5-3BD540A4300A}"/>
              </a:ext>
            </a:extLst>
          </p:cNvPr>
          <p:cNvSpPr/>
          <p:nvPr/>
        </p:nvSpPr>
        <p:spPr>
          <a:xfrm>
            <a:off x="7323863" y="4750196"/>
            <a:ext cx="108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运输层首部</a:t>
            </a:r>
          </a:p>
        </p:txBody>
      </p:sp>
      <p:sp>
        <p:nvSpPr>
          <p:cNvPr id="51" name="矩形 50">
            <a:extLst>
              <a:ext uri="{FF2B5EF4-FFF2-40B4-BE49-F238E27FC236}">
                <a16:creationId xmlns:a16="http://schemas.microsoft.com/office/drawing/2014/main" id="{B38A2D0D-7A03-49D6-A57E-91E5A295F80A}"/>
              </a:ext>
            </a:extLst>
          </p:cNvPr>
          <p:cNvSpPr/>
          <p:nvPr/>
        </p:nvSpPr>
        <p:spPr>
          <a:xfrm>
            <a:off x="6243863" y="4750196"/>
            <a:ext cx="108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网络层首部</a:t>
            </a:r>
          </a:p>
        </p:txBody>
      </p:sp>
      <p:sp>
        <p:nvSpPr>
          <p:cNvPr id="52" name="矩形 51">
            <a:extLst>
              <a:ext uri="{FF2B5EF4-FFF2-40B4-BE49-F238E27FC236}">
                <a16:creationId xmlns:a16="http://schemas.microsoft.com/office/drawing/2014/main" id="{5A94C692-249B-4C9E-BFED-7457BF401A03}"/>
              </a:ext>
            </a:extLst>
          </p:cNvPr>
          <p:cNvSpPr/>
          <p:nvPr/>
        </p:nvSpPr>
        <p:spPr>
          <a:xfrm>
            <a:off x="9483863" y="4750196"/>
            <a:ext cx="1080000" cy="4680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链路层尾部</a:t>
            </a:r>
          </a:p>
        </p:txBody>
      </p:sp>
      <p:sp>
        <p:nvSpPr>
          <p:cNvPr id="53" name="矩形 52">
            <a:extLst>
              <a:ext uri="{FF2B5EF4-FFF2-40B4-BE49-F238E27FC236}">
                <a16:creationId xmlns:a16="http://schemas.microsoft.com/office/drawing/2014/main" id="{C595C156-28ED-464E-834E-3227498514BF}"/>
              </a:ext>
            </a:extLst>
          </p:cNvPr>
          <p:cNvSpPr/>
          <p:nvPr/>
        </p:nvSpPr>
        <p:spPr>
          <a:xfrm>
            <a:off x="5163863" y="5218195"/>
            <a:ext cx="5400000" cy="468000"/>
          </a:xfrm>
          <a:prstGeom prst="rect">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比特流</a:t>
            </a:r>
          </a:p>
        </p:txBody>
      </p:sp>
      <p:sp>
        <p:nvSpPr>
          <p:cNvPr id="54" name="箭头: 右 53">
            <a:extLst>
              <a:ext uri="{FF2B5EF4-FFF2-40B4-BE49-F238E27FC236}">
                <a16:creationId xmlns:a16="http://schemas.microsoft.com/office/drawing/2014/main" id="{04832CDC-07B2-4CBC-ABB7-BA06CB8DB1E5}"/>
              </a:ext>
            </a:extLst>
          </p:cNvPr>
          <p:cNvSpPr/>
          <p:nvPr/>
        </p:nvSpPr>
        <p:spPr>
          <a:xfrm>
            <a:off x="4447390" y="4349090"/>
            <a:ext cx="720000" cy="360000"/>
          </a:xfrm>
          <a:prstGeom prst="rightArrow">
            <a:avLst>
              <a:gd name="adj1" fmla="val 68208"/>
              <a:gd name="adj2" fmla="val 71850"/>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200" dirty="0">
                <a:latin typeface="Courier New" panose="02070309020205020404" pitchFamily="49" charset="0"/>
                <a:cs typeface="Courier New" panose="02070309020205020404" pitchFamily="49" charset="0"/>
              </a:rPr>
              <a:t>IP</a:t>
            </a:r>
            <a:endParaRPr lang="zh-CN" altLang="en-US" sz="1200" dirty="0">
              <a:latin typeface="Courier New" panose="02070309020205020404" pitchFamily="49" charset="0"/>
              <a:cs typeface="Courier New" panose="02070309020205020404" pitchFamily="49" charset="0"/>
            </a:endParaRPr>
          </a:p>
        </p:txBody>
      </p:sp>
      <p:sp>
        <p:nvSpPr>
          <p:cNvPr id="55" name="箭头: 右 54">
            <a:extLst>
              <a:ext uri="{FF2B5EF4-FFF2-40B4-BE49-F238E27FC236}">
                <a16:creationId xmlns:a16="http://schemas.microsoft.com/office/drawing/2014/main" id="{A07A88F5-3AFE-4380-BCF7-DAAF32937222}"/>
              </a:ext>
            </a:extLst>
          </p:cNvPr>
          <p:cNvSpPr/>
          <p:nvPr/>
        </p:nvSpPr>
        <p:spPr>
          <a:xfrm>
            <a:off x="4438794" y="4804196"/>
            <a:ext cx="720000" cy="360000"/>
          </a:xfrm>
          <a:prstGeom prst="rightArrow">
            <a:avLst>
              <a:gd name="adj1" fmla="val 68208"/>
              <a:gd name="adj2" fmla="val 71850"/>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200" dirty="0">
                <a:latin typeface="Courier New" panose="02070309020205020404" pitchFamily="49" charset="0"/>
                <a:cs typeface="Courier New" panose="02070309020205020404" pitchFamily="49" charset="0"/>
              </a:rPr>
              <a:t>MAC</a:t>
            </a:r>
            <a:endParaRPr lang="zh-CN" altLang="en-US" sz="1200" dirty="0">
              <a:latin typeface="Courier New" panose="02070309020205020404" pitchFamily="49" charset="0"/>
              <a:cs typeface="Courier New" panose="02070309020205020404" pitchFamily="49" charset="0"/>
            </a:endParaRPr>
          </a:p>
        </p:txBody>
      </p:sp>
      <p:sp>
        <p:nvSpPr>
          <p:cNvPr id="2" name="矩形 1">
            <a:extLst>
              <a:ext uri="{FF2B5EF4-FFF2-40B4-BE49-F238E27FC236}">
                <a16:creationId xmlns:a16="http://schemas.microsoft.com/office/drawing/2014/main" id="{3C40AB44-4893-E0A4-3303-A5D84D4F8C90}"/>
              </a:ext>
            </a:extLst>
          </p:cNvPr>
          <p:cNvSpPr/>
          <p:nvPr/>
        </p:nvSpPr>
        <p:spPr>
          <a:xfrm>
            <a:off x="5163863" y="4750196"/>
            <a:ext cx="1080000" cy="4680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链路层首部</a:t>
            </a:r>
          </a:p>
        </p:txBody>
      </p:sp>
    </p:spTree>
    <p:extLst>
      <p:ext uri="{BB962C8B-B14F-4D97-AF65-F5344CB8AC3E}">
        <p14:creationId xmlns:p14="http://schemas.microsoft.com/office/powerpoint/2010/main" val="27917554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0AEF2DB-989D-48B5-ADEB-7DDCD2389318}"/>
              </a:ext>
            </a:extLst>
          </p:cNvPr>
          <p:cNvSpPr>
            <a:spLocks noGrp="1"/>
          </p:cNvSpPr>
          <p:nvPr>
            <p:ph type="title"/>
          </p:nvPr>
        </p:nvSpPr>
        <p:spPr/>
        <p:txBody>
          <a:bodyPr/>
          <a:lstStyle/>
          <a:p>
            <a:r>
              <a:rPr lang="zh-CN" altLang="en-US" dirty="0"/>
              <a:t>工作流</a:t>
            </a:r>
          </a:p>
        </p:txBody>
      </p:sp>
      <p:sp>
        <p:nvSpPr>
          <p:cNvPr id="10" name="文本占位符 9">
            <a:extLst>
              <a:ext uri="{FF2B5EF4-FFF2-40B4-BE49-F238E27FC236}">
                <a16:creationId xmlns:a16="http://schemas.microsoft.com/office/drawing/2014/main" id="{32B2F8F3-D99A-449A-8B6B-1E3C31DB487F}"/>
              </a:ext>
            </a:extLst>
          </p:cNvPr>
          <p:cNvSpPr>
            <a:spLocks noGrp="1"/>
          </p:cNvSpPr>
          <p:nvPr>
            <p:ph type="body" sz="quarter" idx="11"/>
          </p:nvPr>
        </p:nvSpPr>
        <p:spPr/>
        <p:txBody>
          <a:bodyPr/>
          <a:lstStyle/>
          <a:p>
            <a:r>
              <a:rPr lang="en-US" altLang="zh-CN" dirty="0"/>
              <a:t>Workflow</a:t>
            </a:r>
            <a:endParaRPr lang="zh-CN" altLang="en-US" dirty="0"/>
          </a:p>
        </p:txBody>
      </p:sp>
      <p:sp>
        <p:nvSpPr>
          <p:cNvPr id="7" name="文本占位符 6">
            <a:extLst>
              <a:ext uri="{FF2B5EF4-FFF2-40B4-BE49-F238E27FC236}">
                <a16:creationId xmlns:a16="http://schemas.microsoft.com/office/drawing/2014/main" id="{7CC2AF5E-F0C0-41C8-BABF-B68F68ABC209}"/>
              </a:ext>
            </a:extLst>
          </p:cNvPr>
          <p:cNvSpPr>
            <a:spLocks noGrp="1"/>
          </p:cNvSpPr>
          <p:nvPr>
            <p:ph type="body" sz="quarter" idx="12"/>
          </p:nvPr>
        </p:nvSpPr>
        <p:spPr/>
        <p:txBody>
          <a:bodyPr/>
          <a:lstStyle/>
          <a:p>
            <a:endParaRPr lang="zh-CN" altLang="en-US" dirty="0"/>
          </a:p>
        </p:txBody>
      </p:sp>
      <p:grpSp>
        <p:nvGrpSpPr>
          <p:cNvPr id="19" name="组合 18">
            <a:extLst>
              <a:ext uri="{FF2B5EF4-FFF2-40B4-BE49-F238E27FC236}">
                <a16:creationId xmlns:a16="http://schemas.microsoft.com/office/drawing/2014/main" id="{BA2BB71D-ED88-42E6-AF06-FB57E582E960}"/>
              </a:ext>
            </a:extLst>
          </p:cNvPr>
          <p:cNvGrpSpPr/>
          <p:nvPr/>
        </p:nvGrpSpPr>
        <p:grpSpPr>
          <a:xfrm>
            <a:off x="1465316" y="3443540"/>
            <a:ext cx="1440000" cy="2401807"/>
            <a:chOff x="1134908" y="3137945"/>
            <a:chExt cx="1800000" cy="2401807"/>
          </a:xfrm>
          <a:solidFill>
            <a:schemeClr val="accent2"/>
          </a:solidFill>
        </p:grpSpPr>
        <p:sp>
          <p:nvSpPr>
            <p:cNvPr id="20" name="立方体 19">
              <a:extLst>
                <a:ext uri="{FF2B5EF4-FFF2-40B4-BE49-F238E27FC236}">
                  <a16:creationId xmlns:a16="http://schemas.microsoft.com/office/drawing/2014/main" id="{85AFE816-EDB9-4B1B-92C2-D8C6ECA9C1EA}"/>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物理层</a:t>
              </a:r>
            </a:p>
          </p:txBody>
        </p:sp>
        <p:sp>
          <p:nvSpPr>
            <p:cNvPr id="21" name="立方体 20">
              <a:extLst>
                <a:ext uri="{FF2B5EF4-FFF2-40B4-BE49-F238E27FC236}">
                  <a16:creationId xmlns:a16="http://schemas.microsoft.com/office/drawing/2014/main" id="{FCB7FBC7-3A41-4FC8-BCB4-C289359EDEF8}"/>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数据链路层</a:t>
              </a:r>
            </a:p>
          </p:txBody>
        </p:sp>
        <p:sp>
          <p:nvSpPr>
            <p:cNvPr id="23" name="立方体 22">
              <a:extLst>
                <a:ext uri="{FF2B5EF4-FFF2-40B4-BE49-F238E27FC236}">
                  <a16:creationId xmlns:a16="http://schemas.microsoft.com/office/drawing/2014/main" id="{6261363B-9C6F-485D-AFC7-353473C16985}"/>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网络层</a:t>
              </a:r>
            </a:p>
          </p:txBody>
        </p:sp>
        <p:sp>
          <p:nvSpPr>
            <p:cNvPr id="24" name="立方体 23">
              <a:extLst>
                <a:ext uri="{FF2B5EF4-FFF2-40B4-BE49-F238E27FC236}">
                  <a16:creationId xmlns:a16="http://schemas.microsoft.com/office/drawing/2014/main" id="{64ED3722-6ADE-414F-A21B-C77DA72C3787}"/>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运输层</a:t>
              </a:r>
            </a:p>
          </p:txBody>
        </p:sp>
        <p:sp>
          <p:nvSpPr>
            <p:cNvPr id="29" name="立方体 28">
              <a:extLst>
                <a:ext uri="{FF2B5EF4-FFF2-40B4-BE49-F238E27FC236}">
                  <a16:creationId xmlns:a16="http://schemas.microsoft.com/office/drawing/2014/main" id="{91C06184-0F81-474A-ACB0-F1829DB42824}"/>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应用层</a:t>
              </a:r>
            </a:p>
          </p:txBody>
        </p:sp>
      </p:grpSp>
      <p:grpSp>
        <p:nvGrpSpPr>
          <p:cNvPr id="31" name="组合 30">
            <a:extLst>
              <a:ext uri="{FF2B5EF4-FFF2-40B4-BE49-F238E27FC236}">
                <a16:creationId xmlns:a16="http://schemas.microsoft.com/office/drawing/2014/main" id="{059632AE-8E13-4AC0-BD50-38C62F1D1B66}"/>
              </a:ext>
            </a:extLst>
          </p:cNvPr>
          <p:cNvGrpSpPr/>
          <p:nvPr/>
        </p:nvGrpSpPr>
        <p:grpSpPr>
          <a:xfrm>
            <a:off x="9223019" y="3443540"/>
            <a:ext cx="1440000" cy="2401807"/>
            <a:chOff x="1134908" y="3137945"/>
            <a:chExt cx="1800000" cy="2401807"/>
          </a:xfrm>
          <a:solidFill>
            <a:schemeClr val="accent2"/>
          </a:solidFill>
        </p:grpSpPr>
        <p:sp>
          <p:nvSpPr>
            <p:cNvPr id="32" name="立方体 31">
              <a:extLst>
                <a:ext uri="{FF2B5EF4-FFF2-40B4-BE49-F238E27FC236}">
                  <a16:creationId xmlns:a16="http://schemas.microsoft.com/office/drawing/2014/main" id="{5DFD74D3-7ADA-409B-AA33-E771D0939FBE}"/>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物理层</a:t>
              </a:r>
            </a:p>
          </p:txBody>
        </p:sp>
        <p:sp>
          <p:nvSpPr>
            <p:cNvPr id="38" name="立方体 37">
              <a:extLst>
                <a:ext uri="{FF2B5EF4-FFF2-40B4-BE49-F238E27FC236}">
                  <a16:creationId xmlns:a16="http://schemas.microsoft.com/office/drawing/2014/main" id="{31685A24-256D-4AA9-8BBC-C688265182C5}"/>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数据链路层</a:t>
              </a:r>
            </a:p>
          </p:txBody>
        </p:sp>
        <p:sp>
          <p:nvSpPr>
            <p:cNvPr id="39" name="立方体 38">
              <a:extLst>
                <a:ext uri="{FF2B5EF4-FFF2-40B4-BE49-F238E27FC236}">
                  <a16:creationId xmlns:a16="http://schemas.microsoft.com/office/drawing/2014/main" id="{E6A4DA72-BA88-4CB1-9354-47B91DF600CB}"/>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网络层</a:t>
              </a:r>
            </a:p>
          </p:txBody>
        </p:sp>
        <p:sp>
          <p:nvSpPr>
            <p:cNvPr id="40" name="立方体 39">
              <a:extLst>
                <a:ext uri="{FF2B5EF4-FFF2-40B4-BE49-F238E27FC236}">
                  <a16:creationId xmlns:a16="http://schemas.microsoft.com/office/drawing/2014/main" id="{98F1F663-1C46-4EAC-A3F7-A5E423D3B366}"/>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运输层</a:t>
              </a:r>
            </a:p>
          </p:txBody>
        </p:sp>
        <p:sp>
          <p:nvSpPr>
            <p:cNvPr id="41" name="立方体 40">
              <a:extLst>
                <a:ext uri="{FF2B5EF4-FFF2-40B4-BE49-F238E27FC236}">
                  <a16:creationId xmlns:a16="http://schemas.microsoft.com/office/drawing/2014/main" id="{35958D97-6205-4CEC-A03E-A183259F35F7}"/>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应用层</a:t>
              </a:r>
            </a:p>
          </p:txBody>
        </p:sp>
      </p:grpSp>
      <p:grpSp>
        <p:nvGrpSpPr>
          <p:cNvPr id="42" name="组合 41">
            <a:extLst>
              <a:ext uri="{FF2B5EF4-FFF2-40B4-BE49-F238E27FC236}">
                <a16:creationId xmlns:a16="http://schemas.microsoft.com/office/drawing/2014/main" id="{E69B35D3-BF80-4346-A4A6-851552071298}"/>
              </a:ext>
            </a:extLst>
          </p:cNvPr>
          <p:cNvGrpSpPr/>
          <p:nvPr/>
        </p:nvGrpSpPr>
        <p:grpSpPr>
          <a:xfrm>
            <a:off x="3691724" y="4356444"/>
            <a:ext cx="1440000" cy="1488903"/>
            <a:chOff x="1134908" y="4050849"/>
            <a:chExt cx="1800000" cy="1488903"/>
          </a:xfrm>
          <a:solidFill>
            <a:schemeClr val="accent2"/>
          </a:solidFill>
        </p:grpSpPr>
        <p:sp>
          <p:nvSpPr>
            <p:cNvPr id="43" name="立方体 42">
              <a:extLst>
                <a:ext uri="{FF2B5EF4-FFF2-40B4-BE49-F238E27FC236}">
                  <a16:creationId xmlns:a16="http://schemas.microsoft.com/office/drawing/2014/main" id="{8BAAE44A-9508-4059-B1CC-17BCFE6341A6}"/>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物理层</a:t>
              </a:r>
            </a:p>
          </p:txBody>
        </p:sp>
        <p:sp>
          <p:nvSpPr>
            <p:cNvPr id="44" name="立方体 43">
              <a:extLst>
                <a:ext uri="{FF2B5EF4-FFF2-40B4-BE49-F238E27FC236}">
                  <a16:creationId xmlns:a16="http://schemas.microsoft.com/office/drawing/2014/main" id="{8108A078-F808-4A99-905C-67791F869EA2}"/>
                </a:ext>
              </a:extLst>
            </p:cNvPr>
            <p:cNvSpPr/>
            <p:nvPr/>
          </p:nvSpPr>
          <p:spPr>
            <a:xfrm>
              <a:off x="1134908" y="4507301"/>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数据链路层</a:t>
              </a:r>
            </a:p>
          </p:txBody>
        </p:sp>
        <p:sp>
          <p:nvSpPr>
            <p:cNvPr id="45" name="立方体 44">
              <a:extLst>
                <a:ext uri="{FF2B5EF4-FFF2-40B4-BE49-F238E27FC236}">
                  <a16:creationId xmlns:a16="http://schemas.microsoft.com/office/drawing/2014/main" id="{2A7E08B0-36C8-4FC1-89E7-675B61339881}"/>
                </a:ext>
              </a:extLst>
            </p:cNvPr>
            <p:cNvSpPr/>
            <p:nvPr/>
          </p:nvSpPr>
          <p:spPr>
            <a:xfrm>
              <a:off x="1134908" y="4050849"/>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网络层</a:t>
              </a:r>
            </a:p>
          </p:txBody>
        </p:sp>
      </p:grpSp>
      <p:grpSp>
        <p:nvGrpSpPr>
          <p:cNvPr id="50" name="组合 49">
            <a:extLst>
              <a:ext uri="{FF2B5EF4-FFF2-40B4-BE49-F238E27FC236}">
                <a16:creationId xmlns:a16="http://schemas.microsoft.com/office/drawing/2014/main" id="{EB1B0F85-F424-4FF4-BD79-7C9BFC5F8CE3}"/>
              </a:ext>
            </a:extLst>
          </p:cNvPr>
          <p:cNvGrpSpPr/>
          <p:nvPr/>
        </p:nvGrpSpPr>
        <p:grpSpPr>
          <a:xfrm>
            <a:off x="6996608" y="4356444"/>
            <a:ext cx="1440000" cy="1488903"/>
            <a:chOff x="1134908" y="4050849"/>
            <a:chExt cx="1800000" cy="1488903"/>
          </a:xfrm>
          <a:solidFill>
            <a:schemeClr val="accent2"/>
          </a:solidFill>
        </p:grpSpPr>
        <p:sp>
          <p:nvSpPr>
            <p:cNvPr id="51" name="立方体 50">
              <a:extLst>
                <a:ext uri="{FF2B5EF4-FFF2-40B4-BE49-F238E27FC236}">
                  <a16:creationId xmlns:a16="http://schemas.microsoft.com/office/drawing/2014/main" id="{C413F064-70A4-4574-8724-117FC7B6C233}"/>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物理层</a:t>
              </a:r>
            </a:p>
          </p:txBody>
        </p:sp>
        <p:sp>
          <p:nvSpPr>
            <p:cNvPr id="52" name="立方体 51">
              <a:extLst>
                <a:ext uri="{FF2B5EF4-FFF2-40B4-BE49-F238E27FC236}">
                  <a16:creationId xmlns:a16="http://schemas.microsoft.com/office/drawing/2014/main" id="{ABAF8EF4-0B6E-4002-BCC0-053E3DBCC96D}"/>
                </a:ext>
              </a:extLst>
            </p:cNvPr>
            <p:cNvSpPr/>
            <p:nvPr/>
          </p:nvSpPr>
          <p:spPr>
            <a:xfrm>
              <a:off x="1134908" y="4507301"/>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数据链路层</a:t>
              </a:r>
            </a:p>
          </p:txBody>
        </p:sp>
        <p:sp>
          <p:nvSpPr>
            <p:cNvPr id="53" name="立方体 52">
              <a:extLst>
                <a:ext uri="{FF2B5EF4-FFF2-40B4-BE49-F238E27FC236}">
                  <a16:creationId xmlns:a16="http://schemas.microsoft.com/office/drawing/2014/main" id="{0EE03D0C-6641-4842-8731-CD99BA6C43BB}"/>
                </a:ext>
              </a:extLst>
            </p:cNvPr>
            <p:cNvSpPr/>
            <p:nvPr/>
          </p:nvSpPr>
          <p:spPr>
            <a:xfrm>
              <a:off x="1134908" y="4050849"/>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网络层</a:t>
              </a:r>
            </a:p>
          </p:txBody>
        </p:sp>
      </p:grpSp>
      <p:sp>
        <p:nvSpPr>
          <p:cNvPr id="54" name="箭头: 下 53">
            <a:extLst>
              <a:ext uri="{FF2B5EF4-FFF2-40B4-BE49-F238E27FC236}">
                <a16:creationId xmlns:a16="http://schemas.microsoft.com/office/drawing/2014/main" id="{26884F0E-2DB8-4234-AA60-66ADD22B5D1A}"/>
              </a:ext>
            </a:extLst>
          </p:cNvPr>
          <p:cNvSpPr/>
          <p:nvPr/>
        </p:nvSpPr>
        <p:spPr>
          <a:xfrm rot="16200000">
            <a:off x="3208520" y="4882390"/>
            <a:ext cx="180000" cy="444930"/>
          </a:xfrm>
          <a:prstGeom prst="down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55" name="箭头: 下 54">
            <a:extLst>
              <a:ext uri="{FF2B5EF4-FFF2-40B4-BE49-F238E27FC236}">
                <a16:creationId xmlns:a16="http://schemas.microsoft.com/office/drawing/2014/main" id="{B0FCF6E6-6A05-4CA7-98ED-1D39591BB010}"/>
              </a:ext>
            </a:extLst>
          </p:cNvPr>
          <p:cNvSpPr/>
          <p:nvPr/>
        </p:nvSpPr>
        <p:spPr>
          <a:xfrm rot="16200000">
            <a:off x="5434928" y="4882391"/>
            <a:ext cx="180000" cy="444930"/>
          </a:xfrm>
          <a:prstGeom prst="down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56" name="箭头: 下 55">
            <a:extLst>
              <a:ext uri="{FF2B5EF4-FFF2-40B4-BE49-F238E27FC236}">
                <a16:creationId xmlns:a16="http://schemas.microsoft.com/office/drawing/2014/main" id="{5A3B2D74-55CA-40EE-9241-BAF273F2BE47}"/>
              </a:ext>
            </a:extLst>
          </p:cNvPr>
          <p:cNvSpPr/>
          <p:nvPr/>
        </p:nvSpPr>
        <p:spPr>
          <a:xfrm rot="16200000">
            <a:off x="6513404" y="4882391"/>
            <a:ext cx="180000" cy="444930"/>
          </a:xfrm>
          <a:prstGeom prst="down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57" name="箭头: 下 56">
            <a:extLst>
              <a:ext uri="{FF2B5EF4-FFF2-40B4-BE49-F238E27FC236}">
                <a16:creationId xmlns:a16="http://schemas.microsoft.com/office/drawing/2014/main" id="{81419BBC-793E-45C3-9B2D-10A5826F28A4}"/>
              </a:ext>
            </a:extLst>
          </p:cNvPr>
          <p:cNvSpPr/>
          <p:nvPr/>
        </p:nvSpPr>
        <p:spPr>
          <a:xfrm rot="16200000">
            <a:off x="8739812" y="4882390"/>
            <a:ext cx="180000" cy="444930"/>
          </a:xfrm>
          <a:prstGeom prst="down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58" name="文本框 57">
            <a:extLst>
              <a:ext uri="{FF2B5EF4-FFF2-40B4-BE49-F238E27FC236}">
                <a16:creationId xmlns:a16="http://schemas.microsoft.com/office/drawing/2014/main" id="{AABE43BE-5710-4373-A10F-4E16B87DBB8B}"/>
              </a:ext>
            </a:extLst>
          </p:cNvPr>
          <p:cNvSpPr txBox="1"/>
          <p:nvPr/>
        </p:nvSpPr>
        <p:spPr>
          <a:xfrm>
            <a:off x="4211990" y="3840111"/>
            <a:ext cx="399468" cy="307777"/>
          </a:xfrm>
          <a:prstGeom prst="rect">
            <a:avLst/>
          </a:prstGeom>
          <a:noFill/>
        </p:spPr>
        <p:txBody>
          <a:bodyPr wrap="none" rtlCol="0">
            <a:spAutoFit/>
          </a:bodyPr>
          <a:lstStyle/>
          <a:p>
            <a:pPr algn="ctr"/>
            <a:r>
              <a:rPr lang="en-US" altLang="zh-CN" sz="1400" dirty="0">
                <a:solidFill>
                  <a:schemeClr val="tx1"/>
                </a:solidFill>
                <a:latin typeface="Courier New" panose="02070309020205020404" pitchFamily="49" charset="0"/>
                <a:ea typeface="微软雅黑 Light" panose="020B0502040204020203" pitchFamily="34" charset="-122"/>
              </a:rPr>
              <a:t>R1</a:t>
            </a:r>
            <a:endParaRPr lang="zh-CN" altLang="en-US" sz="1400" dirty="0">
              <a:solidFill>
                <a:schemeClr val="tx1"/>
              </a:solidFill>
              <a:latin typeface="Courier New" panose="02070309020205020404" pitchFamily="49" charset="0"/>
              <a:ea typeface="微软雅黑 Light" panose="020B0502040204020203" pitchFamily="34" charset="-122"/>
            </a:endParaRPr>
          </a:p>
        </p:txBody>
      </p:sp>
      <p:sp>
        <p:nvSpPr>
          <p:cNvPr id="59" name="文本框 58">
            <a:extLst>
              <a:ext uri="{FF2B5EF4-FFF2-40B4-BE49-F238E27FC236}">
                <a16:creationId xmlns:a16="http://schemas.microsoft.com/office/drawing/2014/main" id="{DD732A03-2BEC-4F00-938A-58CCE974A2E6}"/>
              </a:ext>
            </a:extLst>
          </p:cNvPr>
          <p:cNvSpPr txBox="1"/>
          <p:nvPr/>
        </p:nvSpPr>
        <p:spPr>
          <a:xfrm>
            <a:off x="5918132" y="4950967"/>
            <a:ext cx="292068" cy="307777"/>
          </a:xfrm>
          <a:prstGeom prst="rect">
            <a:avLst/>
          </a:prstGeom>
          <a:noFill/>
        </p:spPr>
        <p:txBody>
          <a:bodyPr wrap="none" rtlCol="0">
            <a:spAutoFit/>
          </a:bodyPr>
          <a:lstStyle/>
          <a:p>
            <a:pPr algn="ctr"/>
            <a:r>
              <a:rPr lang="en-US" altLang="zh-CN" sz="1400" dirty="0">
                <a:solidFill>
                  <a:schemeClr val="tx1"/>
                </a:solidFill>
                <a:latin typeface="Courier New" panose="02070309020205020404" pitchFamily="49" charset="0"/>
                <a:ea typeface="微软雅黑 Light" panose="020B0502040204020203" pitchFamily="34" charset="-122"/>
              </a:rPr>
              <a:t>…</a:t>
            </a:r>
            <a:endParaRPr lang="zh-CN" altLang="en-US" sz="1400" dirty="0">
              <a:solidFill>
                <a:schemeClr val="tx1"/>
              </a:solidFill>
              <a:latin typeface="Courier New" panose="02070309020205020404" pitchFamily="49" charset="0"/>
              <a:ea typeface="微软雅黑 Light" panose="020B0502040204020203" pitchFamily="34" charset="-122"/>
            </a:endParaRPr>
          </a:p>
        </p:txBody>
      </p:sp>
      <p:sp>
        <p:nvSpPr>
          <p:cNvPr id="60" name="文本框 59">
            <a:extLst>
              <a:ext uri="{FF2B5EF4-FFF2-40B4-BE49-F238E27FC236}">
                <a16:creationId xmlns:a16="http://schemas.microsoft.com/office/drawing/2014/main" id="{1233F8DC-F4F9-4AD3-A9FB-456940C4E51B}"/>
              </a:ext>
            </a:extLst>
          </p:cNvPr>
          <p:cNvSpPr txBox="1"/>
          <p:nvPr/>
        </p:nvSpPr>
        <p:spPr>
          <a:xfrm>
            <a:off x="7516874" y="3840111"/>
            <a:ext cx="399468" cy="307777"/>
          </a:xfrm>
          <a:prstGeom prst="rect">
            <a:avLst/>
          </a:prstGeom>
          <a:noFill/>
        </p:spPr>
        <p:txBody>
          <a:bodyPr wrap="none" rtlCol="0">
            <a:spAutoFit/>
          </a:bodyPr>
          <a:lstStyle/>
          <a:p>
            <a:pPr algn="ctr"/>
            <a:r>
              <a:rPr lang="en-US" altLang="zh-CN" sz="1400" dirty="0">
                <a:solidFill>
                  <a:schemeClr val="tx1"/>
                </a:solidFill>
                <a:latin typeface="Courier New" panose="02070309020205020404" pitchFamily="49" charset="0"/>
                <a:ea typeface="微软雅黑 Light" panose="020B0502040204020203" pitchFamily="34" charset="-122"/>
              </a:rPr>
              <a:t>Rn</a:t>
            </a:r>
            <a:endParaRPr lang="zh-CN" altLang="en-US" sz="1400" dirty="0">
              <a:solidFill>
                <a:schemeClr val="tx1"/>
              </a:solidFill>
              <a:latin typeface="Courier New" panose="02070309020205020404" pitchFamily="49" charset="0"/>
              <a:ea typeface="微软雅黑 Light" panose="020B0502040204020203" pitchFamily="34" charset="-122"/>
            </a:endParaRPr>
          </a:p>
        </p:txBody>
      </p:sp>
      <p:sp>
        <p:nvSpPr>
          <p:cNvPr id="61" name="文本框 60">
            <a:extLst>
              <a:ext uri="{FF2B5EF4-FFF2-40B4-BE49-F238E27FC236}">
                <a16:creationId xmlns:a16="http://schemas.microsoft.com/office/drawing/2014/main" id="{E4936CD9-EF94-4046-A6AE-396CD07A009F}"/>
              </a:ext>
            </a:extLst>
          </p:cNvPr>
          <p:cNvSpPr txBox="1"/>
          <p:nvPr/>
        </p:nvSpPr>
        <p:spPr>
          <a:xfrm>
            <a:off x="1985582" y="3001738"/>
            <a:ext cx="399468" cy="307777"/>
          </a:xfrm>
          <a:prstGeom prst="rect">
            <a:avLst/>
          </a:prstGeom>
          <a:noFill/>
        </p:spPr>
        <p:txBody>
          <a:bodyPr wrap="none" rtlCol="0">
            <a:spAutoFit/>
          </a:bodyPr>
          <a:lstStyle/>
          <a:p>
            <a:pPr algn="ctr"/>
            <a:r>
              <a:rPr lang="en-US" altLang="zh-CN" sz="1400" dirty="0">
                <a:solidFill>
                  <a:srgbClr val="FF0000"/>
                </a:solidFill>
                <a:latin typeface="Courier New" panose="02070309020205020404" pitchFamily="49" charset="0"/>
                <a:ea typeface="微软雅黑 Light" panose="020B0502040204020203" pitchFamily="34" charset="-122"/>
              </a:rPr>
              <a:t>H1</a:t>
            </a:r>
            <a:endParaRPr lang="zh-CN" altLang="en-US" sz="1400" dirty="0">
              <a:solidFill>
                <a:srgbClr val="FF0000"/>
              </a:solidFill>
              <a:latin typeface="Courier New" panose="02070309020205020404" pitchFamily="49" charset="0"/>
              <a:ea typeface="微软雅黑 Light" panose="020B0502040204020203" pitchFamily="34" charset="-122"/>
            </a:endParaRPr>
          </a:p>
        </p:txBody>
      </p:sp>
      <p:sp>
        <p:nvSpPr>
          <p:cNvPr id="62" name="文本框 61">
            <a:extLst>
              <a:ext uri="{FF2B5EF4-FFF2-40B4-BE49-F238E27FC236}">
                <a16:creationId xmlns:a16="http://schemas.microsoft.com/office/drawing/2014/main" id="{283DF2F3-A075-40F2-81B2-81F0B69B692E}"/>
              </a:ext>
            </a:extLst>
          </p:cNvPr>
          <p:cNvSpPr txBox="1"/>
          <p:nvPr/>
        </p:nvSpPr>
        <p:spPr>
          <a:xfrm>
            <a:off x="9743285" y="2997307"/>
            <a:ext cx="399468" cy="307777"/>
          </a:xfrm>
          <a:prstGeom prst="rect">
            <a:avLst/>
          </a:prstGeom>
          <a:noFill/>
        </p:spPr>
        <p:txBody>
          <a:bodyPr wrap="none" rtlCol="0">
            <a:spAutoFit/>
          </a:bodyPr>
          <a:lstStyle/>
          <a:p>
            <a:pPr algn="ctr"/>
            <a:r>
              <a:rPr lang="en-US" altLang="zh-CN" sz="1400" dirty="0">
                <a:solidFill>
                  <a:srgbClr val="FF0000"/>
                </a:solidFill>
                <a:latin typeface="Courier New" panose="02070309020205020404" pitchFamily="49" charset="0"/>
                <a:ea typeface="微软雅黑 Light" panose="020B0502040204020203" pitchFamily="34" charset="-122"/>
              </a:rPr>
              <a:t>H2</a:t>
            </a:r>
            <a:endParaRPr lang="zh-CN" altLang="en-US" sz="1400" dirty="0">
              <a:solidFill>
                <a:srgbClr val="FF0000"/>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7351758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500"/>
                                        <p:tgtEl>
                                          <p:spTgt spid="54"/>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5"/>
                                        </p:tgtEl>
                                        <p:attrNameLst>
                                          <p:attrName>style.visibility</p:attrName>
                                        </p:attrNameLst>
                                      </p:cBhvr>
                                      <p:to>
                                        <p:strVal val="visible"/>
                                      </p:to>
                                    </p:set>
                                    <p:animEffect transition="in" filter="wipe(left)">
                                      <p:cBhvr>
                                        <p:cTn id="11" dur="500"/>
                                        <p:tgtEl>
                                          <p:spTgt spid="55"/>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wipe(left)">
                                      <p:cBhvr>
                                        <p:cTn id="15" dur="500"/>
                                        <p:tgtEl>
                                          <p:spTgt spid="56"/>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7"/>
                                        </p:tgtEl>
                                        <p:attrNameLst>
                                          <p:attrName>style.visibility</p:attrName>
                                        </p:attrNameLst>
                                      </p:cBhvr>
                                      <p:to>
                                        <p:strVal val="visible"/>
                                      </p:to>
                                    </p:set>
                                    <p:animEffect transition="in" filter="wipe(left)">
                                      <p:cBhvr>
                                        <p:cTn id="19"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5" grpId="0" animBg="1"/>
      <p:bldP spid="56" grpId="0" animBg="1"/>
      <p:bldP spid="5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5050D50-6953-4337-9569-177DA752FCFD}"/>
              </a:ext>
            </a:extLst>
          </p:cNvPr>
          <p:cNvSpPr>
            <a:spLocks noGrp="1"/>
          </p:cNvSpPr>
          <p:nvPr>
            <p:ph type="title"/>
          </p:nvPr>
        </p:nvSpPr>
        <p:spPr/>
        <p:txBody>
          <a:bodyPr/>
          <a:lstStyle/>
          <a:p>
            <a:r>
              <a:rPr lang="zh-CN" altLang="en-US" dirty="0"/>
              <a:t>封装成帧</a:t>
            </a:r>
          </a:p>
        </p:txBody>
      </p:sp>
      <p:sp>
        <p:nvSpPr>
          <p:cNvPr id="15" name="文本占位符 14">
            <a:extLst>
              <a:ext uri="{FF2B5EF4-FFF2-40B4-BE49-F238E27FC236}">
                <a16:creationId xmlns:a16="http://schemas.microsoft.com/office/drawing/2014/main" id="{74BFDDE1-E268-49B3-9371-FA6B128FAFC7}"/>
              </a:ext>
            </a:extLst>
          </p:cNvPr>
          <p:cNvSpPr>
            <a:spLocks noGrp="1"/>
          </p:cNvSpPr>
          <p:nvPr>
            <p:ph type="body" sz="quarter" idx="11"/>
          </p:nvPr>
        </p:nvSpPr>
        <p:spPr/>
        <p:txBody>
          <a:bodyPr/>
          <a:lstStyle/>
          <a:p>
            <a:r>
              <a:rPr lang="en-US" altLang="zh-CN" dirty="0"/>
              <a:t>Framing</a:t>
            </a:r>
            <a:endParaRPr lang="zh-CN" altLang="en-US" dirty="0"/>
          </a:p>
        </p:txBody>
      </p:sp>
      <p:sp>
        <p:nvSpPr>
          <p:cNvPr id="4" name="文本占位符 3">
            <a:extLst>
              <a:ext uri="{FF2B5EF4-FFF2-40B4-BE49-F238E27FC236}">
                <a16:creationId xmlns:a16="http://schemas.microsoft.com/office/drawing/2014/main" id="{2DE43DC9-AE68-4F93-8E16-3762C505D522}"/>
              </a:ext>
            </a:extLst>
          </p:cNvPr>
          <p:cNvSpPr>
            <a:spLocks noGrp="1"/>
          </p:cNvSpPr>
          <p:nvPr>
            <p:ph type="body" sz="quarter" idx="12"/>
          </p:nvPr>
        </p:nvSpPr>
        <p:spPr/>
        <p:txBody>
          <a:bodyPr/>
          <a:lstStyle/>
          <a:p>
            <a:endParaRPr lang="zh-CN" altLang="en-US" dirty="0"/>
          </a:p>
        </p:txBody>
      </p:sp>
      <p:sp>
        <p:nvSpPr>
          <p:cNvPr id="24" name="文本框 23">
            <a:extLst>
              <a:ext uri="{FF2B5EF4-FFF2-40B4-BE49-F238E27FC236}">
                <a16:creationId xmlns:a16="http://schemas.microsoft.com/office/drawing/2014/main" id="{BFE2E6F1-A2FF-49A8-8577-AD095D1732D8}"/>
              </a:ext>
            </a:extLst>
          </p:cNvPr>
          <p:cNvSpPr txBox="1"/>
          <p:nvPr/>
        </p:nvSpPr>
        <p:spPr>
          <a:xfrm>
            <a:off x="5216102" y="3890206"/>
            <a:ext cx="873957" cy="307777"/>
          </a:xfrm>
          <a:prstGeom prst="rect">
            <a:avLst/>
          </a:prstGeom>
          <a:noFill/>
        </p:spPr>
        <p:txBody>
          <a:bodyPr wrap="none" rtlCol="0">
            <a:spAutoFit/>
          </a:bodyPr>
          <a:lstStyle/>
          <a:p>
            <a:pPr algn="ctr"/>
            <a:r>
              <a:rPr lang="en-US" altLang="zh-CN" sz="1400" dirty="0">
                <a:latin typeface="微软雅黑 Light" panose="020B0502040204020203" pitchFamily="34" charset="-122"/>
                <a:ea typeface="微软雅黑 Light" panose="020B0502040204020203" pitchFamily="34" charset="-122"/>
              </a:rPr>
              <a:t>IP</a:t>
            </a:r>
            <a:r>
              <a:rPr lang="zh-CN" altLang="en-US" sz="1400" dirty="0">
                <a:latin typeface="微软雅黑 Light" panose="020B0502040204020203" pitchFamily="34" charset="-122"/>
                <a:ea typeface="微软雅黑 Light" panose="020B0502040204020203" pitchFamily="34" charset="-122"/>
              </a:rPr>
              <a:t>数据报</a:t>
            </a:r>
          </a:p>
        </p:txBody>
      </p:sp>
      <p:sp>
        <p:nvSpPr>
          <p:cNvPr id="25" name="TextBox 16">
            <a:extLst>
              <a:ext uri="{FF2B5EF4-FFF2-40B4-BE49-F238E27FC236}">
                <a16:creationId xmlns:a16="http://schemas.microsoft.com/office/drawing/2014/main" id="{CEA49C32-5599-415E-80FD-8C6E3345DCAC}"/>
              </a:ext>
            </a:extLst>
          </p:cNvPr>
          <p:cNvSpPr txBox="1"/>
          <p:nvPr/>
        </p:nvSpPr>
        <p:spPr>
          <a:xfrm>
            <a:off x="757735" y="5354461"/>
            <a:ext cx="4498116" cy="830997"/>
          </a:xfrm>
          <a:prstGeom prst="rect">
            <a:avLst/>
          </a:prstGeom>
          <a:noFill/>
        </p:spPr>
        <p:txBody>
          <a:bodyPr wrap="square" lIns="91440" tIns="45720" rIns="91440" bIns="45720" rtlCol="0">
            <a:spAutoFit/>
          </a:bodyPr>
          <a:lstStyle/>
          <a:p>
            <a:pPr algn="just"/>
            <a:r>
              <a:rPr lang="en-US" sz="1600" dirty="0">
                <a:solidFill>
                  <a:schemeClr val="bg2">
                    <a:lumMod val="50000"/>
                  </a:schemeClr>
                </a:solidFill>
                <a:latin typeface="微软雅黑 Light" panose="020B0502040204020203" pitchFamily="34" charset="-122"/>
                <a:ea typeface="微软雅黑 Light" panose="020B0502040204020203" pitchFamily="34" charset="-122"/>
                <a:cs typeface="Calibri"/>
              </a:rPr>
              <a:t>MTU</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a:rPr>
              <a:t> </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Light"/>
              </a:rPr>
              <a:t>-  Maximum Transfer Unit</a:t>
            </a:r>
            <a:endParaRPr lang="en-US" sz="1600" dirty="0">
              <a:solidFill>
                <a:schemeClr val="bg2">
                  <a:lumMod val="50000"/>
                </a:schemeClr>
              </a:solidFill>
              <a:latin typeface="微软雅黑 Light" panose="020B0502040204020203" pitchFamily="34" charset="-122"/>
              <a:ea typeface="微软雅黑 Light" panose="020B0502040204020203" pitchFamily="34" charset="-122"/>
              <a:cs typeface="Calibri"/>
            </a:endParaRPr>
          </a:p>
          <a:p>
            <a:pPr algn="just"/>
            <a:r>
              <a:rPr lang="en-US" sz="1600" dirty="0">
                <a:solidFill>
                  <a:schemeClr val="bg2">
                    <a:lumMod val="50000"/>
                  </a:schemeClr>
                </a:solidFill>
                <a:latin typeface="微软雅黑 Light" panose="020B0502040204020203" pitchFamily="34" charset="-122"/>
                <a:ea typeface="微软雅黑 Light" panose="020B0502040204020203" pitchFamily="34" charset="-122"/>
                <a:cs typeface="Calibri"/>
              </a:rPr>
              <a:t>SOH</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a:rPr>
              <a:t> </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Light"/>
              </a:rPr>
              <a:t>-  </a:t>
            </a:r>
            <a:r>
              <a:rPr kumimoji="0" lang="en-US" altLang="zh-CN" sz="1600" u="none" strike="noStrike" kern="1200" cap="none" spc="0" normalizeH="0" baseline="0" noProof="0" dirty="0">
                <a:ln>
                  <a:noFill/>
                </a:ln>
                <a:solidFill>
                  <a:schemeClr val="bg2">
                    <a:lumMod val="50000"/>
                  </a:schemeClr>
                </a:solidFill>
                <a:effectLst/>
                <a:uLnTx/>
                <a:uFillTx/>
                <a:latin typeface="微软雅黑 Light" panose="020B0502040204020203" pitchFamily="34" charset="-122"/>
                <a:ea typeface="微软雅黑 Light" panose="020B0502040204020203" pitchFamily="34" charset="-122"/>
                <a:cs typeface="Calibri Light"/>
              </a:rPr>
              <a:t>Start O</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Light"/>
              </a:rPr>
              <a:t>f Header – </a:t>
            </a:r>
            <a:r>
              <a:rPr lang="zh-CN" altLang="en-US" sz="1600" dirty="0">
                <a:solidFill>
                  <a:schemeClr val="bg2">
                    <a:lumMod val="50000"/>
                  </a:schemeClr>
                </a:solidFill>
                <a:latin typeface="微软雅黑 Light" panose="020B0502040204020203" pitchFamily="34" charset="-122"/>
                <a:ea typeface="微软雅黑 Light" panose="020B0502040204020203" pitchFamily="34" charset="-122"/>
                <a:cs typeface="Calibri Light"/>
              </a:rPr>
              <a:t>编码：</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Light"/>
              </a:rPr>
              <a:t>01</a:t>
            </a:r>
            <a:endParaRPr lang="en-US" sz="1600" dirty="0">
              <a:solidFill>
                <a:schemeClr val="bg2">
                  <a:lumMod val="50000"/>
                </a:schemeClr>
              </a:solidFill>
              <a:latin typeface="微软雅黑 Light" panose="020B0502040204020203" pitchFamily="34" charset="-122"/>
              <a:ea typeface="微软雅黑 Light" panose="020B0502040204020203" pitchFamily="34" charset="-122"/>
              <a:cs typeface="Calibri"/>
            </a:endParaRPr>
          </a:p>
          <a:p>
            <a:pPr algn="just"/>
            <a:r>
              <a:rPr lang="en-US" sz="1600" dirty="0">
                <a:solidFill>
                  <a:schemeClr val="bg2">
                    <a:lumMod val="50000"/>
                  </a:schemeClr>
                </a:solidFill>
                <a:latin typeface="微软雅黑 Light" panose="020B0502040204020203" pitchFamily="34" charset="-122"/>
                <a:ea typeface="微软雅黑 Light" panose="020B0502040204020203" pitchFamily="34" charset="-122"/>
                <a:cs typeface="Calibri"/>
              </a:rPr>
              <a:t>EOH</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a:rPr>
              <a:t> </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Light"/>
              </a:rPr>
              <a:t>-  End Of Header – </a:t>
            </a:r>
            <a:r>
              <a:rPr lang="zh-CN" altLang="en-US" sz="1600" dirty="0">
                <a:solidFill>
                  <a:schemeClr val="bg2">
                    <a:lumMod val="50000"/>
                  </a:schemeClr>
                </a:solidFill>
                <a:latin typeface="微软雅黑 Light" panose="020B0502040204020203" pitchFamily="34" charset="-122"/>
                <a:ea typeface="微软雅黑 Light" panose="020B0502040204020203" pitchFamily="34" charset="-122"/>
                <a:cs typeface="Calibri Light"/>
              </a:rPr>
              <a:t>编码：</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Light"/>
              </a:rPr>
              <a:t>04</a:t>
            </a:r>
            <a:endPar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a:endParaRPr>
          </a:p>
        </p:txBody>
      </p:sp>
      <p:sp>
        <p:nvSpPr>
          <p:cNvPr id="26" name="箭头: 左 25">
            <a:extLst>
              <a:ext uri="{FF2B5EF4-FFF2-40B4-BE49-F238E27FC236}">
                <a16:creationId xmlns:a16="http://schemas.microsoft.com/office/drawing/2014/main" id="{2CAC4102-61AD-47C2-91D4-B5229F0CD89D}"/>
              </a:ext>
            </a:extLst>
          </p:cNvPr>
          <p:cNvSpPr/>
          <p:nvPr/>
        </p:nvSpPr>
        <p:spPr>
          <a:xfrm flipH="1">
            <a:off x="7511154" y="3906499"/>
            <a:ext cx="559424" cy="126984"/>
          </a:xfrm>
          <a:prstGeom prst="left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文本框 26">
            <a:extLst>
              <a:ext uri="{FF2B5EF4-FFF2-40B4-BE49-F238E27FC236}">
                <a16:creationId xmlns:a16="http://schemas.microsoft.com/office/drawing/2014/main" id="{82E1627E-FB36-4D31-B072-D42D8B771EA1}"/>
              </a:ext>
            </a:extLst>
          </p:cNvPr>
          <p:cNvSpPr txBox="1"/>
          <p:nvPr/>
        </p:nvSpPr>
        <p:spPr>
          <a:xfrm>
            <a:off x="8189803" y="3800714"/>
            <a:ext cx="595035" cy="338554"/>
          </a:xfrm>
          <a:prstGeom prst="rect">
            <a:avLst/>
          </a:prstGeom>
          <a:noFill/>
        </p:spPr>
        <p:txBody>
          <a:bodyPr wrap="none" rtlCol="0">
            <a:spAutoFit/>
          </a:bodyPr>
          <a:lstStyle/>
          <a:p>
            <a:pPr algn="ctr"/>
            <a:r>
              <a:rPr lang="zh-CN" altLang="en-US" sz="1600" dirty="0">
                <a:latin typeface="微软雅黑 Light" panose="020B0502040204020203" pitchFamily="34" charset="-122"/>
                <a:ea typeface="微软雅黑 Light" panose="020B0502040204020203" pitchFamily="34" charset="-122"/>
              </a:rPr>
              <a:t>发送</a:t>
            </a:r>
          </a:p>
        </p:txBody>
      </p:sp>
      <p:graphicFrame>
        <p:nvGraphicFramePr>
          <p:cNvPr id="7" name="表格 7">
            <a:extLst>
              <a:ext uri="{FF2B5EF4-FFF2-40B4-BE49-F238E27FC236}">
                <a16:creationId xmlns:a16="http://schemas.microsoft.com/office/drawing/2014/main" id="{CFA876D9-74F2-4E41-9C9A-E2FD63BF6CBE}"/>
              </a:ext>
            </a:extLst>
          </p:cNvPr>
          <p:cNvGraphicFramePr>
            <a:graphicFrameLocks noGrp="1"/>
          </p:cNvGraphicFramePr>
          <p:nvPr>
            <p:extLst>
              <p:ext uri="{D42A27DB-BD31-4B8C-83A1-F6EECF244321}">
                <p14:modId xmlns:p14="http://schemas.microsoft.com/office/powerpoint/2010/main" val="2726031419"/>
              </p:ext>
            </p:extLst>
          </p:nvPr>
        </p:nvGraphicFramePr>
        <p:xfrm>
          <a:off x="2671482" y="3753991"/>
          <a:ext cx="4781598" cy="432000"/>
        </p:xfrm>
        <a:graphic>
          <a:graphicData uri="http://schemas.openxmlformats.org/drawingml/2006/table">
            <a:tbl>
              <a:tblPr bandRow="1">
                <a:tableStyleId>{638B1855-1B75-4FBE-930C-398BA8C253C6}</a:tableStyleId>
              </a:tblPr>
              <a:tblGrid>
                <a:gridCol w="1593866">
                  <a:extLst>
                    <a:ext uri="{9D8B030D-6E8A-4147-A177-3AD203B41FA5}">
                      <a16:colId xmlns:a16="http://schemas.microsoft.com/office/drawing/2014/main" val="627451869"/>
                    </a:ext>
                  </a:extLst>
                </a:gridCol>
                <a:gridCol w="1593866">
                  <a:extLst>
                    <a:ext uri="{9D8B030D-6E8A-4147-A177-3AD203B41FA5}">
                      <a16:colId xmlns:a16="http://schemas.microsoft.com/office/drawing/2014/main" val="2701557470"/>
                    </a:ext>
                  </a:extLst>
                </a:gridCol>
                <a:gridCol w="1593866">
                  <a:extLst>
                    <a:ext uri="{9D8B030D-6E8A-4147-A177-3AD203B41FA5}">
                      <a16:colId xmlns:a16="http://schemas.microsoft.com/office/drawing/2014/main" val="3426837699"/>
                    </a:ext>
                  </a:extLst>
                </a:gridCol>
              </a:tblGrid>
              <a:tr h="432000">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EOH</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tc>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Data-MTU</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solidFill>
                      <a:schemeClr val="bg1">
                        <a:lumMod val="50000"/>
                        <a:alpha val="20000"/>
                      </a:schemeClr>
                    </a:solidFill>
                  </a:tcPr>
                </a:tc>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SOH</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tc>
                <a:extLst>
                  <a:ext uri="{0D108BD9-81ED-4DB2-BD59-A6C34878D82A}">
                    <a16:rowId xmlns:a16="http://schemas.microsoft.com/office/drawing/2014/main" val="2856997385"/>
                  </a:ext>
                </a:extLst>
              </a:tr>
            </a:tbl>
          </a:graphicData>
        </a:graphic>
      </p:graphicFrame>
      <p:grpSp>
        <p:nvGrpSpPr>
          <p:cNvPr id="33" name="组合 32">
            <a:extLst>
              <a:ext uri="{FF2B5EF4-FFF2-40B4-BE49-F238E27FC236}">
                <a16:creationId xmlns:a16="http://schemas.microsoft.com/office/drawing/2014/main" id="{2094412E-9E1E-44A6-80E4-3AF8C53D7634}"/>
              </a:ext>
            </a:extLst>
          </p:cNvPr>
          <p:cNvGrpSpPr>
            <a:grpSpLocks noChangeAspect="1"/>
          </p:cNvGrpSpPr>
          <p:nvPr/>
        </p:nvGrpSpPr>
        <p:grpSpPr>
          <a:xfrm>
            <a:off x="238125" y="5229959"/>
            <a:ext cx="429262" cy="1080000"/>
            <a:chOff x="2502883" y="745871"/>
            <a:chExt cx="1886020" cy="4745130"/>
          </a:xfrm>
        </p:grpSpPr>
        <p:sp>
          <p:nvSpPr>
            <p:cNvPr id="34" name="任意多边形: 形状 33">
              <a:extLst>
                <a:ext uri="{FF2B5EF4-FFF2-40B4-BE49-F238E27FC236}">
                  <a16:creationId xmlns:a16="http://schemas.microsoft.com/office/drawing/2014/main" id="{6BD42E4D-A864-4F67-B0E6-1BB1C16F1CBE}"/>
                </a:ext>
              </a:extLst>
            </p:cNvPr>
            <p:cNvSpPr/>
            <p:nvPr/>
          </p:nvSpPr>
          <p:spPr>
            <a:xfrm>
              <a:off x="2502883" y="745871"/>
              <a:ext cx="1886020" cy="4734469"/>
            </a:xfrm>
            <a:custGeom>
              <a:avLst/>
              <a:gdLst>
                <a:gd name="connsiteX0" fmla="*/ 1884245 w 1886020"/>
                <a:gd name="connsiteY0" fmla="*/ 523393 h 4734469"/>
                <a:gd name="connsiteX1" fmla="*/ 1874265 w 1886020"/>
                <a:gd name="connsiteY1" fmla="*/ 495786 h 4734469"/>
                <a:gd name="connsiteX2" fmla="*/ 1867783 w 1886020"/>
                <a:gd name="connsiteY2" fmla="*/ 465103 h 4734469"/>
                <a:gd name="connsiteX3" fmla="*/ 1850007 w 1886020"/>
                <a:gd name="connsiteY3" fmla="*/ 460490 h 4734469"/>
                <a:gd name="connsiteX4" fmla="*/ 1844762 w 1886020"/>
                <a:gd name="connsiteY4" fmla="*/ 448260 h 4734469"/>
                <a:gd name="connsiteX5" fmla="*/ 1805863 w 1886020"/>
                <a:gd name="connsiteY5" fmla="*/ 417944 h 4734469"/>
                <a:gd name="connsiteX6" fmla="*/ 1870331 w 1886020"/>
                <a:gd name="connsiteY6" fmla="*/ 358921 h 4734469"/>
                <a:gd name="connsiteX7" fmla="*/ 1861299 w 1886020"/>
                <a:gd name="connsiteY7" fmla="*/ 324137 h 4734469"/>
                <a:gd name="connsiteX8" fmla="*/ 1851393 w 1886020"/>
                <a:gd name="connsiteY8" fmla="*/ 326774 h 4734469"/>
                <a:gd name="connsiteX9" fmla="*/ 1796830 w 1886020"/>
                <a:gd name="connsiteY9" fmla="*/ 349255 h 4734469"/>
                <a:gd name="connsiteX10" fmla="*/ 1765943 w 1886020"/>
                <a:gd name="connsiteY10" fmla="*/ 363534 h 4734469"/>
                <a:gd name="connsiteX11" fmla="*/ 1693315 w 1886020"/>
                <a:gd name="connsiteY11" fmla="*/ 436543 h 4734469"/>
                <a:gd name="connsiteX12" fmla="*/ 1648150 w 1886020"/>
                <a:gd name="connsiteY12" fmla="*/ 518706 h 4734469"/>
                <a:gd name="connsiteX13" fmla="*/ 1638535 w 1886020"/>
                <a:gd name="connsiteY13" fmla="*/ 574946 h 4734469"/>
                <a:gd name="connsiteX14" fmla="*/ 1638663 w 1886020"/>
                <a:gd name="connsiteY14" fmla="*/ 580662 h 4734469"/>
                <a:gd name="connsiteX15" fmla="*/ 1613134 w 1886020"/>
                <a:gd name="connsiteY15" fmla="*/ 587941 h 4734469"/>
                <a:gd name="connsiteX16" fmla="*/ 1591981 w 1886020"/>
                <a:gd name="connsiteY16" fmla="*/ 643937 h 4734469"/>
                <a:gd name="connsiteX17" fmla="*/ 1578159 w 1886020"/>
                <a:gd name="connsiteY17" fmla="*/ 669479 h 4734469"/>
                <a:gd name="connsiteX18" fmla="*/ 1563141 w 1886020"/>
                <a:gd name="connsiteY18" fmla="*/ 681284 h 4734469"/>
                <a:gd name="connsiteX19" fmla="*/ 1533375 w 1886020"/>
                <a:gd name="connsiteY19" fmla="*/ 756751 h 4734469"/>
                <a:gd name="connsiteX20" fmla="*/ 1485671 w 1886020"/>
                <a:gd name="connsiteY20" fmla="*/ 856861 h 4734469"/>
                <a:gd name="connsiteX21" fmla="*/ 1415921 w 1886020"/>
                <a:gd name="connsiteY21" fmla="*/ 918590 h 4734469"/>
                <a:gd name="connsiteX22" fmla="*/ 1406812 w 1886020"/>
                <a:gd name="connsiteY22" fmla="*/ 937801 h 4734469"/>
                <a:gd name="connsiteX23" fmla="*/ 1382456 w 1886020"/>
                <a:gd name="connsiteY23" fmla="*/ 945325 h 4734469"/>
                <a:gd name="connsiteX24" fmla="*/ 1315988 w 1886020"/>
                <a:gd name="connsiteY24" fmla="*/ 955470 h 4734469"/>
                <a:gd name="connsiteX25" fmla="*/ 1237040 w 1886020"/>
                <a:gd name="connsiteY25" fmla="*/ 944378 h 4734469"/>
                <a:gd name="connsiteX26" fmla="*/ 1220194 w 1886020"/>
                <a:gd name="connsiteY26" fmla="*/ 945880 h 4734469"/>
                <a:gd name="connsiteX27" fmla="*/ 1206377 w 1886020"/>
                <a:gd name="connsiteY27" fmla="*/ 941040 h 4734469"/>
                <a:gd name="connsiteX28" fmla="*/ 1175042 w 1886020"/>
                <a:gd name="connsiteY28" fmla="*/ 928647 h 4734469"/>
                <a:gd name="connsiteX29" fmla="*/ 1145313 w 1886020"/>
                <a:gd name="connsiteY29" fmla="*/ 940191 h 4734469"/>
                <a:gd name="connsiteX30" fmla="*/ 1126295 w 1886020"/>
                <a:gd name="connsiteY30" fmla="*/ 912187 h 4734469"/>
                <a:gd name="connsiteX31" fmla="*/ 1097455 w 1886020"/>
                <a:gd name="connsiteY31" fmla="*/ 898352 h 4734469"/>
                <a:gd name="connsiteX32" fmla="*/ 1087927 w 1886020"/>
                <a:gd name="connsiteY32" fmla="*/ 876721 h 4734469"/>
                <a:gd name="connsiteX33" fmla="*/ 1059155 w 1886020"/>
                <a:gd name="connsiteY33" fmla="*/ 877769 h 4734469"/>
                <a:gd name="connsiteX34" fmla="*/ 990638 w 1886020"/>
                <a:gd name="connsiteY34" fmla="*/ 848823 h 4734469"/>
                <a:gd name="connsiteX35" fmla="*/ 927078 w 1886020"/>
                <a:gd name="connsiteY35" fmla="*/ 829834 h 4734469"/>
                <a:gd name="connsiteX36" fmla="*/ 917154 w 1886020"/>
                <a:gd name="connsiteY36" fmla="*/ 810211 h 4734469"/>
                <a:gd name="connsiteX37" fmla="*/ 909914 w 1886020"/>
                <a:gd name="connsiteY37" fmla="*/ 795381 h 4734469"/>
                <a:gd name="connsiteX38" fmla="*/ 871407 w 1886020"/>
                <a:gd name="connsiteY38" fmla="*/ 783885 h 4734469"/>
                <a:gd name="connsiteX39" fmla="*/ 826658 w 1886020"/>
                <a:gd name="connsiteY39" fmla="*/ 791587 h 4734469"/>
                <a:gd name="connsiteX40" fmla="*/ 825164 w 1886020"/>
                <a:gd name="connsiteY40" fmla="*/ 785828 h 4734469"/>
                <a:gd name="connsiteX41" fmla="*/ 775558 w 1886020"/>
                <a:gd name="connsiteY41" fmla="*/ 724921 h 4734469"/>
                <a:gd name="connsiteX42" fmla="*/ 716782 w 1886020"/>
                <a:gd name="connsiteY42" fmla="*/ 701026 h 4734469"/>
                <a:gd name="connsiteX43" fmla="*/ 716446 w 1886020"/>
                <a:gd name="connsiteY43" fmla="*/ 695553 h 4734469"/>
                <a:gd name="connsiteX44" fmla="*/ 728319 w 1886020"/>
                <a:gd name="connsiteY44" fmla="*/ 619469 h 4734469"/>
                <a:gd name="connsiteX45" fmla="*/ 731107 w 1886020"/>
                <a:gd name="connsiteY45" fmla="*/ 611455 h 4734469"/>
                <a:gd name="connsiteX46" fmla="*/ 925349 w 1886020"/>
                <a:gd name="connsiteY46" fmla="*/ 278594 h 4734469"/>
                <a:gd name="connsiteX47" fmla="*/ 853616 w 1886020"/>
                <a:gd name="connsiteY47" fmla="*/ 154334 h 4734469"/>
                <a:gd name="connsiteX48" fmla="*/ 851478 w 1886020"/>
                <a:gd name="connsiteY48" fmla="*/ 137960 h 4734469"/>
                <a:gd name="connsiteX49" fmla="*/ 835001 w 1886020"/>
                <a:gd name="connsiteY49" fmla="*/ 106065 h 4734469"/>
                <a:gd name="connsiteX50" fmla="*/ 778219 w 1886020"/>
                <a:gd name="connsiteY50" fmla="*/ 54216 h 4734469"/>
                <a:gd name="connsiteX51" fmla="*/ 755492 w 1886020"/>
                <a:gd name="connsiteY51" fmla="*/ 43891 h 4734469"/>
                <a:gd name="connsiteX52" fmla="*/ 632527 w 1886020"/>
                <a:gd name="connsiteY52" fmla="*/ -120 h 4734469"/>
                <a:gd name="connsiteX53" fmla="*/ 511529 w 1886020"/>
                <a:gd name="connsiteY53" fmla="*/ 21702 h 4734469"/>
                <a:gd name="connsiteX54" fmla="*/ 508469 w 1886020"/>
                <a:gd name="connsiteY54" fmla="*/ 21555 h 4734469"/>
                <a:gd name="connsiteX55" fmla="*/ 505410 w 1886020"/>
                <a:gd name="connsiteY55" fmla="*/ 21409 h 4734469"/>
                <a:gd name="connsiteX56" fmla="*/ 501768 w 1886020"/>
                <a:gd name="connsiteY56" fmla="*/ 21043 h 4734469"/>
                <a:gd name="connsiteX57" fmla="*/ 469278 w 1886020"/>
                <a:gd name="connsiteY57" fmla="*/ 25730 h 4734469"/>
                <a:gd name="connsiteX58" fmla="*/ 463524 w 1886020"/>
                <a:gd name="connsiteY58" fmla="*/ 36933 h 4734469"/>
                <a:gd name="connsiteX59" fmla="*/ 461484 w 1886020"/>
                <a:gd name="connsiteY59" fmla="*/ 40668 h 4734469"/>
                <a:gd name="connsiteX60" fmla="*/ 461484 w 1886020"/>
                <a:gd name="connsiteY60" fmla="*/ 40668 h 4734469"/>
                <a:gd name="connsiteX61" fmla="*/ 456312 w 1886020"/>
                <a:gd name="connsiteY61" fmla="*/ 47698 h 4734469"/>
                <a:gd name="connsiteX62" fmla="*/ 456312 w 1886020"/>
                <a:gd name="connsiteY62" fmla="*/ 47698 h 4734469"/>
                <a:gd name="connsiteX63" fmla="*/ 403061 w 1886020"/>
                <a:gd name="connsiteY63" fmla="*/ 77869 h 4734469"/>
                <a:gd name="connsiteX64" fmla="*/ 324532 w 1886020"/>
                <a:gd name="connsiteY64" fmla="*/ 186540 h 4734469"/>
                <a:gd name="connsiteX65" fmla="*/ 325625 w 1886020"/>
                <a:gd name="connsiteY65" fmla="*/ 324210 h 4734469"/>
                <a:gd name="connsiteX66" fmla="*/ 354726 w 1886020"/>
                <a:gd name="connsiteY66" fmla="*/ 387041 h 4734469"/>
                <a:gd name="connsiteX67" fmla="*/ 354729 w 1886020"/>
                <a:gd name="connsiteY67" fmla="*/ 387125 h 4734469"/>
                <a:gd name="connsiteX68" fmla="*/ 354368 w 1886020"/>
                <a:gd name="connsiteY68" fmla="*/ 386850 h 4734469"/>
                <a:gd name="connsiteX69" fmla="*/ 242435 w 1886020"/>
                <a:gd name="connsiteY69" fmla="*/ 498129 h 4734469"/>
                <a:gd name="connsiteX70" fmla="*/ 361648 w 1886020"/>
                <a:gd name="connsiteY70" fmla="*/ 435424 h 4734469"/>
                <a:gd name="connsiteX71" fmla="*/ 363141 w 1886020"/>
                <a:gd name="connsiteY71" fmla="*/ 441669 h 4734469"/>
                <a:gd name="connsiteX72" fmla="*/ 385505 w 1886020"/>
                <a:gd name="connsiteY72" fmla="*/ 505671 h 4734469"/>
                <a:gd name="connsiteX73" fmla="*/ 435987 w 1886020"/>
                <a:gd name="connsiteY73" fmla="*/ 563961 h 4734469"/>
                <a:gd name="connsiteX74" fmla="*/ 453319 w 1886020"/>
                <a:gd name="connsiteY74" fmla="*/ 565943 h 4734469"/>
                <a:gd name="connsiteX75" fmla="*/ 457839 w 1886020"/>
                <a:gd name="connsiteY75" fmla="*/ 565708 h 4734469"/>
                <a:gd name="connsiteX76" fmla="*/ 446055 w 1886020"/>
                <a:gd name="connsiteY76" fmla="*/ 677019 h 4734469"/>
                <a:gd name="connsiteX77" fmla="*/ 404147 w 1886020"/>
                <a:gd name="connsiteY77" fmla="*/ 688604 h 4734469"/>
                <a:gd name="connsiteX78" fmla="*/ 387200 w 1886020"/>
                <a:gd name="connsiteY78" fmla="*/ 697652 h 4734469"/>
                <a:gd name="connsiteX79" fmla="*/ 369682 w 1886020"/>
                <a:gd name="connsiteY79" fmla="*/ 689015 h 4734469"/>
                <a:gd name="connsiteX80" fmla="*/ 245299 w 1886020"/>
                <a:gd name="connsiteY80" fmla="*/ 695605 h 4734469"/>
                <a:gd name="connsiteX81" fmla="*/ 143191 w 1886020"/>
                <a:gd name="connsiteY81" fmla="*/ 869154 h 4734469"/>
                <a:gd name="connsiteX82" fmla="*/ 97334 w 1886020"/>
                <a:gd name="connsiteY82" fmla="*/ 900423 h 4734469"/>
                <a:gd name="connsiteX83" fmla="*/ 89426 w 1886020"/>
                <a:gd name="connsiteY83" fmla="*/ 915458 h 4734469"/>
                <a:gd name="connsiteX84" fmla="*/ 75452 w 1886020"/>
                <a:gd name="connsiteY84" fmla="*/ 925468 h 4734469"/>
                <a:gd name="connsiteX85" fmla="*/ 27541 w 1886020"/>
                <a:gd name="connsiteY85" fmla="*/ 953154 h 4734469"/>
                <a:gd name="connsiteX86" fmla="*/ -34 w 1886020"/>
                <a:gd name="connsiteY86" fmla="*/ 999620 h 4734469"/>
                <a:gd name="connsiteX87" fmla="*/ 8434 w 1886020"/>
                <a:gd name="connsiteY87" fmla="*/ 1038698 h 4734469"/>
                <a:gd name="connsiteX88" fmla="*/ 40317 w 1886020"/>
                <a:gd name="connsiteY88" fmla="*/ 1099798 h 4734469"/>
                <a:gd name="connsiteX89" fmla="*/ 27433 w 1886020"/>
                <a:gd name="connsiteY89" fmla="*/ 1130006 h 4734469"/>
                <a:gd name="connsiteX90" fmla="*/ 38612 w 1886020"/>
                <a:gd name="connsiteY90" fmla="*/ 1216252 h 4734469"/>
                <a:gd name="connsiteX91" fmla="*/ 27292 w 1886020"/>
                <a:gd name="connsiteY91" fmla="*/ 1291511 h 4734469"/>
                <a:gd name="connsiteX92" fmla="*/ 78979 w 1886020"/>
                <a:gd name="connsiteY92" fmla="*/ 1580927 h 4734469"/>
                <a:gd name="connsiteX93" fmla="*/ 91251 w 1886020"/>
                <a:gd name="connsiteY93" fmla="*/ 1628525 h 4734469"/>
                <a:gd name="connsiteX94" fmla="*/ 70077 w 1886020"/>
                <a:gd name="connsiteY94" fmla="*/ 1716517 h 4734469"/>
                <a:gd name="connsiteX95" fmla="*/ 107198 w 1886020"/>
                <a:gd name="connsiteY95" fmla="*/ 1902274 h 4734469"/>
                <a:gd name="connsiteX96" fmla="*/ 105750 w 1886020"/>
                <a:gd name="connsiteY96" fmla="*/ 1989837 h 4734469"/>
                <a:gd name="connsiteX97" fmla="*/ 130737 w 1886020"/>
                <a:gd name="connsiteY97" fmla="*/ 2042751 h 4734469"/>
                <a:gd name="connsiteX98" fmla="*/ 163624 w 1886020"/>
                <a:gd name="connsiteY98" fmla="*/ 2141265 h 4734469"/>
                <a:gd name="connsiteX99" fmla="*/ 236572 w 1886020"/>
                <a:gd name="connsiteY99" fmla="*/ 2228163 h 4734469"/>
                <a:gd name="connsiteX100" fmla="*/ 236300 w 1886020"/>
                <a:gd name="connsiteY100" fmla="*/ 2412053 h 4734469"/>
                <a:gd name="connsiteX101" fmla="*/ 265444 w 1886020"/>
                <a:gd name="connsiteY101" fmla="*/ 2401299 h 4734469"/>
                <a:gd name="connsiteX102" fmla="*/ 330016 w 1886020"/>
                <a:gd name="connsiteY102" fmla="*/ 2655748 h 4734469"/>
                <a:gd name="connsiteX103" fmla="*/ 376474 w 1886020"/>
                <a:gd name="connsiteY103" fmla="*/ 2730632 h 4734469"/>
                <a:gd name="connsiteX104" fmla="*/ 394604 w 1886020"/>
                <a:gd name="connsiteY104" fmla="*/ 2789975 h 4734469"/>
                <a:gd name="connsiteX105" fmla="*/ 446089 w 1886020"/>
                <a:gd name="connsiteY105" fmla="*/ 3004200 h 4734469"/>
                <a:gd name="connsiteX106" fmla="*/ 469814 w 1886020"/>
                <a:gd name="connsiteY106" fmla="*/ 3180333 h 4734469"/>
                <a:gd name="connsiteX107" fmla="*/ 481889 w 1886020"/>
                <a:gd name="connsiteY107" fmla="*/ 3300881 h 4734469"/>
                <a:gd name="connsiteX108" fmla="*/ 497206 w 1886020"/>
                <a:gd name="connsiteY108" fmla="*/ 3322008 h 4734469"/>
                <a:gd name="connsiteX109" fmla="*/ 497458 w 1886020"/>
                <a:gd name="connsiteY109" fmla="*/ 3349846 h 4734469"/>
                <a:gd name="connsiteX110" fmla="*/ 472035 w 1886020"/>
                <a:gd name="connsiteY110" fmla="*/ 3558699 h 4734469"/>
                <a:gd name="connsiteX111" fmla="*/ 455363 w 1886020"/>
                <a:gd name="connsiteY111" fmla="*/ 3581867 h 4734469"/>
                <a:gd name="connsiteX112" fmla="*/ 376617 w 1886020"/>
                <a:gd name="connsiteY112" fmla="*/ 3789983 h 4734469"/>
                <a:gd name="connsiteX113" fmla="*/ 323803 w 1886020"/>
                <a:gd name="connsiteY113" fmla="*/ 4224670 h 4734469"/>
                <a:gd name="connsiteX114" fmla="*/ 269897 w 1886020"/>
                <a:gd name="connsiteY114" fmla="*/ 4290356 h 4734469"/>
                <a:gd name="connsiteX115" fmla="*/ 242653 w 1886020"/>
                <a:gd name="connsiteY115" fmla="*/ 4425902 h 4734469"/>
                <a:gd name="connsiteX116" fmla="*/ 245130 w 1886020"/>
                <a:gd name="connsiteY116" fmla="*/ 4448237 h 4734469"/>
                <a:gd name="connsiteX117" fmla="*/ 268367 w 1886020"/>
                <a:gd name="connsiteY117" fmla="*/ 4467643 h 4734469"/>
                <a:gd name="connsiteX118" fmla="*/ 281062 w 1886020"/>
                <a:gd name="connsiteY118" fmla="*/ 4473643 h 4734469"/>
                <a:gd name="connsiteX119" fmla="*/ 273678 w 1886020"/>
                <a:gd name="connsiteY119" fmla="*/ 4504884 h 4734469"/>
                <a:gd name="connsiteX120" fmla="*/ 223785 w 1886020"/>
                <a:gd name="connsiteY120" fmla="*/ 4478920 h 4734469"/>
                <a:gd name="connsiteX121" fmla="*/ 197562 w 1886020"/>
                <a:gd name="connsiteY121" fmla="*/ 4694067 h 4734469"/>
                <a:gd name="connsiteX122" fmla="*/ 200110 w 1886020"/>
                <a:gd name="connsiteY122" fmla="*/ 4707613 h 4734469"/>
                <a:gd name="connsiteX123" fmla="*/ 217011 w 1886020"/>
                <a:gd name="connsiteY123" fmla="*/ 4715815 h 4734469"/>
                <a:gd name="connsiteX124" fmla="*/ 430232 w 1886020"/>
                <a:gd name="connsiteY124" fmla="*/ 4734343 h 4734469"/>
                <a:gd name="connsiteX125" fmla="*/ 603607 w 1886020"/>
                <a:gd name="connsiteY125" fmla="*/ 4725262 h 4734469"/>
                <a:gd name="connsiteX126" fmla="*/ 662684 w 1886020"/>
                <a:gd name="connsiteY126" fmla="*/ 4720722 h 4734469"/>
                <a:gd name="connsiteX127" fmla="*/ 843635 w 1886020"/>
                <a:gd name="connsiteY127" fmla="*/ 4698241 h 4734469"/>
                <a:gd name="connsiteX128" fmla="*/ 916335 w 1886020"/>
                <a:gd name="connsiteY128" fmla="*/ 4666093 h 4734469"/>
                <a:gd name="connsiteX129" fmla="*/ 932144 w 1886020"/>
                <a:gd name="connsiteY129" fmla="*/ 4593231 h 4734469"/>
                <a:gd name="connsiteX130" fmla="*/ 932070 w 1886020"/>
                <a:gd name="connsiteY130" fmla="*/ 4593011 h 4734469"/>
                <a:gd name="connsiteX131" fmla="*/ 844873 w 1886020"/>
                <a:gd name="connsiteY131" fmla="*/ 4558374 h 4734469"/>
                <a:gd name="connsiteX132" fmla="*/ 753524 w 1886020"/>
                <a:gd name="connsiteY132" fmla="*/ 4529302 h 4734469"/>
                <a:gd name="connsiteX133" fmla="*/ 734593 w 1886020"/>
                <a:gd name="connsiteY133" fmla="*/ 4518606 h 4734469"/>
                <a:gd name="connsiteX134" fmla="*/ 739537 w 1886020"/>
                <a:gd name="connsiteY134" fmla="*/ 4517219 h 4734469"/>
                <a:gd name="connsiteX135" fmla="*/ 815225 w 1886020"/>
                <a:gd name="connsiteY135" fmla="*/ 4473721 h 4734469"/>
                <a:gd name="connsiteX136" fmla="*/ 913204 w 1886020"/>
                <a:gd name="connsiteY136" fmla="*/ 4451240 h 4734469"/>
                <a:gd name="connsiteX137" fmla="*/ 1008777 w 1886020"/>
                <a:gd name="connsiteY137" fmla="*/ 4421948 h 4734469"/>
                <a:gd name="connsiteX138" fmla="*/ 1047167 w 1886020"/>
                <a:gd name="connsiteY138" fmla="*/ 4341177 h 4734469"/>
                <a:gd name="connsiteX139" fmla="*/ 1045565 w 1886020"/>
                <a:gd name="connsiteY139" fmla="*/ 4334806 h 4734469"/>
                <a:gd name="connsiteX140" fmla="*/ 966018 w 1886020"/>
                <a:gd name="connsiteY140" fmla="*/ 4275418 h 4734469"/>
                <a:gd name="connsiteX141" fmla="*/ 869350 w 1886020"/>
                <a:gd name="connsiteY141" fmla="*/ 4240780 h 4734469"/>
                <a:gd name="connsiteX142" fmla="*/ 865416 w 1886020"/>
                <a:gd name="connsiteY142" fmla="*/ 4237558 h 4734469"/>
                <a:gd name="connsiteX143" fmla="*/ 858312 w 1886020"/>
                <a:gd name="connsiteY143" fmla="*/ 4231890 h 4734469"/>
                <a:gd name="connsiteX144" fmla="*/ 866202 w 1886020"/>
                <a:gd name="connsiteY144" fmla="*/ 4198483 h 4734469"/>
                <a:gd name="connsiteX145" fmla="*/ 846828 w 1886020"/>
                <a:gd name="connsiteY145" fmla="*/ 4146993 h 4734469"/>
                <a:gd name="connsiteX146" fmla="*/ 827606 w 1886020"/>
                <a:gd name="connsiteY146" fmla="*/ 4040589 h 4734469"/>
                <a:gd name="connsiteX147" fmla="*/ 769290 w 1886020"/>
                <a:gd name="connsiteY147" fmla="*/ 3774485 h 4734469"/>
                <a:gd name="connsiteX148" fmla="*/ 762475 w 1886020"/>
                <a:gd name="connsiteY148" fmla="*/ 3744253 h 4734469"/>
                <a:gd name="connsiteX149" fmla="*/ 836934 w 1886020"/>
                <a:gd name="connsiteY149" fmla="*/ 3624999 h 4734469"/>
                <a:gd name="connsiteX150" fmla="*/ 908250 w 1886020"/>
                <a:gd name="connsiteY150" fmla="*/ 3483961 h 4734469"/>
                <a:gd name="connsiteX151" fmla="*/ 919032 w 1886020"/>
                <a:gd name="connsiteY151" fmla="*/ 3436142 h 4734469"/>
                <a:gd name="connsiteX152" fmla="*/ 1024295 w 1886020"/>
                <a:gd name="connsiteY152" fmla="*/ 2880409 h 4734469"/>
                <a:gd name="connsiteX153" fmla="*/ 1033661 w 1886020"/>
                <a:gd name="connsiteY153" fmla="*/ 2800068 h 4734469"/>
                <a:gd name="connsiteX154" fmla="*/ 1047473 w 1886020"/>
                <a:gd name="connsiteY154" fmla="*/ 2724013 h 4734469"/>
                <a:gd name="connsiteX155" fmla="*/ 1058970 w 1886020"/>
                <a:gd name="connsiteY155" fmla="*/ 2622350 h 4734469"/>
                <a:gd name="connsiteX156" fmla="*/ 1047617 w 1886020"/>
                <a:gd name="connsiteY156" fmla="*/ 2488368 h 4734469"/>
                <a:gd name="connsiteX157" fmla="*/ 1042031 w 1886020"/>
                <a:gd name="connsiteY157" fmla="*/ 2396930 h 4734469"/>
                <a:gd name="connsiteX158" fmla="*/ 1038963 w 1886020"/>
                <a:gd name="connsiteY158" fmla="*/ 2381416 h 4734469"/>
                <a:gd name="connsiteX159" fmla="*/ 1037129 w 1886020"/>
                <a:gd name="connsiteY159" fmla="*/ 2373822 h 4734469"/>
                <a:gd name="connsiteX160" fmla="*/ 1019095 w 1886020"/>
                <a:gd name="connsiteY160" fmla="*/ 2324047 h 4734469"/>
                <a:gd name="connsiteX161" fmla="*/ 1005573 w 1886020"/>
                <a:gd name="connsiteY161" fmla="*/ 2296263 h 4734469"/>
                <a:gd name="connsiteX162" fmla="*/ 995240 w 1886020"/>
                <a:gd name="connsiteY162" fmla="*/ 2281142 h 4734469"/>
                <a:gd name="connsiteX163" fmla="*/ 1058914 w 1886020"/>
                <a:gd name="connsiteY163" fmla="*/ 2287002 h 4734469"/>
                <a:gd name="connsiteX164" fmla="*/ 1073548 w 1886020"/>
                <a:gd name="connsiteY164" fmla="*/ 2283943 h 4734469"/>
                <a:gd name="connsiteX165" fmla="*/ 1075497 w 1886020"/>
                <a:gd name="connsiteY165" fmla="*/ 2276255 h 4734469"/>
                <a:gd name="connsiteX166" fmla="*/ 1058910 w 1886020"/>
                <a:gd name="connsiteY166" fmla="*/ 2207029 h 4734469"/>
                <a:gd name="connsiteX167" fmla="*/ 1039680 w 1886020"/>
                <a:gd name="connsiteY167" fmla="*/ 2161643 h 4734469"/>
                <a:gd name="connsiteX168" fmla="*/ 1045298 w 1886020"/>
                <a:gd name="connsiteY168" fmla="*/ 2139108 h 4734469"/>
                <a:gd name="connsiteX169" fmla="*/ 1073729 w 1886020"/>
                <a:gd name="connsiteY169" fmla="*/ 2062887 h 4734469"/>
                <a:gd name="connsiteX170" fmla="*/ 1098774 w 1886020"/>
                <a:gd name="connsiteY170" fmla="*/ 1856238 h 4734469"/>
                <a:gd name="connsiteX171" fmla="*/ 1117459 w 1886020"/>
                <a:gd name="connsiteY171" fmla="*/ 1696376 h 4734469"/>
                <a:gd name="connsiteX172" fmla="*/ 1090811 w 1886020"/>
                <a:gd name="connsiteY172" fmla="*/ 1564235 h 4734469"/>
                <a:gd name="connsiteX173" fmla="*/ 1070016 w 1886020"/>
                <a:gd name="connsiteY173" fmla="*/ 1535166 h 4734469"/>
                <a:gd name="connsiteX174" fmla="*/ 1065064 w 1886020"/>
                <a:gd name="connsiteY174" fmla="*/ 1500401 h 4734469"/>
                <a:gd name="connsiteX175" fmla="*/ 1069409 w 1886020"/>
                <a:gd name="connsiteY175" fmla="*/ 1285230 h 4734469"/>
                <a:gd name="connsiteX176" fmla="*/ 1428401 w 1886020"/>
                <a:gd name="connsiteY176" fmla="*/ 1244648 h 4734469"/>
                <a:gd name="connsiteX177" fmla="*/ 1469267 w 1886020"/>
                <a:gd name="connsiteY177" fmla="*/ 1233637 h 4734469"/>
                <a:gd name="connsiteX178" fmla="*/ 1510569 w 1886020"/>
                <a:gd name="connsiteY178" fmla="*/ 1207741 h 4734469"/>
                <a:gd name="connsiteX179" fmla="*/ 1622232 w 1886020"/>
                <a:gd name="connsiteY179" fmla="*/ 1109831 h 4734469"/>
                <a:gd name="connsiteX180" fmla="*/ 1688425 w 1886020"/>
                <a:gd name="connsiteY180" fmla="*/ 946642 h 4734469"/>
                <a:gd name="connsiteX181" fmla="*/ 1747562 w 1886020"/>
                <a:gd name="connsiteY181" fmla="*/ 844368 h 4734469"/>
                <a:gd name="connsiteX182" fmla="*/ 1761043 w 1886020"/>
                <a:gd name="connsiteY182" fmla="*/ 794696 h 4734469"/>
                <a:gd name="connsiteX183" fmla="*/ 1753437 w 1886020"/>
                <a:gd name="connsiteY183" fmla="*/ 741358 h 4734469"/>
                <a:gd name="connsiteX184" fmla="*/ 1796361 w 1886020"/>
                <a:gd name="connsiteY184" fmla="*/ 663739 h 4734469"/>
                <a:gd name="connsiteX185" fmla="*/ 1806570 w 1886020"/>
                <a:gd name="connsiteY185" fmla="*/ 650101 h 4734469"/>
                <a:gd name="connsiteX186" fmla="*/ 1804140 w 1886020"/>
                <a:gd name="connsiteY186" fmla="*/ 636808 h 4734469"/>
                <a:gd name="connsiteX187" fmla="*/ 1803307 w 1886020"/>
                <a:gd name="connsiteY187" fmla="*/ 635266 h 4734469"/>
                <a:gd name="connsiteX188" fmla="*/ 1811545 w 1886020"/>
                <a:gd name="connsiteY188" fmla="*/ 629796 h 4734469"/>
                <a:gd name="connsiteX189" fmla="*/ 1839081 w 1886020"/>
                <a:gd name="connsiteY189" fmla="*/ 608266 h 4734469"/>
                <a:gd name="connsiteX190" fmla="*/ 1874848 w 1886020"/>
                <a:gd name="connsiteY190" fmla="*/ 572018 h 4734469"/>
                <a:gd name="connsiteX191" fmla="*/ 1884245 w 1886020"/>
                <a:gd name="connsiteY191" fmla="*/ 523393 h 4734469"/>
                <a:gd name="connsiteX192" fmla="*/ 570346 w 1886020"/>
                <a:gd name="connsiteY192" fmla="*/ 4449227 h 4734469"/>
                <a:gd name="connsiteX193" fmla="*/ 563104 w 1886020"/>
                <a:gd name="connsiteY193" fmla="*/ 4449848 h 4734469"/>
                <a:gd name="connsiteX194" fmla="*/ 537097 w 1886020"/>
                <a:gd name="connsiteY194" fmla="*/ 4457317 h 4734469"/>
                <a:gd name="connsiteX195" fmla="*/ 535135 w 1886020"/>
                <a:gd name="connsiteY195" fmla="*/ 4458333 h 4734469"/>
                <a:gd name="connsiteX196" fmla="*/ 566672 w 1886020"/>
                <a:gd name="connsiteY196" fmla="*/ 4383942 h 4734469"/>
                <a:gd name="connsiteX197" fmla="*/ 570026 w 1886020"/>
                <a:gd name="connsiteY197" fmla="*/ 4374975 h 4734469"/>
                <a:gd name="connsiteX198" fmla="*/ 568786 w 1886020"/>
                <a:gd name="connsiteY198" fmla="*/ 4391777 h 4734469"/>
                <a:gd name="connsiteX199" fmla="*/ 570346 w 1886020"/>
                <a:gd name="connsiteY199" fmla="*/ 4449227 h 473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1886020" h="4734469">
                  <a:moveTo>
                    <a:pt x="1884245" y="523393"/>
                  </a:moveTo>
                  <a:cubicBezTo>
                    <a:pt x="1879987" y="514554"/>
                    <a:pt x="1876643" y="505304"/>
                    <a:pt x="1874265" y="495786"/>
                  </a:cubicBezTo>
                  <a:cubicBezTo>
                    <a:pt x="1873246" y="484801"/>
                    <a:pt x="1877470" y="470302"/>
                    <a:pt x="1867783" y="465103"/>
                  </a:cubicBezTo>
                  <a:cubicBezTo>
                    <a:pt x="1862319" y="462173"/>
                    <a:pt x="1854816" y="464370"/>
                    <a:pt x="1850007" y="460490"/>
                  </a:cubicBezTo>
                  <a:cubicBezTo>
                    <a:pt x="1847008" y="457071"/>
                    <a:pt x="1845172" y="452789"/>
                    <a:pt x="1844762" y="448260"/>
                  </a:cubicBezTo>
                  <a:cubicBezTo>
                    <a:pt x="1839748" y="430784"/>
                    <a:pt x="1824034" y="418538"/>
                    <a:pt x="1805863" y="417944"/>
                  </a:cubicBezTo>
                  <a:cubicBezTo>
                    <a:pt x="1816353" y="390189"/>
                    <a:pt x="1853722" y="383379"/>
                    <a:pt x="1870331" y="358921"/>
                  </a:cubicBezTo>
                  <a:cubicBezTo>
                    <a:pt x="1878637" y="346765"/>
                    <a:pt x="1875941" y="324284"/>
                    <a:pt x="1861299" y="324137"/>
                  </a:cubicBezTo>
                  <a:cubicBezTo>
                    <a:pt x="1857855" y="324356"/>
                    <a:pt x="1854489" y="325252"/>
                    <a:pt x="1851393" y="326774"/>
                  </a:cubicBezTo>
                  <a:cubicBezTo>
                    <a:pt x="1833181" y="334243"/>
                    <a:pt x="1815041" y="341785"/>
                    <a:pt x="1796830" y="349255"/>
                  </a:cubicBezTo>
                  <a:cubicBezTo>
                    <a:pt x="1786256" y="353386"/>
                    <a:pt x="1775941" y="358155"/>
                    <a:pt x="1765943" y="363534"/>
                  </a:cubicBezTo>
                  <a:cubicBezTo>
                    <a:pt x="1735930" y="380596"/>
                    <a:pt x="1713493" y="408351"/>
                    <a:pt x="1693315" y="436543"/>
                  </a:cubicBezTo>
                  <a:cubicBezTo>
                    <a:pt x="1674232" y="461516"/>
                    <a:pt x="1659007" y="489212"/>
                    <a:pt x="1648150" y="518706"/>
                  </a:cubicBezTo>
                  <a:cubicBezTo>
                    <a:pt x="1642068" y="536846"/>
                    <a:pt x="1638825" y="555816"/>
                    <a:pt x="1638535" y="574946"/>
                  </a:cubicBezTo>
                  <a:cubicBezTo>
                    <a:pt x="1638535" y="576864"/>
                    <a:pt x="1638578" y="578769"/>
                    <a:pt x="1638663" y="580662"/>
                  </a:cubicBezTo>
                  <a:cubicBezTo>
                    <a:pt x="1629777" y="582164"/>
                    <a:pt x="1622481" y="586062"/>
                    <a:pt x="1613134" y="587941"/>
                  </a:cubicBezTo>
                  <a:cubicBezTo>
                    <a:pt x="1606083" y="606606"/>
                    <a:pt x="1599032" y="625271"/>
                    <a:pt x="1591981" y="643937"/>
                  </a:cubicBezTo>
                  <a:cubicBezTo>
                    <a:pt x="1589143" y="653296"/>
                    <a:pt x="1584441" y="661984"/>
                    <a:pt x="1578159" y="669479"/>
                  </a:cubicBezTo>
                  <a:cubicBezTo>
                    <a:pt x="1573450" y="673778"/>
                    <a:pt x="1568430" y="677724"/>
                    <a:pt x="1563141" y="681284"/>
                  </a:cubicBezTo>
                  <a:cubicBezTo>
                    <a:pt x="1541319" y="699947"/>
                    <a:pt x="1530169" y="728216"/>
                    <a:pt x="1533375" y="756751"/>
                  </a:cubicBezTo>
                  <a:cubicBezTo>
                    <a:pt x="1493619" y="772381"/>
                    <a:pt x="1472768" y="816138"/>
                    <a:pt x="1485671" y="856861"/>
                  </a:cubicBezTo>
                  <a:cubicBezTo>
                    <a:pt x="1453258" y="863888"/>
                    <a:pt x="1426836" y="887272"/>
                    <a:pt x="1415921" y="918590"/>
                  </a:cubicBezTo>
                  <a:cubicBezTo>
                    <a:pt x="1414418" y="925614"/>
                    <a:pt x="1411299" y="932192"/>
                    <a:pt x="1406812" y="937801"/>
                  </a:cubicBezTo>
                  <a:cubicBezTo>
                    <a:pt x="1399842" y="943118"/>
                    <a:pt x="1391210" y="945785"/>
                    <a:pt x="1382456" y="945325"/>
                  </a:cubicBezTo>
                  <a:cubicBezTo>
                    <a:pt x="1358552" y="946811"/>
                    <a:pt x="1337650" y="965736"/>
                    <a:pt x="1315988" y="955470"/>
                  </a:cubicBezTo>
                  <a:cubicBezTo>
                    <a:pt x="1291397" y="943879"/>
                    <a:pt x="1263872" y="940012"/>
                    <a:pt x="1237040" y="944378"/>
                  </a:cubicBezTo>
                  <a:cubicBezTo>
                    <a:pt x="1231525" y="945684"/>
                    <a:pt x="1225852" y="946189"/>
                    <a:pt x="1220194" y="945880"/>
                  </a:cubicBezTo>
                  <a:cubicBezTo>
                    <a:pt x="1215352" y="945044"/>
                    <a:pt x="1210682" y="943408"/>
                    <a:pt x="1206377" y="941040"/>
                  </a:cubicBezTo>
                  <a:cubicBezTo>
                    <a:pt x="1196629" y="935328"/>
                    <a:pt x="1186061" y="931148"/>
                    <a:pt x="1175042" y="928647"/>
                  </a:cubicBezTo>
                  <a:cubicBezTo>
                    <a:pt x="1163722" y="926283"/>
                    <a:pt x="1152072" y="930807"/>
                    <a:pt x="1145313" y="940191"/>
                  </a:cubicBezTo>
                  <a:cubicBezTo>
                    <a:pt x="1137727" y="931829"/>
                    <a:pt x="1133206" y="921120"/>
                    <a:pt x="1126295" y="912187"/>
                  </a:cubicBezTo>
                  <a:cubicBezTo>
                    <a:pt x="1120075" y="902489"/>
                    <a:pt x="1108911" y="897134"/>
                    <a:pt x="1097455" y="898352"/>
                  </a:cubicBezTo>
                  <a:cubicBezTo>
                    <a:pt x="1104657" y="891903"/>
                    <a:pt x="1097285" y="879067"/>
                    <a:pt x="1087927" y="876721"/>
                  </a:cubicBezTo>
                  <a:cubicBezTo>
                    <a:pt x="1078328" y="875928"/>
                    <a:pt x="1068670" y="876280"/>
                    <a:pt x="1059155" y="877769"/>
                  </a:cubicBezTo>
                  <a:cubicBezTo>
                    <a:pt x="1034136" y="877636"/>
                    <a:pt x="1014940" y="854801"/>
                    <a:pt x="990638" y="848823"/>
                  </a:cubicBezTo>
                  <a:cubicBezTo>
                    <a:pt x="968301" y="843330"/>
                    <a:pt x="938529" y="849881"/>
                    <a:pt x="927078" y="829834"/>
                  </a:cubicBezTo>
                  <a:cubicBezTo>
                    <a:pt x="923420" y="823430"/>
                    <a:pt x="922372" y="815007"/>
                    <a:pt x="917154" y="810211"/>
                  </a:cubicBezTo>
                  <a:cubicBezTo>
                    <a:pt x="915923" y="804773"/>
                    <a:pt x="913444" y="799696"/>
                    <a:pt x="909914" y="795381"/>
                  </a:cubicBezTo>
                  <a:cubicBezTo>
                    <a:pt x="900747" y="784944"/>
                    <a:pt x="885250" y="783451"/>
                    <a:pt x="871407" y="783885"/>
                  </a:cubicBezTo>
                  <a:cubicBezTo>
                    <a:pt x="856196" y="784264"/>
                    <a:pt x="841121" y="786859"/>
                    <a:pt x="826658" y="791587"/>
                  </a:cubicBezTo>
                  <a:cubicBezTo>
                    <a:pt x="826254" y="789776"/>
                    <a:pt x="825774" y="787879"/>
                    <a:pt x="825164" y="785828"/>
                  </a:cubicBezTo>
                  <a:cubicBezTo>
                    <a:pt x="816394" y="760275"/>
                    <a:pt x="798807" y="738682"/>
                    <a:pt x="775558" y="724921"/>
                  </a:cubicBezTo>
                  <a:cubicBezTo>
                    <a:pt x="757304" y="713996"/>
                    <a:pt x="737481" y="705937"/>
                    <a:pt x="716782" y="701026"/>
                  </a:cubicBezTo>
                  <a:cubicBezTo>
                    <a:pt x="716686" y="699200"/>
                    <a:pt x="716492" y="697384"/>
                    <a:pt x="716446" y="695553"/>
                  </a:cubicBezTo>
                  <a:cubicBezTo>
                    <a:pt x="716110" y="669706"/>
                    <a:pt x="720123" y="643985"/>
                    <a:pt x="728319" y="619469"/>
                  </a:cubicBezTo>
                  <a:cubicBezTo>
                    <a:pt x="729178" y="616782"/>
                    <a:pt x="730174" y="614126"/>
                    <a:pt x="731107" y="611455"/>
                  </a:cubicBezTo>
                  <a:cubicBezTo>
                    <a:pt x="876662" y="573177"/>
                    <a:pt x="963628" y="424150"/>
                    <a:pt x="925349" y="278594"/>
                  </a:cubicBezTo>
                  <a:cubicBezTo>
                    <a:pt x="912967" y="231510"/>
                    <a:pt x="888197" y="188603"/>
                    <a:pt x="853616" y="154334"/>
                  </a:cubicBezTo>
                  <a:cubicBezTo>
                    <a:pt x="853487" y="148816"/>
                    <a:pt x="852771" y="143327"/>
                    <a:pt x="851478" y="137960"/>
                  </a:cubicBezTo>
                  <a:cubicBezTo>
                    <a:pt x="848482" y="126214"/>
                    <a:pt x="842847" y="115306"/>
                    <a:pt x="835001" y="106065"/>
                  </a:cubicBezTo>
                  <a:cubicBezTo>
                    <a:pt x="822561" y="78154"/>
                    <a:pt x="803054" y="65842"/>
                    <a:pt x="778219" y="54216"/>
                  </a:cubicBezTo>
                  <a:cubicBezTo>
                    <a:pt x="771081" y="50848"/>
                    <a:pt x="763505" y="47552"/>
                    <a:pt x="755492" y="43891"/>
                  </a:cubicBezTo>
                  <a:cubicBezTo>
                    <a:pt x="715863" y="26023"/>
                    <a:pt x="677545" y="-193"/>
                    <a:pt x="632527" y="-120"/>
                  </a:cubicBezTo>
                  <a:cubicBezTo>
                    <a:pt x="591441" y="-120"/>
                    <a:pt x="552104" y="22581"/>
                    <a:pt x="511529" y="21702"/>
                  </a:cubicBezTo>
                  <a:lnTo>
                    <a:pt x="508469" y="21555"/>
                  </a:lnTo>
                  <a:cubicBezTo>
                    <a:pt x="507449" y="21510"/>
                    <a:pt x="506430" y="21519"/>
                    <a:pt x="505410" y="21409"/>
                  </a:cubicBezTo>
                  <a:cubicBezTo>
                    <a:pt x="504172" y="21336"/>
                    <a:pt x="503006" y="21189"/>
                    <a:pt x="501768" y="21043"/>
                  </a:cubicBezTo>
                  <a:cubicBezTo>
                    <a:pt x="490404" y="19652"/>
                    <a:pt x="476781" y="17016"/>
                    <a:pt x="469278" y="25730"/>
                  </a:cubicBezTo>
                  <a:cubicBezTo>
                    <a:pt x="466903" y="29211"/>
                    <a:pt x="464970" y="32975"/>
                    <a:pt x="463524" y="36933"/>
                  </a:cubicBezTo>
                  <a:cubicBezTo>
                    <a:pt x="462960" y="38238"/>
                    <a:pt x="462278" y="39488"/>
                    <a:pt x="461484" y="40668"/>
                  </a:cubicBezTo>
                  <a:lnTo>
                    <a:pt x="461484" y="40668"/>
                  </a:lnTo>
                  <a:cubicBezTo>
                    <a:pt x="460036" y="43203"/>
                    <a:pt x="458300" y="45562"/>
                    <a:pt x="456312" y="47698"/>
                  </a:cubicBezTo>
                  <a:lnTo>
                    <a:pt x="456312" y="47698"/>
                  </a:lnTo>
                  <a:cubicBezTo>
                    <a:pt x="443200" y="62124"/>
                    <a:pt x="421200" y="68495"/>
                    <a:pt x="403061" y="77869"/>
                  </a:cubicBezTo>
                  <a:cubicBezTo>
                    <a:pt x="362121" y="98885"/>
                    <a:pt x="335241" y="141651"/>
                    <a:pt x="324532" y="186540"/>
                  </a:cubicBezTo>
                  <a:cubicBezTo>
                    <a:pt x="313824" y="231503"/>
                    <a:pt x="317613" y="278735"/>
                    <a:pt x="325625" y="324210"/>
                  </a:cubicBezTo>
                  <a:cubicBezTo>
                    <a:pt x="329668" y="346953"/>
                    <a:pt x="338554" y="372769"/>
                    <a:pt x="354726" y="387041"/>
                  </a:cubicBezTo>
                  <a:lnTo>
                    <a:pt x="354729" y="387125"/>
                  </a:lnTo>
                  <a:lnTo>
                    <a:pt x="354368" y="386850"/>
                  </a:lnTo>
                  <a:cubicBezTo>
                    <a:pt x="354368" y="386850"/>
                    <a:pt x="217449" y="484288"/>
                    <a:pt x="242435" y="498129"/>
                  </a:cubicBezTo>
                  <a:cubicBezTo>
                    <a:pt x="256026" y="505640"/>
                    <a:pt x="312750" y="469721"/>
                    <a:pt x="361648" y="435424"/>
                  </a:cubicBezTo>
                  <a:cubicBezTo>
                    <a:pt x="362144" y="437506"/>
                    <a:pt x="362603" y="439595"/>
                    <a:pt x="363141" y="441669"/>
                  </a:cubicBezTo>
                  <a:cubicBezTo>
                    <a:pt x="369008" y="463526"/>
                    <a:pt x="376482" y="484918"/>
                    <a:pt x="385505" y="505671"/>
                  </a:cubicBezTo>
                  <a:cubicBezTo>
                    <a:pt x="395922" y="530203"/>
                    <a:pt x="410492" y="556639"/>
                    <a:pt x="435987" y="563961"/>
                  </a:cubicBezTo>
                  <a:cubicBezTo>
                    <a:pt x="441630" y="565500"/>
                    <a:pt x="447474" y="566168"/>
                    <a:pt x="453319" y="565943"/>
                  </a:cubicBezTo>
                  <a:cubicBezTo>
                    <a:pt x="454827" y="565930"/>
                    <a:pt x="456330" y="565808"/>
                    <a:pt x="457839" y="565708"/>
                  </a:cubicBezTo>
                  <a:cubicBezTo>
                    <a:pt x="459132" y="603180"/>
                    <a:pt x="455165" y="640648"/>
                    <a:pt x="446055" y="677019"/>
                  </a:cubicBezTo>
                  <a:cubicBezTo>
                    <a:pt x="431197" y="676210"/>
                    <a:pt x="416481" y="680278"/>
                    <a:pt x="404147" y="688604"/>
                  </a:cubicBezTo>
                  <a:cubicBezTo>
                    <a:pt x="399500" y="693206"/>
                    <a:pt x="393610" y="696350"/>
                    <a:pt x="387200" y="697652"/>
                  </a:cubicBezTo>
                  <a:cubicBezTo>
                    <a:pt x="380552" y="696839"/>
                    <a:pt x="374375" y="693794"/>
                    <a:pt x="369682" y="689015"/>
                  </a:cubicBezTo>
                  <a:cubicBezTo>
                    <a:pt x="331815" y="661741"/>
                    <a:pt x="280072" y="664482"/>
                    <a:pt x="245299" y="695605"/>
                  </a:cubicBezTo>
                  <a:cubicBezTo>
                    <a:pt x="195703" y="742353"/>
                    <a:pt x="201316" y="833697"/>
                    <a:pt x="143191" y="869154"/>
                  </a:cubicBezTo>
                  <a:cubicBezTo>
                    <a:pt x="127169" y="878928"/>
                    <a:pt x="106687" y="884098"/>
                    <a:pt x="97334" y="900423"/>
                  </a:cubicBezTo>
                  <a:cubicBezTo>
                    <a:pt x="95070" y="905622"/>
                    <a:pt x="92427" y="910647"/>
                    <a:pt x="89426" y="915458"/>
                  </a:cubicBezTo>
                  <a:cubicBezTo>
                    <a:pt x="85537" y="919756"/>
                    <a:pt x="80772" y="923169"/>
                    <a:pt x="75452" y="925468"/>
                  </a:cubicBezTo>
                  <a:cubicBezTo>
                    <a:pt x="58580" y="933039"/>
                    <a:pt x="42526" y="942316"/>
                    <a:pt x="27541" y="953154"/>
                  </a:cubicBezTo>
                  <a:cubicBezTo>
                    <a:pt x="12411" y="964246"/>
                    <a:pt x="2454" y="981025"/>
                    <a:pt x="-34" y="999620"/>
                  </a:cubicBezTo>
                  <a:cubicBezTo>
                    <a:pt x="-249" y="1013123"/>
                    <a:pt x="2648" y="1026495"/>
                    <a:pt x="8434" y="1038698"/>
                  </a:cubicBezTo>
                  <a:cubicBezTo>
                    <a:pt x="17108" y="1060026"/>
                    <a:pt x="27783" y="1080484"/>
                    <a:pt x="40317" y="1099798"/>
                  </a:cubicBezTo>
                  <a:cubicBezTo>
                    <a:pt x="33548" y="1108622"/>
                    <a:pt x="29116" y="1119012"/>
                    <a:pt x="27433" y="1130006"/>
                  </a:cubicBezTo>
                  <a:cubicBezTo>
                    <a:pt x="23297" y="1158835"/>
                    <a:pt x="37087" y="1187166"/>
                    <a:pt x="38612" y="1216252"/>
                  </a:cubicBezTo>
                  <a:cubicBezTo>
                    <a:pt x="39943" y="1241665"/>
                    <a:pt x="31896" y="1266487"/>
                    <a:pt x="27292" y="1291511"/>
                  </a:cubicBezTo>
                  <a:cubicBezTo>
                    <a:pt x="9324" y="1389174"/>
                    <a:pt x="43846" y="1488100"/>
                    <a:pt x="78979" y="1580927"/>
                  </a:cubicBezTo>
                  <a:cubicBezTo>
                    <a:pt x="85663" y="1596009"/>
                    <a:pt x="89810" y="1612092"/>
                    <a:pt x="91251" y="1628525"/>
                  </a:cubicBezTo>
                  <a:cubicBezTo>
                    <a:pt x="92190" y="1658823"/>
                    <a:pt x="74830" y="1686583"/>
                    <a:pt x="70077" y="1716517"/>
                  </a:cubicBezTo>
                  <a:cubicBezTo>
                    <a:pt x="60087" y="1779417"/>
                    <a:pt x="106242" y="1838585"/>
                    <a:pt x="107198" y="1902274"/>
                  </a:cubicBezTo>
                  <a:cubicBezTo>
                    <a:pt x="107638" y="1931597"/>
                    <a:pt x="98452" y="1961442"/>
                    <a:pt x="105750" y="1989837"/>
                  </a:cubicBezTo>
                  <a:cubicBezTo>
                    <a:pt x="110621" y="2008787"/>
                    <a:pt x="122387" y="2025071"/>
                    <a:pt x="130737" y="2042751"/>
                  </a:cubicBezTo>
                  <a:cubicBezTo>
                    <a:pt x="145532" y="2074080"/>
                    <a:pt x="149501" y="2109624"/>
                    <a:pt x="163624" y="2141265"/>
                  </a:cubicBezTo>
                  <a:cubicBezTo>
                    <a:pt x="180520" y="2175727"/>
                    <a:pt x="205558" y="2205553"/>
                    <a:pt x="236572" y="2228163"/>
                  </a:cubicBezTo>
                  <a:cubicBezTo>
                    <a:pt x="254350" y="2284370"/>
                    <a:pt x="229127" y="2352240"/>
                    <a:pt x="236300" y="2412053"/>
                  </a:cubicBezTo>
                  <a:cubicBezTo>
                    <a:pt x="245952" y="2408302"/>
                    <a:pt x="255679" y="2404746"/>
                    <a:pt x="265444" y="2401299"/>
                  </a:cubicBezTo>
                  <a:cubicBezTo>
                    <a:pt x="259340" y="2490826"/>
                    <a:pt x="281961" y="2579965"/>
                    <a:pt x="330016" y="2655748"/>
                  </a:cubicBezTo>
                  <a:cubicBezTo>
                    <a:pt x="345907" y="2680498"/>
                    <a:pt x="364528" y="2703733"/>
                    <a:pt x="376474" y="2730632"/>
                  </a:cubicBezTo>
                  <a:cubicBezTo>
                    <a:pt x="384304" y="2749822"/>
                    <a:pt x="390373" y="2769685"/>
                    <a:pt x="394604" y="2789975"/>
                  </a:cubicBezTo>
                  <a:cubicBezTo>
                    <a:pt x="411766" y="2861384"/>
                    <a:pt x="428928" y="2932792"/>
                    <a:pt x="446089" y="3004200"/>
                  </a:cubicBezTo>
                  <a:cubicBezTo>
                    <a:pt x="459988" y="3062033"/>
                    <a:pt x="473988" y="3120985"/>
                    <a:pt x="469814" y="3180333"/>
                  </a:cubicBezTo>
                  <a:cubicBezTo>
                    <a:pt x="466905" y="3221687"/>
                    <a:pt x="456536" y="3268184"/>
                    <a:pt x="481889" y="3300881"/>
                  </a:cubicBezTo>
                  <a:cubicBezTo>
                    <a:pt x="488006" y="3307131"/>
                    <a:pt x="493168" y="3314250"/>
                    <a:pt x="497206" y="3322008"/>
                  </a:cubicBezTo>
                  <a:cubicBezTo>
                    <a:pt x="499734" y="3331104"/>
                    <a:pt x="499821" y="3340705"/>
                    <a:pt x="497458" y="3349846"/>
                  </a:cubicBezTo>
                  <a:cubicBezTo>
                    <a:pt x="485085" y="3418933"/>
                    <a:pt x="476597" y="3488660"/>
                    <a:pt x="472035" y="3558699"/>
                  </a:cubicBezTo>
                  <a:cubicBezTo>
                    <a:pt x="466299" y="3566438"/>
                    <a:pt x="460633" y="3574145"/>
                    <a:pt x="455363" y="3581867"/>
                  </a:cubicBezTo>
                  <a:cubicBezTo>
                    <a:pt x="413258" y="3643453"/>
                    <a:pt x="393008" y="3717121"/>
                    <a:pt x="376617" y="3789983"/>
                  </a:cubicBezTo>
                  <a:cubicBezTo>
                    <a:pt x="344710" y="3932487"/>
                    <a:pt x="330360" y="4078724"/>
                    <a:pt x="323803" y="4224670"/>
                  </a:cubicBezTo>
                  <a:cubicBezTo>
                    <a:pt x="302695" y="4243788"/>
                    <a:pt x="284530" y="4265923"/>
                    <a:pt x="269897" y="4290356"/>
                  </a:cubicBezTo>
                  <a:cubicBezTo>
                    <a:pt x="247824" y="4331217"/>
                    <a:pt x="244984" y="4379402"/>
                    <a:pt x="242653" y="4425902"/>
                  </a:cubicBezTo>
                  <a:cubicBezTo>
                    <a:pt x="241667" y="4433438"/>
                    <a:pt x="242517" y="4441101"/>
                    <a:pt x="245130" y="4448237"/>
                  </a:cubicBezTo>
                  <a:cubicBezTo>
                    <a:pt x="250425" y="4457176"/>
                    <a:pt x="258628" y="4464027"/>
                    <a:pt x="268367" y="4467643"/>
                  </a:cubicBezTo>
                  <a:cubicBezTo>
                    <a:pt x="272570" y="4469705"/>
                    <a:pt x="276802" y="4471705"/>
                    <a:pt x="281062" y="4473643"/>
                  </a:cubicBezTo>
                  <a:cubicBezTo>
                    <a:pt x="278285" y="4483867"/>
                    <a:pt x="275855" y="4494348"/>
                    <a:pt x="273678" y="4504884"/>
                  </a:cubicBezTo>
                  <a:cubicBezTo>
                    <a:pt x="257530" y="4486659"/>
                    <a:pt x="228677" y="4457757"/>
                    <a:pt x="223785" y="4478920"/>
                  </a:cubicBezTo>
                  <a:cubicBezTo>
                    <a:pt x="207600" y="4549531"/>
                    <a:pt x="198812" y="4621636"/>
                    <a:pt x="197562" y="4694067"/>
                  </a:cubicBezTo>
                  <a:cubicBezTo>
                    <a:pt x="197053" y="4698735"/>
                    <a:pt x="197940" y="4703449"/>
                    <a:pt x="200110" y="4707613"/>
                  </a:cubicBezTo>
                  <a:cubicBezTo>
                    <a:pt x="204357" y="4712580"/>
                    <a:pt x="210482" y="4715552"/>
                    <a:pt x="217011" y="4715815"/>
                  </a:cubicBezTo>
                  <a:cubicBezTo>
                    <a:pt x="287384" y="4728385"/>
                    <a:pt x="358747" y="4734586"/>
                    <a:pt x="430232" y="4734343"/>
                  </a:cubicBezTo>
                  <a:cubicBezTo>
                    <a:pt x="488145" y="4734123"/>
                    <a:pt x="545912" y="4729656"/>
                    <a:pt x="603607" y="4725262"/>
                  </a:cubicBezTo>
                  <a:cubicBezTo>
                    <a:pt x="623275" y="4723724"/>
                    <a:pt x="643016" y="4722186"/>
                    <a:pt x="662684" y="4720722"/>
                  </a:cubicBezTo>
                  <a:cubicBezTo>
                    <a:pt x="723452" y="4717460"/>
                    <a:pt x="783917" y="4709948"/>
                    <a:pt x="843635" y="4698241"/>
                  </a:cubicBezTo>
                  <a:cubicBezTo>
                    <a:pt x="869788" y="4692529"/>
                    <a:pt x="896740" y="4684474"/>
                    <a:pt x="916335" y="4666093"/>
                  </a:cubicBezTo>
                  <a:cubicBezTo>
                    <a:pt x="935858" y="4647786"/>
                    <a:pt x="945693" y="4616444"/>
                    <a:pt x="932144" y="4593231"/>
                  </a:cubicBezTo>
                  <a:cubicBezTo>
                    <a:pt x="932154" y="4593150"/>
                    <a:pt x="932127" y="4593070"/>
                    <a:pt x="932070" y="4593011"/>
                  </a:cubicBezTo>
                  <a:cubicBezTo>
                    <a:pt x="915534" y="4564965"/>
                    <a:pt x="877072" y="4562840"/>
                    <a:pt x="844873" y="4558374"/>
                  </a:cubicBezTo>
                  <a:cubicBezTo>
                    <a:pt x="813002" y="4553903"/>
                    <a:pt x="782117" y="4544074"/>
                    <a:pt x="753524" y="4529302"/>
                  </a:cubicBezTo>
                  <a:cubicBezTo>
                    <a:pt x="747087" y="4525966"/>
                    <a:pt x="740813" y="4522336"/>
                    <a:pt x="734593" y="4518606"/>
                  </a:cubicBezTo>
                  <a:cubicBezTo>
                    <a:pt x="736242" y="4518148"/>
                    <a:pt x="737907" y="4517766"/>
                    <a:pt x="739537" y="4517219"/>
                  </a:cubicBezTo>
                  <a:cubicBezTo>
                    <a:pt x="767146" y="4507919"/>
                    <a:pt x="789146" y="4486683"/>
                    <a:pt x="815225" y="4473721"/>
                  </a:cubicBezTo>
                  <a:cubicBezTo>
                    <a:pt x="845456" y="4458783"/>
                    <a:pt x="879766" y="4455488"/>
                    <a:pt x="913204" y="4451240"/>
                  </a:cubicBezTo>
                  <a:cubicBezTo>
                    <a:pt x="946567" y="4446919"/>
                    <a:pt x="981023" y="4440988"/>
                    <a:pt x="1008777" y="4421948"/>
                  </a:cubicBezTo>
                  <a:cubicBezTo>
                    <a:pt x="1034784" y="4404081"/>
                    <a:pt x="1053214" y="4371640"/>
                    <a:pt x="1047167" y="4341177"/>
                  </a:cubicBezTo>
                  <a:cubicBezTo>
                    <a:pt x="1046772" y="4339021"/>
                    <a:pt x="1046236" y="4336893"/>
                    <a:pt x="1045565" y="4334806"/>
                  </a:cubicBezTo>
                  <a:cubicBezTo>
                    <a:pt x="1035222" y="4301707"/>
                    <a:pt x="999454" y="4284132"/>
                    <a:pt x="966018" y="4275418"/>
                  </a:cubicBezTo>
                  <a:cubicBezTo>
                    <a:pt x="932654" y="4266703"/>
                    <a:pt x="896376" y="4262310"/>
                    <a:pt x="869350" y="4240780"/>
                  </a:cubicBezTo>
                  <a:cubicBezTo>
                    <a:pt x="868039" y="4239755"/>
                    <a:pt x="866727" y="4238657"/>
                    <a:pt x="865416" y="4237558"/>
                  </a:cubicBezTo>
                  <a:cubicBezTo>
                    <a:pt x="863105" y="4235668"/>
                    <a:pt x="860725" y="4233748"/>
                    <a:pt x="858312" y="4231890"/>
                  </a:cubicBezTo>
                  <a:cubicBezTo>
                    <a:pt x="864279" y="4221816"/>
                    <a:pt x="867032" y="4210162"/>
                    <a:pt x="866202" y="4198483"/>
                  </a:cubicBezTo>
                  <a:cubicBezTo>
                    <a:pt x="864780" y="4180079"/>
                    <a:pt x="854086" y="4163949"/>
                    <a:pt x="846828" y="4146993"/>
                  </a:cubicBezTo>
                  <a:cubicBezTo>
                    <a:pt x="832591" y="4113737"/>
                    <a:pt x="831447" y="4076588"/>
                    <a:pt x="827606" y="4040589"/>
                  </a:cubicBezTo>
                  <a:cubicBezTo>
                    <a:pt x="817962" y="3950199"/>
                    <a:pt x="790241" y="3862921"/>
                    <a:pt x="769290" y="3774485"/>
                  </a:cubicBezTo>
                  <a:cubicBezTo>
                    <a:pt x="766914" y="3764457"/>
                    <a:pt x="764642" y="3754380"/>
                    <a:pt x="762475" y="3744253"/>
                  </a:cubicBezTo>
                  <a:cubicBezTo>
                    <a:pt x="782857" y="3701898"/>
                    <a:pt x="807827" y="3661907"/>
                    <a:pt x="836934" y="3624999"/>
                  </a:cubicBezTo>
                  <a:cubicBezTo>
                    <a:pt x="870118" y="3583369"/>
                    <a:pt x="894392" y="3535363"/>
                    <a:pt x="908250" y="3483961"/>
                  </a:cubicBezTo>
                  <a:cubicBezTo>
                    <a:pt x="912548" y="3468216"/>
                    <a:pt x="915754" y="3452179"/>
                    <a:pt x="919032" y="3436142"/>
                  </a:cubicBezTo>
                  <a:cubicBezTo>
                    <a:pt x="956256" y="3251313"/>
                    <a:pt x="991344" y="3066068"/>
                    <a:pt x="1024295" y="2880409"/>
                  </a:cubicBezTo>
                  <a:cubicBezTo>
                    <a:pt x="1029738" y="2853950"/>
                    <a:pt x="1032871" y="2827069"/>
                    <a:pt x="1033661" y="2800068"/>
                  </a:cubicBezTo>
                  <a:cubicBezTo>
                    <a:pt x="1042279" y="2775612"/>
                    <a:pt x="1046942" y="2749937"/>
                    <a:pt x="1047473" y="2724013"/>
                  </a:cubicBezTo>
                  <a:cubicBezTo>
                    <a:pt x="1057058" y="2686426"/>
                    <a:pt x="1066821" y="2647000"/>
                    <a:pt x="1058970" y="2622350"/>
                  </a:cubicBezTo>
                  <a:cubicBezTo>
                    <a:pt x="1053417" y="2604945"/>
                    <a:pt x="1050620" y="2545408"/>
                    <a:pt x="1047617" y="2488368"/>
                  </a:cubicBezTo>
                  <a:cubicBezTo>
                    <a:pt x="1048457" y="2457784"/>
                    <a:pt x="1046588" y="2427185"/>
                    <a:pt x="1042031" y="2396930"/>
                  </a:cubicBezTo>
                  <a:cubicBezTo>
                    <a:pt x="1041176" y="2391759"/>
                    <a:pt x="1040122" y="2386584"/>
                    <a:pt x="1038963" y="2381416"/>
                  </a:cubicBezTo>
                  <a:cubicBezTo>
                    <a:pt x="1038502" y="2378851"/>
                    <a:pt x="1037890" y="2376315"/>
                    <a:pt x="1037129" y="2373822"/>
                  </a:cubicBezTo>
                  <a:cubicBezTo>
                    <a:pt x="1032796" y="2356670"/>
                    <a:pt x="1026755" y="2339994"/>
                    <a:pt x="1019095" y="2324047"/>
                  </a:cubicBezTo>
                  <a:cubicBezTo>
                    <a:pt x="1015187" y="2314505"/>
                    <a:pt x="1010671" y="2305225"/>
                    <a:pt x="1005573" y="2296263"/>
                  </a:cubicBezTo>
                  <a:cubicBezTo>
                    <a:pt x="1002505" y="2290975"/>
                    <a:pt x="999051" y="2285921"/>
                    <a:pt x="995240" y="2281142"/>
                  </a:cubicBezTo>
                  <a:cubicBezTo>
                    <a:pt x="1016552" y="2281989"/>
                    <a:pt x="1037805" y="2283945"/>
                    <a:pt x="1058914" y="2287002"/>
                  </a:cubicBezTo>
                  <a:cubicBezTo>
                    <a:pt x="1064109" y="2287780"/>
                    <a:pt x="1070438" y="2288199"/>
                    <a:pt x="1073548" y="2283943"/>
                  </a:cubicBezTo>
                  <a:cubicBezTo>
                    <a:pt x="1074935" y="2281626"/>
                    <a:pt x="1075613" y="2278953"/>
                    <a:pt x="1075497" y="2276255"/>
                  </a:cubicBezTo>
                  <a:cubicBezTo>
                    <a:pt x="1076487" y="2252089"/>
                    <a:pt x="1070744" y="2228123"/>
                    <a:pt x="1058910" y="2207029"/>
                  </a:cubicBezTo>
                  <a:cubicBezTo>
                    <a:pt x="1050730" y="2192516"/>
                    <a:pt x="1039366" y="2178321"/>
                    <a:pt x="1039680" y="2161643"/>
                  </a:cubicBezTo>
                  <a:cubicBezTo>
                    <a:pt x="1040270" y="2153869"/>
                    <a:pt x="1042170" y="2146250"/>
                    <a:pt x="1045298" y="2139108"/>
                  </a:cubicBezTo>
                  <a:cubicBezTo>
                    <a:pt x="1054776" y="2113701"/>
                    <a:pt x="1064253" y="2088294"/>
                    <a:pt x="1073729" y="2062887"/>
                  </a:cubicBezTo>
                  <a:cubicBezTo>
                    <a:pt x="1097730" y="1998543"/>
                    <a:pt x="1086309" y="1923804"/>
                    <a:pt x="1098774" y="1856238"/>
                  </a:cubicBezTo>
                  <a:cubicBezTo>
                    <a:pt x="1108515" y="1803420"/>
                    <a:pt x="1114758" y="1750016"/>
                    <a:pt x="1117459" y="1696376"/>
                  </a:cubicBezTo>
                  <a:cubicBezTo>
                    <a:pt x="1119767" y="1650525"/>
                    <a:pt x="1118332" y="1600871"/>
                    <a:pt x="1090811" y="1564235"/>
                  </a:cubicBezTo>
                  <a:cubicBezTo>
                    <a:pt x="1082759" y="1555397"/>
                    <a:pt x="1075779" y="1545640"/>
                    <a:pt x="1070016" y="1535166"/>
                  </a:cubicBezTo>
                  <a:cubicBezTo>
                    <a:pt x="1066065" y="1524024"/>
                    <a:pt x="1064381" y="1512204"/>
                    <a:pt x="1065064" y="1500401"/>
                  </a:cubicBezTo>
                  <a:cubicBezTo>
                    <a:pt x="1064584" y="1428655"/>
                    <a:pt x="1066033" y="1356931"/>
                    <a:pt x="1069409" y="1285230"/>
                  </a:cubicBezTo>
                  <a:cubicBezTo>
                    <a:pt x="1190013" y="1281985"/>
                    <a:pt x="1310117" y="1268408"/>
                    <a:pt x="1428401" y="1244648"/>
                  </a:cubicBezTo>
                  <a:cubicBezTo>
                    <a:pt x="1442332" y="1242237"/>
                    <a:pt x="1456011" y="1238551"/>
                    <a:pt x="1469267" y="1233637"/>
                  </a:cubicBezTo>
                  <a:cubicBezTo>
                    <a:pt x="1483972" y="1226598"/>
                    <a:pt x="1497828" y="1217910"/>
                    <a:pt x="1510569" y="1207741"/>
                  </a:cubicBezTo>
                  <a:cubicBezTo>
                    <a:pt x="1550814" y="1178656"/>
                    <a:pt x="1591632" y="1149028"/>
                    <a:pt x="1622232" y="1109831"/>
                  </a:cubicBezTo>
                  <a:cubicBezTo>
                    <a:pt x="1658666" y="1062432"/>
                    <a:pt x="1681545" y="1006028"/>
                    <a:pt x="1688425" y="946642"/>
                  </a:cubicBezTo>
                  <a:cubicBezTo>
                    <a:pt x="1717534" y="919682"/>
                    <a:pt x="1732990" y="881361"/>
                    <a:pt x="1747562" y="844368"/>
                  </a:cubicBezTo>
                  <a:cubicBezTo>
                    <a:pt x="1754761" y="828666"/>
                    <a:pt x="1759316" y="811883"/>
                    <a:pt x="1761043" y="794696"/>
                  </a:cubicBezTo>
                  <a:cubicBezTo>
                    <a:pt x="1761825" y="777107"/>
                    <a:pt x="1750231" y="758668"/>
                    <a:pt x="1753437" y="741358"/>
                  </a:cubicBezTo>
                  <a:cubicBezTo>
                    <a:pt x="1759034" y="711546"/>
                    <a:pt x="1774085" y="684329"/>
                    <a:pt x="1796361" y="663739"/>
                  </a:cubicBezTo>
                  <a:cubicBezTo>
                    <a:pt x="1801084" y="660350"/>
                    <a:pt x="1804649" y="655588"/>
                    <a:pt x="1806570" y="650101"/>
                  </a:cubicBezTo>
                  <a:cubicBezTo>
                    <a:pt x="1807169" y="645525"/>
                    <a:pt x="1806319" y="640877"/>
                    <a:pt x="1804140" y="636808"/>
                  </a:cubicBezTo>
                  <a:cubicBezTo>
                    <a:pt x="1803900" y="636270"/>
                    <a:pt x="1803559" y="635797"/>
                    <a:pt x="1803307" y="635266"/>
                  </a:cubicBezTo>
                  <a:cubicBezTo>
                    <a:pt x="1806083" y="633507"/>
                    <a:pt x="1808835" y="631696"/>
                    <a:pt x="1811545" y="629796"/>
                  </a:cubicBezTo>
                  <a:cubicBezTo>
                    <a:pt x="1821087" y="623058"/>
                    <a:pt x="1830193" y="615589"/>
                    <a:pt x="1839081" y="608266"/>
                  </a:cubicBezTo>
                  <a:cubicBezTo>
                    <a:pt x="1852739" y="598028"/>
                    <a:pt x="1864794" y="585811"/>
                    <a:pt x="1874848" y="572018"/>
                  </a:cubicBezTo>
                  <a:cubicBezTo>
                    <a:pt x="1884973" y="557978"/>
                    <a:pt x="1888409" y="540195"/>
                    <a:pt x="1884245" y="523393"/>
                  </a:cubicBezTo>
                  <a:close/>
                  <a:moveTo>
                    <a:pt x="570346" y="4449227"/>
                  </a:moveTo>
                  <a:cubicBezTo>
                    <a:pt x="567928" y="4449397"/>
                    <a:pt x="565501" y="4449516"/>
                    <a:pt x="563104" y="4449848"/>
                  </a:cubicBezTo>
                  <a:cubicBezTo>
                    <a:pt x="554121" y="4451073"/>
                    <a:pt x="545361" y="4453589"/>
                    <a:pt x="537097" y="4457317"/>
                  </a:cubicBezTo>
                  <a:cubicBezTo>
                    <a:pt x="536428" y="4457626"/>
                    <a:pt x="535797" y="4458009"/>
                    <a:pt x="535135" y="4458333"/>
                  </a:cubicBezTo>
                  <a:cubicBezTo>
                    <a:pt x="546450" y="4433898"/>
                    <a:pt x="557033" y="4409119"/>
                    <a:pt x="566672" y="4383942"/>
                  </a:cubicBezTo>
                  <a:cubicBezTo>
                    <a:pt x="567820" y="4380970"/>
                    <a:pt x="568903" y="4377961"/>
                    <a:pt x="570026" y="4374975"/>
                  </a:cubicBezTo>
                  <a:cubicBezTo>
                    <a:pt x="569608" y="4380572"/>
                    <a:pt x="569207" y="4386185"/>
                    <a:pt x="568786" y="4391777"/>
                  </a:cubicBezTo>
                  <a:cubicBezTo>
                    <a:pt x="566614" y="4410906"/>
                    <a:pt x="567139" y="4430245"/>
                    <a:pt x="570346" y="4449227"/>
                  </a:cubicBezTo>
                  <a:close/>
                </a:path>
              </a:pathLst>
            </a:custGeom>
            <a:solidFill>
              <a:srgbClr val="808080"/>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5" name="任意多边形: 形状 34">
              <a:extLst>
                <a:ext uri="{FF2B5EF4-FFF2-40B4-BE49-F238E27FC236}">
                  <a16:creationId xmlns:a16="http://schemas.microsoft.com/office/drawing/2014/main" id="{A619A1D5-9CB6-4A77-915F-D9A1B541412D}"/>
                </a:ext>
              </a:extLst>
            </p:cNvPr>
            <p:cNvSpPr/>
            <p:nvPr/>
          </p:nvSpPr>
          <p:spPr>
            <a:xfrm>
              <a:off x="2887339" y="1216911"/>
              <a:ext cx="400727" cy="364159"/>
            </a:xfrm>
            <a:custGeom>
              <a:avLst/>
              <a:gdLst>
                <a:gd name="connsiteX0" fmla="*/ 331989 w 400727"/>
                <a:gd name="connsiteY0" fmla="*/ 245607 h 364159"/>
                <a:gd name="connsiteX1" fmla="*/ 348598 w 400727"/>
                <a:gd name="connsiteY1" fmla="*/ 363618 h 364159"/>
                <a:gd name="connsiteX2" fmla="*/ -45 w 400727"/>
                <a:gd name="connsiteY2" fmla="*/ 330036 h 364159"/>
                <a:gd name="connsiteX3" fmla="*/ 59907 w 400727"/>
                <a:gd name="connsiteY3" fmla="*/ 234024 h 364159"/>
                <a:gd name="connsiteX4" fmla="*/ 71344 w 400727"/>
                <a:gd name="connsiteY4" fmla="*/ 86511 h 364159"/>
                <a:gd name="connsiteX5" fmla="*/ 69888 w 400727"/>
                <a:gd name="connsiteY5" fmla="*/ 78352 h 364159"/>
                <a:gd name="connsiteX6" fmla="*/ 57431 w 400727"/>
                <a:gd name="connsiteY6" fmla="*/ 16068 h 364159"/>
                <a:gd name="connsiteX7" fmla="*/ 97642 w 400727"/>
                <a:gd name="connsiteY7" fmla="*/ 989 h 364159"/>
                <a:gd name="connsiteX8" fmla="*/ 253971 w 400727"/>
                <a:gd name="connsiteY8" fmla="*/ 21167 h 364159"/>
                <a:gd name="connsiteX9" fmla="*/ 400683 w 400727"/>
                <a:gd name="connsiteY9" fmla="*/ 52856 h 364159"/>
                <a:gd name="connsiteX10" fmla="*/ 343863 w 400727"/>
                <a:gd name="connsiteY10" fmla="*/ 169920 h 364159"/>
                <a:gd name="connsiteX11" fmla="*/ 331989 w 400727"/>
                <a:gd name="connsiteY11" fmla="*/ 245607 h 364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727" h="364159">
                  <a:moveTo>
                    <a:pt x="331989" y="245607"/>
                  </a:moveTo>
                  <a:cubicBezTo>
                    <a:pt x="333009" y="285382"/>
                    <a:pt x="346486" y="323917"/>
                    <a:pt x="348598" y="363618"/>
                  </a:cubicBezTo>
                  <a:cubicBezTo>
                    <a:pt x="231461" y="369446"/>
                    <a:pt x="115927" y="312626"/>
                    <a:pt x="-45" y="330036"/>
                  </a:cubicBezTo>
                  <a:cubicBezTo>
                    <a:pt x="32371" y="309057"/>
                    <a:pt x="49710" y="271249"/>
                    <a:pt x="59907" y="234024"/>
                  </a:cubicBezTo>
                  <a:cubicBezTo>
                    <a:pt x="72902" y="186000"/>
                    <a:pt x="76782" y="135964"/>
                    <a:pt x="71344" y="86511"/>
                  </a:cubicBezTo>
                  <a:cubicBezTo>
                    <a:pt x="71033" y="83763"/>
                    <a:pt x="70547" y="81038"/>
                    <a:pt x="69888" y="78352"/>
                  </a:cubicBezTo>
                  <a:cubicBezTo>
                    <a:pt x="65589" y="58902"/>
                    <a:pt x="54444" y="31366"/>
                    <a:pt x="57431" y="16068"/>
                  </a:cubicBezTo>
                  <a:cubicBezTo>
                    <a:pt x="61365" y="-4183"/>
                    <a:pt x="80451" y="-176"/>
                    <a:pt x="97642" y="989"/>
                  </a:cubicBezTo>
                  <a:cubicBezTo>
                    <a:pt x="150068" y="4982"/>
                    <a:pt x="202249" y="11718"/>
                    <a:pt x="253971" y="21167"/>
                  </a:cubicBezTo>
                  <a:cubicBezTo>
                    <a:pt x="267447" y="23499"/>
                    <a:pt x="398716" y="56280"/>
                    <a:pt x="400683" y="52856"/>
                  </a:cubicBezTo>
                  <a:cubicBezTo>
                    <a:pt x="377674" y="89768"/>
                    <a:pt x="358628" y="129007"/>
                    <a:pt x="343863" y="169920"/>
                  </a:cubicBezTo>
                  <a:cubicBezTo>
                    <a:pt x="335668" y="194300"/>
                    <a:pt x="331654" y="219889"/>
                    <a:pt x="331989" y="2456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6" name="任意多边形: 形状 35">
              <a:extLst>
                <a:ext uri="{FF2B5EF4-FFF2-40B4-BE49-F238E27FC236}">
                  <a16:creationId xmlns:a16="http://schemas.microsoft.com/office/drawing/2014/main" id="{118BD379-2527-447D-8B13-A4966FAE41E6}"/>
                </a:ext>
              </a:extLst>
            </p:cNvPr>
            <p:cNvSpPr/>
            <p:nvPr/>
          </p:nvSpPr>
          <p:spPr>
            <a:xfrm>
              <a:off x="4141347" y="1093162"/>
              <a:ext cx="247553" cy="328030"/>
            </a:xfrm>
            <a:custGeom>
              <a:avLst/>
              <a:gdLst>
                <a:gd name="connsiteX0" fmla="*/ 236384 w 247553"/>
                <a:gd name="connsiteY0" fmla="*/ 246465 h 328030"/>
                <a:gd name="connsiteX1" fmla="*/ 200617 w 247553"/>
                <a:gd name="connsiteY1" fmla="*/ 282524 h 328030"/>
                <a:gd name="connsiteX2" fmla="*/ 173080 w 247553"/>
                <a:gd name="connsiteY2" fmla="*/ 303941 h 328030"/>
                <a:gd name="connsiteX3" fmla="*/ 114512 w 247553"/>
                <a:gd name="connsiteY3" fmla="*/ 327761 h 328030"/>
                <a:gd name="connsiteX4" fmla="*/ 10050 w 247553"/>
                <a:gd name="connsiteY4" fmla="*/ 289371 h 328030"/>
                <a:gd name="connsiteX5" fmla="*/ 70 w 247553"/>
                <a:gd name="connsiteY5" fmla="*/ 249379 h 328030"/>
                <a:gd name="connsiteX6" fmla="*/ 9685 w 247553"/>
                <a:gd name="connsiteY6" fmla="*/ 193432 h 328030"/>
                <a:gd name="connsiteX7" fmla="*/ 54850 w 247553"/>
                <a:gd name="connsiteY7" fmla="*/ 111699 h 328030"/>
                <a:gd name="connsiteX8" fmla="*/ 127478 w 247553"/>
                <a:gd name="connsiteY8" fmla="*/ 39071 h 328030"/>
                <a:gd name="connsiteX9" fmla="*/ 158364 w 247553"/>
                <a:gd name="connsiteY9" fmla="*/ 24866 h 328030"/>
                <a:gd name="connsiteX10" fmla="*/ 212927 w 247553"/>
                <a:gd name="connsiteY10" fmla="*/ 2503 h 328030"/>
                <a:gd name="connsiteX11" fmla="*/ 222833 w 247553"/>
                <a:gd name="connsiteY11" fmla="*/ -120 h 328030"/>
                <a:gd name="connsiteX12" fmla="*/ 231866 w 247553"/>
                <a:gd name="connsiteY12" fmla="*/ 34482 h 328030"/>
                <a:gd name="connsiteX13" fmla="*/ 167398 w 247553"/>
                <a:gd name="connsiteY13" fmla="*/ 93196 h 328030"/>
                <a:gd name="connsiteX14" fmla="*/ 206297 w 247553"/>
                <a:gd name="connsiteY14" fmla="*/ 123354 h 328030"/>
                <a:gd name="connsiteX15" fmla="*/ 211543 w 247553"/>
                <a:gd name="connsiteY15" fmla="*/ 135520 h 328030"/>
                <a:gd name="connsiteX16" fmla="*/ 229318 w 247553"/>
                <a:gd name="connsiteY16" fmla="*/ 140109 h 328030"/>
                <a:gd name="connsiteX17" fmla="*/ 235800 w 247553"/>
                <a:gd name="connsiteY17" fmla="*/ 170632 h 328030"/>
                <a:gd name="connsiteX18" fmla="*/ 245780 w 247553"/>
                <a:gd name="connsiteY18" fmla="*/ 198095 h 328030"/>
                <a:gd name="connsiteX19" fmla="*/ 236384 w 247553"/>
                <a:gd name="connsiteY19" fmla="*/ 246465 h 328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47553" h="328030">
                  <a:moveTo>
                    <a:pt x="236384" y="246465"/>
                  </a:moveTo>
                  <a:cubicBezTo>
                    <a:pt x="226320" y="260196"/>
                    <a:pt x="214265" y="272349"/>
                    <a:pt x="200617" y="282524"/>
                  </a:cubicBezTo>
                  <a:cubicBezTo>
                    <a:pt x="191728" y="289809"/>
                    <a:pt x="182622" y="297239"/>
                    <a:pt x="173080" y="303941"/>
                  </a:cubicBezTo>
                  <a:cubicBezTo>
                    <a:pt x="156086" y="317057"/>
                    <a:pt x="135837" y="325293"/>
                    <a:pt x="114512" y="327761"/>
                  </a:cubicBezTo>
                  <a:cubicBezTo>
                    <a:pt x="86611" y="329655"/>
                    <a:pt x="27387" y="313265"/>
                    <a:pt x="10050" y="289371"/>
                  </a:cubicBezTo>
                  <a:cubicBezTo>
                    <a:pt x="2741" y="277362"/>
                    <a:pt x="-740" y="263414"/>
                    <a:pt x="70" y="249379"/>
                  </a:cubicBezTo>
                  <a:cubicBezTo>
                    <a:pt x="361" y="230345"/>
                    <a:pt x="3605" y="211471"/>
                    <a:pt x="9685" y="193432"/>
                  </a:cubicBezTo>
                  <a:cubicBezTo>
                    <a:pt x="20552" y="164075"/>
                    <a:pt x="35778" y="136522"/>
                    <a:pt x="54850" y="111699"/>
                  </a:cubicBezTo>
                  <a:cubicBezTo>
                    <a:pt x="75028" y="83653"/>
                    <a:pt x="97465" y="56045"/>
                    <a:pt x="127478" y="39071"/>
                  </a:cubicBezTo>
                  <a:cubicBezTo>
                    <a:pt x="137478" y="33719"/>
                    <a:pt x="147792" y="28975"/>
                    <a:pt x="158364" y="24866"/>
                  </a:cubicBezTo>
                  <a:cubicBezTo>
                    <a:pt x="176577" y="17436"/>
                    <a:pt x="194716" y="9932"/>
                    <a:pt x="212927" y="2503"/>
                  </a:cubicBezTo>
                  <a:cubicBezTo>
                    <a:pt x="216026" y="988"/>
                    <a:pt x="219392" y="97"/>
                    <a:pt x="222833" y="-120"/>
                  </a:cubicBezTo>
                  <a:cubicBezTo>
                    <a:pt x="237476" y="25"/>
                    <a:pt x="240172" y="22389"/>
                    <a:pt x="231866" y="34482"/>
                  </a:cubicBezTo>
                  <a:cubicBezTo>
                    <a:pt x="215257" y="58812"/>
                    <a:pt x="177888" y="65587"/>
                    <a:pt x="167398" y="93196"/>
                  </a:cubicBezTo>
                  <a:cubicBezTo>
                    <a:pt x="185530" y="93757"/>
                    <a:pt x="201236" y="105934"/>
                    <a:pt x="206297" y="123354"/>
                  </a:cubicBezTo>
                  <a:cubicBezTo>
                    <a:pt x="206709" y="127864"/>
                    <a:pt x="208546" y="132125"/>
                    <a:pt x="211543" y="135520"/>
                  </a:cubicBezTo>
                  <a:cubicBezTo>
                    <a:pt x="216351" y="139381"/>
                    <a:pt x="223854" y="137195"/>
                    <a:pt x="229318" y="140109"/>
                  </a:cubicBezTo>
                  <a:cubicBezTo>
                    <a:pt x="239005" y="145281"/>
                    <a:pt x="234781" y="159705"/>
                    <a:pt x="235800" y="170632"/>
                  </a:cubicBezTo>
                  <a:cubicBezTo>
                    <a:pt x="238179" y="180103"/>
                    <a:pt x="241523" y="189306"/>
                    <a:pt x="245780" y="198095"/>
                  </a:cubicBezTo>
                  <a:cubicBezTo>
                    <a:pt x="249943" y="214815"/>
                    <a:pt x="246503" y="232519"/>
                    <a:pt x="236384" y="246465"/>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7" name="任意多边形: 形状 36">
              <a:extLst>
                <a:ext uri="{FF2B5EF4-FFF2-40B4-BE49-F238E27FC236}">
                  <a16:creationId xmlns:a16="http://schemas.microsoft.com/office/drawing/2014/main" id="{8AD0E29E-5CFE-4080-922D-FEF03500D073}"/>
                </a:ext>
              </a:extLst>
            </p:cNvPr>
            <p:cNvSpPr/>
            <p:nvPr/>
          </p:nvSpPr>
          <p:spPr>
            <a:xfrm>
              <a:off x="2763102" y="5142476"/>
              <a:ext cx="242428" cy="196149"/>
            </a:xfrm>
            <a:custGeom>
              <a:avLst/>
              <a:gdLst>
                <a:gd name="connsiteX0" fmla="*/ -45 w 242428"/>
                <a:gd name="connsiteY0" fmla="*/ 184990 h 196149"/>
                <a:gd name="connsiteX1" fmla="*/ 36294 w 242428"/>
                <a:gd name="connsiteY1" fmla="*/ 179502 h 196149"/>
                <a:gd name="connsiteX2" fmla="*/ 240613 w 242428"/>
                <a:gd name="connsiteY2" fmla="*/ 196030 h 196149"/>
                <a:gd name="connsiteX3" fmla="*/ 216299 w 242428"/>
                <a:gd name="connsiteY3" fmla="*/ 71594 h 196149"/>
                <a:gd name="connsiteX4" fmla="*/ 208206 w 242428"/>
                <a:gd name="connsiteY4" fmla="*/ 40131 h 196149"/>
                <a:gd name="connsiteX5" fmla="*/ 156434 w 242428"/>
                <a:gd name="connsiteY5" fmla="*/ 8883 h 196149"/>
                <a:gd name="connsiteX6" fmla="*/ 41493 w 242428"/>
                <a:gd name="connsiteY6" fmla="*/ 24640 h 196149"/>
                <a:gd name="connsiteX7" fmla="*/ -45 w 242428"/>
                <a:gd name="connsiteY7" fmla="*/ 184990 h 196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2428" h="196149">
                  <a:moveTo>
                    <a:pt x="-45" y="184990"/>
                  </a:moveTo>
                  <a:cubicBezTo>
                    <a:pt x="8972" y="175980"/>
                    <a:pt x="23703" y="177511"/>
                    <a:pt x="36294" y="179502"/>
                  </a:cubicBezTo>
                  <a:cubicBezTo>
                    <a:pt x="103882" y="190188"/>
                    <a:pt x="172186" y="195713"/>
                    <a:pt x="240613" y="196030"/>
                  </a:cubicBezTo>
                  <a:cubicBezTo>
                    <a:pt x="249179" y="154196"/>
                    <a:pt x="224310" y="113537"/>
                    <a:pt x="216299" y="71594"/>
                  </a:cubicBezTo>
                  <a:cubicBezTo>
                    <a:pt x="215141" y="60769"/>
                    <a:pt x="212415" y="50171"/>
                    <a:pt x="208206" y="40131"/>
                  </a:cubicBezTo>
                  <a:cubicBezTo>
                    <a:pt x="198571" y="21643"/>
                    <a:pt x="176834" y="13186"/>
                    <a:pt x="156434" y="8883"/>
                  </a:cubicBezTo>
                  <a:cubicBezTo>
                    <a:pt x="119614" y="1117"/>
                    <a:pt x="62057" y="-12587"/>
                    <a:pt x="41493" y="24640"/>
                  </a:cubicBezTo>
                  <a:cubicBezTo>
                    <a:pt x="16818" y="69307"/>
                    <a:pt x="8924" y="135279"/>
                    <a:pt x="-45" y="184990"/>
                  </a:cubicBezTo>
                  <a:close/>
                </a:path>
              </a:pathLst>
            </a:custGeom>
            <a:solidFill>
              <a:srgbClr val="65617D"/>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8" name="任意多边形: 形状 37">
              <a:extLst>
                <a:ext uri="{FF2B5EF4-FFF2-40B4-BE49-F238E27FC236}">
                  <a16:creationId xmlns:a16="http://schemas.microsoft.com/office/drawing/2014/main" id="{7ECABF7A-C740-4BB2-B1B1-E1A4FDFC2C5E}"/>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9" name="任意多边形: 形状 38">
              <a:extLst>
                <a:ext uri="{FF2B5EF4-FFF2-40B4-BE49-F238E27FC236}">
                  <a16:creationId xmlns:a16="http://schemas.microsoft.com/office/drawing/2014/main" id="{90ADBB25-015C-437B-AA87-9DDB00259911}"/>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0" name="任意多边形: 形状 39">
              <a:extLst>
                <a:ext uri="{FF2B5EF4-FFF2-40B4-BE49-F238E27FC236}">
                  <a16:creationId xmlns:a16="http://schemas.microsoft.com/office/drawing/2014/main" id="{FFD99D5B-7CBB-4C2A-BEC3-CB962F13C3C4}"/>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1" name="任意多边形: 形状 40">
              <a:extLst>
                <a:ext uri="{FF2B5EF4-FFF2-40B4-BE49-F238E27FC236}">
                  <a16:creationId xmlns:a16="http://schemas.microsoft.com/office/drawing/2014/main" id="{C25005D4-4FC1-4CB7-8597-344FD9D1FBA3}"/>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2" name="任意多边形: 形状 41">
              <a:extLst>
                <a:ext uri="{FF2B5EF4-FFF2-40B4-BE49-F238E27FC236}">
                  <a16:creationId xmlns:a16="http://schemas.microsoft.com/office/drawing/2014/main" id="{D8F49166-5F21-4144-89A5-D6F4269DFC47}"/>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3" name="任意多边形: 形状 42">
              <a:extLst>
                <a:ext uri="{FF2B5EF4-FFF2-40B4-BE49-F238E27FC236}">
                  <a16:creationId xmlns:a16="http://schemas.microsoft.com/office/drawing/2014/main" id="{16FCBA5E-1ED5-4B2E-BE93-23DC8ECBB15E}"/>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4" name="任意多边形: 形状 43">
              <a:extLst>
                <a:ext uri="{FF2B5EF4-FFF2-40B4-BE49-F238E27FC236}">
                  <a16:creationId xmlns:a16="http://schemas.microsoft.com/office/drawing/2014/main" id="{CA7370BB-478A-4624-9E9D-C46A7FB03681}"/>
                </a:ext>
              </a:extLst>
            </p:cNvPr>
            <p:cNvSpPr/>
            <p:nvPr/>
          </p:nvSpPr>
          <p:spPr>
            <a:xfrm>
              <a:off x="2745182" y="3016810"/>
              <a:ext cx="819579" cy="2248079"/>
            </a:xfrm>
            <a:custGeom>
              <a:avLst/>
              <a:gdLst>
                <a:gd name="connsiteX0" fmla="*/ 791393 w 819579"/>
                <a:gd name="connsiteY0" fmla="*/ 536471 h 2248079"/>
                <a:gd name="connsiteX1" fmla="*/ 781995 w 819579"/>
                <a:gd name="connsiteY1" fmla="*/ 619152 h 2248079"/>
                <a:gd name="connsiteX2" fmla="*/ 676732 w 819579"/>
                <a:gd name="connsiteY2" fmla="*/ 1171983 h 2248079"/>
                <a:gd name="connsiteX3" fmla="*/ 665951 w 819579"/>
                <a:gd name="connsiteY3" fmla="*/ 1219552 h 2248079"/>
                <a:gd name="connsiteX4" fmla="*/ 594635 w 819579"/>
                <a:gd name="connsiteY4" fmla="*/ 1359854 h 2248079"/>
                <a:gd name="connsiteX5" fmla="*/ 341784 w 819579"/>
                <a:gd name="connsiteY5" fmla="*/ 2067629 h 2248079"/>
                <a:gd name="connsiteX6" fmla="*/ 324374 w 819579"/>
                <a:gd name="connsiteY6" fmla="*/ 2114833 h 2248079"/>
                <a:gd name="connsiteX7" fmla="*/ 272434 w 819579"/>
                <a:gd name="connsiteY7" fmla="*/ 2230732 h 2248079"/>
                <a:gd name="connsiteX8" fmla="*/ 261726 w 819579"/>
                <a:gd name="connsiteY8" fmla="*/ 2244572 h 2248079"/>
                <a:gd name="connsiteX9" fmla="*/ 244826 w 819579"/>
                <a:gd name="connsiteY9" fmla="*/ 2247851 h 2248079"/>
                <a:gd name="connsiteX10" fmla="*/ 26068 w 819579"/>
                <a:gd name="connsiteY10" fmla="*/ 2198097 h 2248079"/>
                <a:gd name="connsiteX11" fmla="*/ 2831 w 819579"/>
                <a:gd name="connsiteY11" fmla="*/ 2178793 h 2248079"/>
                <a:gd name="connsiteX12" fmla="*/ 354 w 819579"/>
                <a:gd name="connsiteY12" fmla="*/ 2156574 h 2248079"/>
                <a:gd name="connsiteX13" fmla="*/ 27598 w 819579"/>
                <a:gd name="connsiteY13" fmla="*/ 2021736 h 2248079"/>
                <a:gd name="connsiteX14" fmla="*/ 81504 w 819579"/>
                <a:gd name="connsiteY14" fmla="*/ 1956392 h 2248079"/>
                <a:gd name="connsiteX15" fmla="*/ 134317 w 819579"/>
                <a:gd name="connsiteY15" fmla="*/ 1523976 h 2248079"/>
                <a:gd name="connsiteX16" fmla="*/ 213064 w 819579"/>
                <a:gd name="connsiteY16" fmla="*/ 1316947 h 2248079"/>
                <a:gd name="connsiteX17" fmla="*/ 283143 w 819579"/>
                <a:gd name="connsiteY17" fmla="*/ 1172493 h 2248079"/>
                <a:gd name="connsiteX18" fmla="*/ 290209 w 819579"/>
                <a:gd name="connsiteY18" fmla="*/ 1104600 h 2248079"/>
                <a:gd name="connsiteX19" fmla="*/ 317088 w 819579"/>
                <a:gd name="connsiteY19" fmla="*/ 1088792 h 2248079"/>
                <a:gd name="connsiteX20" fmla="*/ 320876 w 819579"/>
                <a:gd name="connsiteY20" fmla="*/ 1075243 h 2248079"/>
                <a:gd name="connsiteX21" fmla="*/ 313957 w 819579"/>
                <a:gd name="connsiteY21" fmla="*/ 963278 h 2248079"/>
                <a:gd name="connsiteX22" fmla="*/ 297274 w 819579"/>
                <a:gd name="connsiteY22" fmla="*/ 890286 h 2248079"/>
                <a:gd name="connsiteX23" fmla="*/ 315632 w 819579"/>
                <a:gd name="connsiteY23" fmla="*/ 819771 h 2248079"/>
                <a:gd name="connsiteX24" fmla="*/ 316287 w 819579"/>
                <a:gd name="connsiteY24" fmla="*/ 668469 h 2248079"/>
                <a:gd name="connsiteX25" fmla="*/ 309293 w 819579"/>
                <a:gd name="connsiteY25" fmla="*/ 583967 h 2248079"/>
                <a:gd name="connsiteX26" fmla="*/ 296837 w 819579"/>
                <a:gd name="connsiteY26" fmla="*/ 545140 h 2248079"/>
                <a:gd name="connsiteX27" fmla="*/ 281467 w 819579"/>
                <a:gd name="connsiteY27" fmla="*/ 401997 h 2248079"/>
                <a:gd name="connsiteX28" fmla="*/ 231786 w 819579"/>
                <a:gd name="connsiteY28" fmla="*/ 367030 h 2248079"/>
                <a:gd name="connsiteX29" fmla="*/ 163601 w 819579"/>
                <a:gd name="connsiteY29" fmla="*/ 268979 h 2248079"/>
                <a:gd name="connsiteX30" fmla="*/ 144297 w 819579"/>
                <a:gd name="connsiteY30" fmla="*/ 148929 h 2248079"/>
                <a:gd name="connsiteX31" fmla="*/ 144005 w 819579"/>
                <a:gd name="connsiteY31" fmla="*/ 122995 h 2248079"/>
                <a:gd name="connsiteX32" fmla="*/ 147502 w 819579"/>
                <a:gd name="connsiteY32" fmla="*/ 110029 h 2248079"/>
                <a:gd name="connsiteX33" fmla="*/ 205998 w 819579"/>
                <a:gd name="connsiteY33" fmla="*/ 74480 h 2248079"/>
                <a:gd name="connsiteX34" fmla="*/ 652692 w 819579"/>
                <a:gd name="connsiteY34" fmla="*/ 22249 h 2248079"/>
                <a:gd name="connsiteX35" fmla="*/ 763272 w 819579"/>
                <a:gd name="connsiteY35" fmla="*/ 38057 h 2248079"/>
                <a:gd name="connsiteX36" fmla="*/ 794743 w 819579"/>
                <a:gd name="connsiteY36" fmla="*/ 114910 h 2248079"/>
                <a:gd name="connsiteX37" fmla="*/ 816669 w 819579"/>
                <a:gd name="connsiteY37" fmla="*/ 362441 h 2248079"/>
                <a:gd name="connsiteX38" fmla="*/ 791393 w 819579"/>
                <a:gd name="connsiteY38" fmla="*/ 536471 h 2248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819579" h="2248079">
                  <a:moveTo>
                    <a:pt x="791393" y="536471"/>
                  </a:moveTo>
                  <a:cubicBezTo>
                    <a:pt x="790840" y="564264"/>
                    <a:pt x="787694" y="591944"/>
                    <a:pt x="781995" y="619152"/>
                  </a:cubicBezTo>
                  <a:cubicBezTo>
                    <a:pt x="749069" y="803818"/>
                    <a:pt x="713981" y="988095"/>
                    <a:pt x="676732" y="1171983"/>
                  </a:cubicBezTo>
                  <a:cubicBezTo>
                    <a:pt x="673454" y="1187936"/>
                    <a:pt x="670249" y="1203890"/>
                    <a:pt x="665951" y="1219552"/>
                  </a:cubicBezTo>
                  <a:cubicBezTo>
                    <a:pt x="652073" y="1270723"/>
                    <a:pt x="627796" y="1318484"/>
                    <a:pt x="594635" y="1359854"/>
                  </a:cubicBezTo>
                  <a:cubicBezTo>
                    <a:pt x="439399" y="1553334"/>
                    <a:pt x="425994" y="1834302"/>
                    <a:pt x="341784" y="2067629"/>
                  </a:cubicBezTo>
                  <a:cubicBezTo>
                    <a:pt x="336103" y="2083436"/>
                    <a:pt x="330421" y="2099244"/>
                    <a:pt x="324374" y="2114833"/>
                  </a:cubicBezTo>
                  <a:cubicBezTo>
                    <a:pt x="309156" y="2154372"/>
                    <a:pt x="291817" y="2193060"/>
                    <a:pt x="272434" y="2230732"/>
                  </a:cubicBezTo>
                  <a:cubicBezTo>
                    <a:pt x="270170" y="2236222"/>
                    <a:pt x="266472" y="2241002"/>
                    <a:pt x="261726" y="2244572"/>
                  </a:cubicBezTo>
                  <a:cubicBezTo>
                    <a:pt x="256502" y="2247200"/>
                    <a:pt x="250654" y="2248335"/>
                    <a:pt x="244826" y="2247851"/>
                  </a:cubicBezTo>
                  <a:cubicBezTo>
                    <a:pt x="169053" y="2248286"/>
                    <a:pt x="94198" y="2231262"/>
                    <a:pt x="26068" y="2198097"/>
                  </a:cubicBezTo>
                  <a:cubicBezTo>
                    <a:pt x="16342" y="2194510"/>
                    <a:pt x="8140" y="2187697"/>
                    <a:pt x="2831" y="2178793"/>
                  </a:cubicBezTo>
                  <a:cubicBezTo>
                    <a:pt x="218" y="2171697"/>
                    <a:pt x="-632" y="2164071"/>
                    <a:pt x="354" y="2156574"/>
                  </a:cubicBezTo>
                  <a:cubicBezTo>
                    <a:pt x="2685" y="2110317"/>
                    <a:pt x="5525" y="2062384"/>
                    <a:pt x="27598" y="2021736"/>
                  </a:cubicBezTo>
                  <a:cubicBezTo>
                    <a:pt x="42245" y="1997415"/>
                    <a:pt x="60410" y="1975395"/>
                    <a:pt x="81504" y="1956392"/>
                  </a:cubicBezTo>
                  <a:cubicBezTo>
                    <a:pt x="88060" y="1811210"/>
                    <a:pt x="102411" y="1665736"/>
                    <a:pt x="134317" y="1523976"/>
                  </a:cubicBezTo>
                  <a:cubicBezTo>
                    <a:pt x="150708" y="1451494"/>
                    <a:pt x="170959" y="1378211"/>
                    <a:pt x="213064" y="1316947"/>
                  </a:cubicBezTo>
                  <a:cubicBezTo>
                    <a:pt x="244097" y="1271710"/>
                    <a:pt x="288607" y="1227055"/>
                    <a:pt x="283143" y="1172493"/>
                  </a:cubicBezTo>
                  <a:cubicBezTo>
                    <a:pt x="280739" y="1148526"/>
                    <a:pt x="270686" y="1118659"/>
                    <a:pt x="290209" y="1104600"/>
                  </a:cubicBezTo>
                  <a:cubicBezTo>
                    <a:pt x="298731" y="1098409"/>
                    <a:pt x="311334" y="1097607"/>
                    <a:pt x="317088" y="1088792"/>
                  </a:cubicBezTo>
                  <a:cubicBezTo>
                    <a:pt x="319407" y="1084640"/>
                    <a:pt x="320706" y="1079996"/>
                    <a:pt x="320876" y="1075243"/>
                  </a:cubicBezTo>
                  <a:cubicBezTo>
                    <a:pt x="324888" y="1037798"/>
                    <a:pt x="322548" y="999944"/>
                    <a:pt x="313957" y="963278"/>
                  </a:cubicBezTo>
                  <a:cubicBezTo>
                    <a:pt x="306858" y="939325"/>
                    <a:pt x="301286" y="914945"/>
                    <a:pt x="297274" y="890286"/>
                  </a:cubicBezTo>
                  <a:cubicBezTo>
                    <a:pt x="294797" y="865372"/>
                    <a:pt x="299023" y="838420"/>
                    <a:pt x="315632" y="819771"/>
                  </a:cubicBezTo>
                  <a:cubicBezTo>
                    <a:pt x="316651" y="769944"/>
                    <a:pt x="315267" y="718223"/>
                    <a:pt x="316287" y="668469"/>
                  </a:cubicBezTo>
                  <a:cubicBezTo>
                    <a:pt x="318250" y="640110"/>
                    <a:pt x="315892" y="611618"/>
                    <a:pt x="309293" y="583967"/>
                  </a:cubicBezTo>
                  <a:cubicBezTo>
                    <a:pt x="305506" y="570927"/>
                    <a:pt x="299751" y="558471"/>
                    <a:pt x="296837" y="545140"/>
                  </a:cubicBezTo>
                  <a:cubicBezTo>
                    <a:pt x="286420" y="497280"/>
                    <a:pt x="312427" y="439950"/>
                    <a:pt x="281467" y="401997"/>
                  </a:cubicBezTo>
                  <a:cubicBezTo>
                    <a:pt x="268573" y="386262"/>
                    <a:pt x="248687" y="378395"/>
                    <a:pt x="231786" y="367030"/>
                  </a:cubicBezTo>
                  <a:cubicBezTo>
                    <a:pt x="198058" y="344521"/>
                    <a:pt x="175912" y="307661"/>
                    <a:pt x="163601" y="268979"/>
                  </a:cubicBezTo>
                  <a:cubicBezTo>
                    <a:pt x="152677" y="229815"/>
                    <a:pt x="146201" y="189544"/>
                    <a:pt x="144297" y="148929"/>
                  </a:cubicBezTo>
                  <a:cubicBezTo>
                    <a:pt x="143290" y="140318"/>
                    <a:pt x="143193" y="131626"/>
                    <a:pt x="144005" y="122995"/>
                  </a:cubicBezTo>
                  <a:cubicBezTo>
                    <a:pt x="144551" y="118529"/>
                    <a:pt x="145728" y="114164"/>
                    <a:pt x="147502" y="110029"/>
                  </a:cubicBezTo>
                  <a:cubicBezTo>
                    <a:pt x="157118" y="88393"/>
                    <a:pt x="182979" y="80015"/>
                    <a:pt x="205998" y="74480"/>
                  </a:cubicBezTo>
                  <a:cubicBezTo>
                    <a:pt x="352294" y="39393"/>
                    <a:pt x="502248" y="21859"/>
                    <a:pt x="652692" y="22249"/>
                  </a:cubicBezTo>
                  <a:cubicBezTo>
                    <a:pt x="708346" y="-15631"/>
                    <a:pt x="739670" y="-2082"/>
                    <a:pt x="763272" y="38057"/>
                  </a:cubicBezTo>
                  <a:cubicBezTo>
                    <a:pt x="776307" y="62557"/>
                    <a:pt x="786850" y="88304"/>
                    <a:pt x="794743" y="114910"/>
                  </a:cubicBezTo>
                  <a:cubicBezTo>
                    <a:pt x="805524" y="147472"/>
                    <a:pt x="806179" y="329733"/>
                    <a:pt x="816669" y="362441"/>
                  </a:cubicBezTo>
                  <a:cubicBezTo>
                    <a:pt x="830292" y="404984"/>
                    <a:pt x="790883" y="491816"/>
                    <a:pt x="791393" y="536471"/>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5" name="任意多边形: 形状 44">
              <a:extLst>
                <a:ext uri="{FF2B5EF4-FFF2-40B4-BE49-F238E27FC236}">
                  <a16:creationId xmlns:a16="http://schemas.microsoft.com/office/drawing/2014/main" id="{B10670B2-8C18-4002-8C08-1AF91F6DC6C6}"/>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6" name="任意多边形: 形状 45">
              <a:extLst>
                <a:ext uri="{FF2B5EF4-FFF2-40B4-BE49-F238E27FC236}">
                  <a16:creationId xmlns:a16="http://schemas.microsoft.com/office/drawing/2014/main" id="{842440C1-8F2C-4015-8D75-E23243EF2AA6}"/>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7" name="任意多边形: 形状 46">
              <a:extLst>
                <a:ext uri="{FF2B5EF4-FFF2-40B4-BE49-F238E27FC236}">
                  <a16:creationId xmlns:a16="http://schemas.microsoft.com/office/drawing/2014/main" id="{BC72191B-3788-44EE-8C05-59071F111162}"/>
                </a:ext>
              </a:extLst>
            </p:cNvPr>
            <p:cNvSpPr/>
            <p:nvPr/>
          </p:nvSpPr>
          <p:spPr>
            <a:xfrm>
              <a:off x="2944583" y="1216911"/>
              <a:ext cx="343483" cy="177834"/>
            </a:xfrm>
            <a:custGeom>
              <a:avLst/>
              <a:gdLst>
                <a:gd name="connsiteX0" fmla="*/ 343439 w 343483"/>
                <a:gd name="connsiteY0" fmla="*/ 52856 h 177834"/>
                <a:gd name="connsiteX1" fmla="*/ 286619 w 343483"/>
                <a:gd name="connsiteY1" fmla="*/ 169920 h 177834"/>
                <a:gd name="connsiteX2" fmla="*/ 222078 w 343483"/>
                <a:gd name="connsiteY2" fmla="*/ 177714 h 177834"/>
                <a:gd name="connsiteX3" fmla="*/ 28239 w 343483"/>
                <a:gd name="connsiteY3" fmla="*/ 68993 h 177834"/>
                <a:gd name="connsiteX4" fmla="*/ 187 w 343483"/>
                <a:gd name="connsiteY4" fmla="*/ 16068 h 177834"/>
                <a:gd name="connsiteX5" fmla="*/ 40399 w 343483"/>
                <a:gd name="connsiteY5" fmla="*/ 989 h 177834"/>
                <a:gd name="connsiteX6" fmla="*/ 196728 w 343483"/>
                <a:gd name="connsiteY6" fmla="*/ 21167 h 177834"/>
                <a:gd name="connsiteX7" fmla="*/ 343439 w 343483"/>
                <a:gd name="connsiteY7" fmla="*/ 52856 h 1778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483" h="177834">
                  <a:moveTo>
                    <a:pt x="343439" y="52856"/>
                  </a:moveTo>
                  <a:cubicBezTo>
                    <a:pt x="320430" y="89768"/>
                    <a:pt x="301385" y="129007"/>
                    <a:pt x="286619" y="169920"/>
                  </a:cubicBezTo>
                  <a:cubicBezTo>
                    <a:pt x="265498" y="175113"/>
                    <a:pt x="243827" y="177730"/>
                    <a:pt x="222078" y="177714"/>
                  </a:cubicBezTo>
                  <a:cubicBezTo>
                    <a:pt x="137648" y="177714"/>
                    <a:pt x="77847" y="129674"/>
                    <a:pt x="28239" y="68993"/>
                  </a:cubicBezTo>
                  <a:cubicBezTo>
                    <a:pt x="23940" y="49543"/>
                    <a:pt x="-2800" y="31366"/>
                    <a:pt x="187" y="16068"/>
                  </a:cubicBezTo>
                  <a:cubicBezTo>
                    <a:pt x="4121" y="-4183"/>
                    <a:pt x="23207" y="-176"/>
                    <a:pt x="40399" y="989"/>
                  </a:cubicBezTo>
                  <a:cubicBezTo>
                    <a:pt x="92825" y="4982"/>
                    <a:pt x="145006" y="11718"/>
                    <a:pt x="196728" y="21167"/>
                  </a:cubicBezTo>
                  <a:cubicBezTo>
                    <a:pt x="210203" y="23499"/>
                    <a:pt x="341472" y="56280"/>
                    <a:pt x="343439" y="5285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8" name="任意多边形: 形状 47">
              <a:extLst>
                <a:ext uri="{FF2B5EF4-FFF2-40B4-BE49-F238E27FC236}">
                  <a16:creationId xmlns:a16="http://schemas.microsoft.com/office/drawing/2014/main" id="{F1821851-9DE8-4EF4-821E-21F0A2B9C199}"/>
                </a:ext>
              </a:extLst>
            </p:cNvPr>
            <p:cNvSpPr/>
            <p:nvPr/>
          </p:nvSpPr>
          <p:spPr>
            <a:xfrm>
              <a:off x="2896225" y="846413"/>
              <a:ext cx="541013" cy="541013"/>
            </a:xfrm>
            <a:custGeom>
              <a:avLst/>
              <a:gdLst>
                <a:gd name="connsiteX0" fmla="*/ 541013 w 541013"/>
                <a:gd name="connsiteY0" fmla="*/ 270507 h 541013"/>
                <a:gd name="connsiteX1" fmla="*/ 270507 w 541013"/>
                <a:gd name="connsiteY1" fmla="*/ 541013 h 541013"/>
                <a:gd name="connsiteX2" fmla="*/ 0 w 541013"/>
                <a:gd name="connsiteY2" fmla="*/ 270507 h 541013"/>
                <a:gd name="connsiteX3" fmla="*/ 270507 w 541013"/>
                <a:gd name="connsiteY3" fmla="*/ 0 h 541013"/>
                <a:gd name="connsiteX4" fmla="*/ 541013 w 541013"/>
                <a:gd name="connsiteY4" fmla="*/ 270507 h 541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13" h="541013">
                  <a:moveTo>
                    <a:pt x="541013" y="270507"/>
                  </a:moveTo>
                  <a:cubicBezTo>
                    <a:pt x="541013" y="419903"/>
                    <a:pt x="419903" y="541013"/>
                    <a:pt x="270507" y="541013"/>
                  </a:cubicBezTo>
                  <a:cubicBezTo>
                    <a:pt x="121110" y="541013"/>
                    <a:pt x="0" y="419903"/>
                    <a:pt x="0" y="270507"/>
                  </a:cubicBezTo>
                  <a:cubicBezTo>
                    <a:pt x="0" y="121110"/>
                    <a:pt x="121110" y="0"/>
                    <a:pt x="270507" y="0"/>
                  </a:cubicBezTo>
                  <a:cubicBezTo>
                    <a:pt x="419903" y="0"/>
                    <a:pt x="541013" y="121110"/>
                    <a:pt x="541013" y="2705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9" name="任意多边形: 形状 48">
              <a:extLst>
                <a:ext uri="{FF2B5EF4-FFF2-40B4-BE49-F238E27FC236}">
                  <a16:creationId xmlns:a16="http://schemas.microsoft.com/office/drawing/2014/main" id="{35E5CBAE-8005-4E0C-89B3-E1E7CFF292E8}"/>
                </a:ext>
              </a:extLst>
            </p:cNvPr>
            <p:cNvSpPr/>
            <p:nvPr/>
          </p:nvSpPr>
          <p:spPr>
            <a:xfrm>
              <a:off x="2889233" y="3016810"/>
              <a:ext cx="619266" cy="123114"/>
            </a:xfrm>
            <a:custGeom>
              <a:avLst/>
              <a:gdLst>
                <a:gd name="connsiteX0" fmla="*/ 619222 w 619266"/>
                <a:gd name="connsiteY0" fmla="*/ 38057 h 123114"/>
                <a:gd name="connsiteX1" fmla="*/ 478265 w 619266"/>
                <a:gd name="connsiteY1" fmla="*/ 39076 h 123114"/>
                <a:gd name="connsiteX2" fmla="*/ 390777 w 619266"/>
                <a:gd name="connsiteY2" fmla="*/ 48036 h 123114"/>
                <a:gd name="connsiteX3" fmla="*/ 286970 w 619266"/>
                <a:gd name="connsiteY3" fmla="*/ 82420 h 123114"/>
                <a:gd name="connsiteX4" fmla="*/ 113523 w 619266"/>
                <a:gd name="connsiteY4" fmla="*/ 105220 h 123114"/>
                <a:gd name="connsiteX5" fmla="*/ -45 w 619266"/>
                <a:gd name="connsiteY5" fmla="*/ 122995 h 123114"/>
                <a:gd name="connsiteX6" fmla="*/ 3451 w 619266"/>
                <a:gd name="connsiteY6" fmla="*/ 110028 h 123114"/>
                <a:gd name="connsiteX7" fmla="*/ 61947 w 619266"/>
                <a:gd name="connsiteY7" fmla="*/ 74479 h 123114"/>
                <a:gd name="connsiteX8" fmla="*/ 508641 w 619266"/>
                <a:gd name="connsiteY8" fmla="*/ 22248 h 123114"/>
                <a:gd name="connsiteX9" fmla="*/ 619222 w 619266"/>
                <a:gd name="connsiteY9" fmla="*/ 38057 h 12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266" h="123114">
                  <a:moveTo>
                    <a:pt x="619222" y="38057"/>
                  </a:moveTo>
                  <a:cubicBezTo>
                    <a:pt x="572382" y="35288"/>
                    <a:pt x="525251" y="37182"/>
                    <a:pt x="478265" y="39076"/>
                  </a:cubicBezTo>
                  <a:cubicBezTo>
                    <a:pt x="448888" y="39355"/>
                    <a:pt x="419600" y="42355"/>
                    <a:pt x="390777" y="48036"/>
                  </a:cubicBezTo>
                  <a:cubicBezTo>
                    <a:pt x="355227" y="56122"/>
                    <a:pt x="322009" y="72293"/>
                    <a:pt x="286970" y="82420"/>
                  </a:cubicBezTo>
                  <a:cubicBezTo>
                    <a:pt x="230877" y="98737"/>
                    <a:pt x="171654" y="99466"/>
                    <a:pt x="113523" y="105220"/>
                  </a:cubicBezTo>
                  <a:cubicBezTo>
                    <a:pt x="75352" y="108921"/>
                    <a:pt x="37431" y="114856"/>
                    <a:pt x="-45" y="122995"/>
                  </a:cubicBezTo>
                  <a:cubicBezTo>
                    <a:pt x="501" y="118529"/>
                    <a:pt x="1678" y="114164"/>
                    <a:pt x="3451" y="110028"/>
                  </a:cubicBezTo>
                  <a:cubicBezTo>
                    <a:pt x="13068" y="88393"/>
                    <a:pt x="38929" y="80015"/>
                    <a:pt x="61947" y="74479"/>
                  </a:cubicBezTo>
                  <a:cubicBezTo>
                    <a:pt x="208243" y="39392"/>
                    <a:pt x="358197" y="21859"/>
                    <a:pt x="508641" y="22248"/>
                  </a:cubicBezTo>
                  <a:cubicBezTo>
                    <a:pt x="564296" y="-15631"/>
                    <a:pt x="595620" y="-2082"/>
                    <a:pt x="619222" y="38057"/>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0" name="任意多边形: 形状 49">
              <a:extLst>
                <a:ext uri="{FF2B5EF4-FFF2-40B4-BE49-F238E27FC236}">
                  <a16:creationId xmlns:a16="http://schemas.microsoft.com/office/drawing/2014/main" id="{6031C97B-C838-4282-881A-6AF1DCFB41D5}"/>
                </a:ext>
              </a:extLst>
            </p:cNvPr>
            <p:cNvSpPr/>
            <p:nvPr/>
          </p:nvSpPr>
          <p:spPr>
            <a:xfrm>
              <a:off x="2566790" y="1481999"/>
              <a:ext cx="1054353" cy="1688174"/>
            </a:xfrm>
            <a:custGeom>
              <a:avLst/>
              <a:gdLst>
                <a:gd name="connsiteX0" fmla="*/ 757318 w 1054353"/>
                <a:gd name="connsiteY0" fmla="*/ 77622 h 1688174"/>
                <a:gd name="connsiteX1" fmla="*/ 712210 w 1054353"/>
                <a:gd name="connsiteY1" fmla="*/ 101906 h 1688174"/>
                <a:gd name="connsiteX2" fmla="*/ 694656 w 1054353"/>
                <a:gd name="connsiteY2" fmla="*/ 92510 h 1688174"/>
                <a:gd name="connsiteX3" fmla="*/ 588514 w 1054353"/>
                <a:gd name="connsiteY3" fmla="*/ 62170 h 1688174"/>
                <a:gd name="connsiteX4" fmla="*/ 369922 w 1054353"/>
                <a:gd name="connsiteY4" fmla="*/ 13026 h 1688174"/>
                <a:gd name="connsiteX5" fmla="*/ 305267 w 1054353"/>
                <a:gd name="connsiteY5" fmla="*/ -120 h 1688174"/>
                <a:gd name="connsiteX6" fmla="*/ 190055 w 1054353"/>
                <a:gd name="connsiteY6" fmla="*/ 66323 h 1688174"/>
                <a:gd name="connsiteX7" fmla="*/ 112774 w 1054353"/>
                <a:gd name="connsiteY7" fmla="*/ 180016 h 1688174"/>
                <a:gd name="connsiteX8" fmla="*/ 50006 w 1054353"/>
                <a:gd name="connsiteY8" fmla="*/ 255218 h 1688174"/>
                <a:gd name="connsiteX9" fmla="*/ 4693 w 1054353"/>
                <a:gd name="connsiteY9" fmla="*/ 492376 h 1688174"/>
                <a:gd name="connsiteX10" fmla="*/ 81795 w 1054353"/>
                <a:gd name="connsiteY10" fmla="*/ 726721 h 1688174"/>
                <a:gd name="connsiteX11" fmla="*/ 144747 w 1054353"/>
                <a:gd name="connsiteY11" fmla="*/ 853648 h 1688174"/>
                <a:gd name="connsiteX12" fmla="*/ 169069 w 1054353"/>
                <a:gd name="connsiteY12" fmla="*/ 1042073 h 1688174"/>
                <a:gd name="connsiteX13" fmla="*/ 193599 w 1054353"/>
                <a:gd name="connsiteY13" fmla="*/ 1098076 h 1688174"/>
                <a:gd name="connsiteX14" fmla="*/ 191899 w 1054353"/>
                <a:gd name="connsiteY14" fmla="*/ 1139148 h 1688174"/>
                <a:gd name="connsiteX15" fmla="*/ 178131 w 1054353"/>
                <a:gd name="connsiteY15" fmla="*/ 1237082 h 1688174"/>
                <a:gd name="connsiteX16" fmla="*/ 164316 w 1054353"/>
                <a:gd name="connsiteY16" fmla="*/ 1326355 h 1688174"/>
                <a:gd name="connsiteX17" fmla="*/ 166004 w 1054353"/>
                <a:gd name="connsiteY17" fmla="*/ 1488469 h 1688174"/>
                <a:gd name="connsiteX18" fmla="*/ 172392 w 1054353"/>
                <a:gd name="connsiteY18" fmla="*/ 1688054 h 1688174"/>
                <a:gd name="connsiteX19" fmla="*/ 435986 w 1054353"/>
                <a:gd name="connsiteY19" fmla="*/ 1625429 h 1688174"/>
                <a:gd name="connsiteX20" fmla="*/ 609413 w 1054353"/>
                <a:gd name="connsiteY20" fmla="*/ 1602692 h 1688174"/>
                <a:gd name="connsiteX21" fmla="*/ 713216 w 1054353"/>
                <a:gd name="connsiteY21" fmla="*/ 1568243 h 1688174"/>
                <a:gd name="connsiteX22" fmla="*/ 800744 w 1054353"/>
                <a:gd name="connsiteY22" fmla="*/ 1559308 h 1688174"/>
                <a:gd name="connsiteX23" fmla="*/ 995006 w 1054353"/>
                <a:gd name="connsiteY23" fmla="*/ 1563656 h 1688174"/>
                <a:gd name="connsiteX24" fmla="*/ 1009640 w 1054353"/>
                <a:gd name="connsiteY24" fmla="*/ 1560613 h 1688174"/>
                <a:gd name="connsiteX25" fmla="*/ 1011589 w 1054353"/>
                <a:gd name="connsiteY25" fmla="*/ 1552965 h 1688174"/>
                <a:gd name="connsiteX26" fmla="*/ 995002 w 1054353"/>
                <a:gd name="connsiteY26" fmla="*/ 1484101 h 1688174"/>
                <a:gd name="connsiteX27" fmla="*/ 975772 w 1054353"/>
                <a:gd name="connsiteY27" fmla="*/ 1438952 h 1688174"/>
                <a:gd name="connsiteX28" fmla="*/ 981391 w 1054353"/>
                <a:gd name="connsiteY28" fmla="*/ 1416534 h 1688174"/>
                <a:gd name="connsiteX29" fmla="*/ 1009822 w 1054353"/>
                <a:gd name="connsiteY29" fmla="*/ 1340712 h 1688174"/>
                <a:gd name="connsiteX30" fmla="*/ 1034865 w 1054353"/>
                <a:gd name="connsiteY30" fmla="*/ 1135142 h 1688174"/>
                <a:gd name="connsiteX31" fmla="*/ 1053551 w 1054353"/>
                <a:gd name="connsiteY31" fmla="*/ 976114 h 1688174"/>
                <a:gd name="connsiteX32" fmla="*/ 1026902 w 1054353"/>
                <a:gd name="connsiteY32" fmla="*/ 844663 h 1688174"/>
                <a:gd name="connsiteX33" fmla="*/ 1006107 w 1054353"/>
                <a:gd name="connsiteY33" fmla="*/ 815745 h 1688174"/>
                <a:gd name="connsiteX34" fmla="*/ 1001155 w 1054353"/>
                <a:gd name="connsiteY34" fmla="*/ 781163 h 1688174"/>
                <a:gd name="connsiteX35" fmla="*/ 1008667 w 1054353"/>
                <a:gd name="connsiteY35" fmla="*/ 507496 h 1688174"/>
                <a:gd name="connsiteX36" fmla="*/ 935645 w 1054353"/>
                <a:gd name="connsiteY36" fmla="*/ 377204 h 1688174"/>
                <a:gd name="connsiteX37" fmla="*/ 868116 w 1054353"/>
                <a:gd name="connsiteY37" fmla="*/ 219544 h 1688174"/>
                <a:gd name="connsiteX38" fmla="*/ 855570 w 1054353"/>
                <a:gd name="connsiteY38" fmla="*/ 106277 h 1688174"/>
                <a:gd name="connsiteX39" fmla="*/ 846005 w 1054353"/>
                <a:gd name="connsiteY39" fmla="*/ 79826 h 1688174"/>
                <a:gd name="connsiteX40" fmla="*/ 807500 w 1054353"/>
                <a:gd name="connsiteY40" fmla="*/ 68390 h 1688174"/>
                <a:gd name="connsiteX41" fmla="*/ 757318 w 1054353"/>
                <a:gd name="connsiteY41" fmla="*/ 77622 h 1688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054353" h="1688174">
                  <a:moveTo>
                    <a:pt x="757318" y="77622"/>
                  </a:moveTo>
                  <a:cubicBezTo>
                    <a:pt x="745525" y="91268"/>
                    <a:pt x="729701" y="106306"/>
                    <a:pt x="712210" y="101906"/>
                  </a:cubicBezTo>
                  <a:cubicBezTo>
                    <a:pt x="705888" y="99746"/>
                    <a:pt x="699960" y="96573"/>
                    <a:pt x="694656" y="92510"/>
                  </a:cubicBezTo>
                  <a:cubicBezTo>
                    <a:pt x="663473" y="72413"/>
                    <a:pt x="625198" y="67697"/>
                    <a:pt x="588514" y="62170"/>
                  </a:cubicBezTo>
                  <a:cubicBezTo>
                    <a:pt x="514570" y="51028"/>
                    <a:pt x="441519" y="34605"/>
                    <a:pt x="369922" y="13026"/>
                  </a:cubicBezTo>
                  <a:cubicBezTo>
                    <a:pt x="349141" y="5462"/>
                    <a:pt x="327351" y="1031"/>
                    <a:pt x="305267" y="-120"/>
                  </a:cubicBezTo>
                  <a:cubicBezTo>
                    <a:pt x="259418" y="117"/>
                    <a:pt x="218786" y="30594"/>
                    <a:pt x="190055" y="66323"/>
                  </a:cubicBezTo>
                  <a:cubicBezTo>
                    <a:pt x="161323" y="102052"/>
                    <a:pt x="140968" y="143860"/>
                    <a:pt x="112774" y="180016"/>
                  </a:cubicBezTo>
                  <a:cubicBezTo>
                    <a:pt x="92686" y="205776"/>
                    <a:pt x="68765" y="228475"/>
                    <a:pt x="50006" y="255218"/>
                  </a:cubicBezTo>
                  <a:cubicBezTo>
                    <a:pt x="2646" y="322734"/>
                    <a:pt x="-7533" y="410817"/>
                    <a:pt x="4693" y="492376"/>
                  </a:cubicBezTo>
                  <a:cubicBezTo>
                    <a:pt x="16920" y="573934"/>
                    <a:pt x="49505" y="650836"/>
                    <a:pt x="81795" y="726721"/>
                  </a:cubicBezTo>
                  <a:cubicBezTo>
                    <a:pt x="99052" y="770778"/>
                    <a:pt x="120115" y="813248"/>
                    <a:pt x="144747" y="853648"/>
                  </a:cubicBezTo>
                  <a:cubicBezTo>
                    <a:pt x="133854" y="915615"/>
                    <a:pt x="139603" y="986481"/>
                    <a:pt x="169069" y="1042073"/>
                  </a:cubicBezTo>
                  <a:cubicBezTo>
                    <a:pt x="178666" y="1060178"/>
                    <a:pt x="190426" y="1077833"/>
                    <a:pt x="193599" y="1098076"/>
                  </a:cubicBezTo>
                  <a:cubicBezTo>
                    <a:pt x="195053" y="1111776"/>
                    <a:pt x="194481" y="1125615"/>
                    <a:pt x="191899" y="1139148"/>
                  </a:cubicBezTo>
                  <a:lnTo>
                    <a:pt x="178131" y="1237082"/>
                  </a:lnTo>
                  <a:cubicBezTo>
                    <a:pt x="173939" y="1266903"/>
                    <a:pt x="169745" y="1296735"/>
                    <a:pt x="164316" y="1326355"/>
                  </a:cubicBezTo>
                  <a:cubicBezTo>
                    <a:pt x="154379" y="1380568"/>
                    <a:pt x="140898" y="1439404"/>
                    <a:pt x="166004" y="1488469"/>
                  </a:cubicBezTo>
                  <a:cubicBezTo>
                    <a:pt x="196071" y="1547226"/>
                    <a:pt x="164492" y="1622526"/>
                    <a:pt x="172392" y="1688054"/>
                  </a:cubicBezTo>
                  <a:cubicBezTo>
                    <a:pt x="257023" y="1655365"/>
                    <a:pt x="345695" y="1634298"/>
                    <a:pt x="435986" y="1625429"/>
                  </a:cubicBezTo>
                  <a:cubicBezTo>
                    <a:pt x="494116" y="1619730"/>
                    <a:pt x="553331" y="1619010"/>
                    <a:pt x="609413" y="1602692"/>
                  </a:cubicBezTo>
                  <a:cubicBezTo>
                    <a:pt x="644439" y="1592501"/>
                    <a:pt x="677654" y="1576368"/>
                    <a:pt x="713216" y="1568243"/>
                  </a:cubicBezTo>
                  <a:cubicBezTo>
                    <a:pt x="742055" y="1562583"/>
                    <a:pt x="771355" y="1559592"/>
                    <a:pt x="800744" y="1559308"/>
                  </a:cubicBezTo>
                  <a:cubicBezTo>
                    <a:pt x="865563" y="1556693"/>
                    <a:pt x="930841" y="1554101"/>
                    <a:pt x="995006" y="1563656"/>
                  </a:cubicBezTo>
                  <a:cubicBezTo>
                    <a:pt x="1000202" y="1564429"/>
                    <a:pt x="1006531" y="1564847"/>
                    <a:pt x="1009640" y="1560613"/>
                  </a:cubicBezTo>
                  <a:cubicBezTo>
                    <a:pt x="1011027" y="1558311"/>
                    <a:pt x="1011705" y="1555651"/>
                    <a:pt x="1011589" y="1552965"/>
                  </a:cubicBezTo>
                  <a:cubicBezTo>
                    <a:pt x="1012575" y="1528914"/>
                    <a:pt x="1006831" y="1505065"/>
                    <a:pt x="995002" y="1484101"/>
                  </a:cubicBezTo>
                  <a:cubicBezTo>
                    <a:pt x="986822" y="1469664"/>
                    <a:pt x="975457" y="1455542"/>
                    <a:pt x="975772" y="1438952"/>
                  </a:cubicBezTo>
                  <a:cubicBezTo>
                    <a:pt x="976364" y="1431215"/>
                    <a:pt x="978264" y="1423635"/>
                    <a:pt x="981391" y="1416534"/>
                  </a:cubicBezTo>
                  <a:lnTo>
                    <a:pt x="1009822" y="1340712"/>
                  </a:lnTo>
                  <a:cubicBezTo>
                    <a:pt x="1033822" y="1276704"/>
                    <a:pt x="1022401" y="1202355"/>
                    <a:pt x="1034865" y="1135142"/>
                  </a:cubicBezTo>
                  <a:cubicBezTo>
                    <a:pt x="1044607" y="1082605"/>
                    <a:pt x="1050849" y="1029479"/>
                    <a:pt x="1053551" y="976114"/>
                  </a:cubicBezTo>
                  <a:cubicBezTo>
                    <a:pt x="1055859" y="930503"/>
                    <a:pt x="1054425" y="881109"/>
                    <a:pt x="1026902" y="844663"/>
                  </a:cubicBezTo>
                  <a:cubicBezTo>
                    <a:pt x="1018855" y="835878"/>
                    <a:pt x="1011875" y="826171"/>
                    <a:pt x="1006107" y="815745"/>
                  </a:cubicBezTo>
                  <a:cubicBezTo>
                    <a:pt x="1002156" y="804666"/>
                    <a:pt x="1000472" y="792906"/>
                    <a:pt x="1001155" y="781163"/>
                  </a:cubicBezTo>
                  <a:cubicBezTo>
                    <a:pt x="1000542" y="689891"/>
                    <a:pt x="1003046" y="598668"/>
                    <a:pt x="1008667" y="507496"/>
                  </a:cubicBezTo>
                  <a:cubicBezTo>
                    <a:pt x="984667" y="464392"/>
                    <a:pt x="959644" y="420309"/>
                    <a:pt x="935645" y="377204"/>
                  </a:cubicBezTo>
                  <a:cubicBezTo>
                    <a:pt x="907713" y="327040"/>
                    <a:pt x="879393" y="275842"/>
                    <a:pt x="868116" y="219544"/>
                  </a:cubicBezTo>
                  <a:cubicBezTo>
                    <a:pt x="860651" y="182279"/>
                    <a:pt x="860910" y="143905"/>
                    <a:pt x="855570" y="106277"/>
                  </a:cubicBezTo>
                  <a:cubicBezTo>
                    <a:pt x="855009" y="96720"/>
                    <a:pt x="851686" y="87532"/>
                    <a:pt x="846005" y="79826"/>
                  </a:cubicBezTo>
                  <a:cubicBezTo>
                    <a:pt x="836840" y="69444"/>
                    <a:pt x="821342" y="67958"/>
                    <a:pt x="807500" y="68390"/>
                  </a:cubicBezTo>
                  <a:cubicBezTo>
                    <a:pt x="790404" y="68932"/>
                    <a:pt x="773487" y="72044"/>
                    <a:pt x="757318" y="7762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1" name="任意多边形: 形状 50">
              <a:extLst>
                <a:ext uri="{FF2B5EF4-FFF2-40B4-BE49-F238E27FC236}">
                  <a16:creationId xmlns:a16="http://schemas.microsoft.com/office/drawing/2014/main" id="{6BD3382C-255D-490A-9C01-EF98D62F3F40}"/>
                </a:ext>
              </a:extLst>
            </p:cNvPr>
            <p:cNvSpPr/>
            <p:nvPr/>
          </p:nvSpPr>
          <p:spPr>
            <a:xfrm>
              <a:off x="4141347" y="1338559"/>
              <a:ext cx="173124" cy="82633"/>
            </a:xfrm>
            <a:custGeom>
              <a:avLst/>
              <a:gdLst>
                <a:gd name="connsiteX0" fmla="*/ 173080 w 173124"/>
                <a:gd name="connsiteY0" fmla="*/ 58544 h 82633"/>
                <a:gd name="connsiteX1" fmla="*/ 114512 w 173124"/>
                <a:gd name="connsiteY1" fmla="*/ 82364 h 82633"/>
                <a:gd name="connsiteX2" fmla="*/ 10050 w 173124"/>
                <a:gd name="connsiteY2" fmla="*/ 43975 h 82633"/>
                <a:gd name="connsiteX3" fmla="*/ 70 w 173124"/>
                <a:gd name="connsiteY3" fmla="*/ 3982 h 82633"/>
                <a:gd name="connsiteX4" fmla="*/ 11725 w 173124"/>
                <a:gd name="connsiteY4" fmla="*/ 1724 h 82633"/>
                <a:gd name="connsiteX5" fmla="*/ 102491 w 173124"/>
                <a:gd name="connsiteY5" fmla="*/ 5366 h 82633"/>
                <a:gd name="connsiteX6" fmla="*/ 172934 w 173124"/>
                <a:gd name="connsiteY6" fmla="*/ 58252 h 82633"/>
                <a:gd name="connsiteX7" fmla="*/ 173080 w 173124"/>
                <a:gd name="connsiteY7" fmla="*/ 58544 h 8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124" h="82633">
                  <a:moveTo>
                    <a:pt x="173080" y="58544"/>
                  </a:moveTo>
                  <a:cubicBezTo>
                    <a:pt x="156086" y="71660"/>
                    <a:pt x="135837" y="79896"/>
                    <a:pt x="114512" y="82364"/>
                  </a:cubicBezTo>
                  <a:cubicBezTo>
                    <a:pt x="86611" y="84259"/>
                    <a:pt x="27386" y="67868"/>
                    <a:pt x="10050" y="43975"/>
                  </a:cubicBezTo>
                  <a:cubicBezTo>
                    <a:pt x="2741" y="31966"/>
                    <a:pt x="-740" y="18017"/>
                    <a:pt x="70" y="3982"/>
                  </a:cubicBezTo>
                  <a:cubicBezTo>
                    <a:pt x="3848" y="2756"/>
                    <a:pt x="7763" y="1998"/>
                    <a:pt x="11725" y="1724"/>
                  </a:cubicBezTo>
                  <a:cubicBezTo>
                    <a:pt x="41992" y="-1631"/>
                    <a:pt x="72591" y="-403"/>
                    <a:pt x="102491" y="5366"/>
                  </a:cubicBezTo>
                  <a:cubicBezTo>
                    <a:pt x="131994" y="12578"/>
                    <a:pt x="160478" y="30498"/>
                    <a:pt x="172934" y="58252"/>
                  </a:cubicBezTo>
                  <a:cubicBezTo>
                    <a:pt x="173007" y="58325"/>
                    <a:pt x="173007" y="58471"/>
                    <a:pt x="173080" y="5854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2" name="任意多边形: 形状 51">
              <a:extLst>
                <a:ext uri="{FF2B5EF4-FFF2-40B4-BE49-F238E27FC236}">
                  <a16:creationId xmlns:a16="http://schemas.microsoft.com/office/drawing/2014/main" id="{47EB66F8-1AB1-47D3-8C67-3ED1F5B29CFB}"/>
                </a:ext>
              </a:extLst>
            </p:cNvPr>
            <p:cNvSpPr/>
            <p:nvPr/>
          </p:nvSpPr>
          <p:spPr>
            <a:xfrm>
              <a:off x="3344611" y="1345824"/>
              <a:ext cx="965073" cy="703983"/>
            </a:xfrm>
            <a:custGeom>
              <a:avLst/>
              <a:gdLst>
                <a:gd name="connsiteX0" fmla="*/ 69846 w 965073"/>
                <a:gd name="connsiteY0" fmla="*/ 636299 h 703983"/>
                <a:gd name="connsiteX1" fmla="*/ 126827 w 965073"/>
                <a:gd name="connsiteY1" fmla="*/ 690058 h 703983"/>
                <a:gd name="connsiteX2" fmla="*/ 215622 w 965073"/>
                <a:gd name="connsiteY2" fmla="*/ 703680 h 703983"/>
                <a:gd name="connsiteX3" fmla="*/ 586674 w 965073"/>
                <a:gd name="connsiteY3" fmla="*/ 662920 h 703983"/>
                <a:gd name="connsiteX4" fmla="*/ 627540 w 965073"/>
                <a:gd name="connsiteY4" fmla="*/ 651966 h 703983"/>
                <a:gd name="connsiteX5" fmla="*/ 668842 w 965073"/>
                <a:gd name="connsiteY5" fmla="*/ 626206 h 703983"/>
                <a:gd name="connsiteX6" fmla="*/ 780505 w 965073"/>
                <a:gd name="connsiteY6" fmla="*/ 528808 h 703983"/>
                <a:gd name="connsiteX7" fmla="*/ 846698 w 965073"/>
                <a:gd name="connsiteY7" fmla="*/ 366471 h 703983"/>
                <a:gd name="connsiteX8" fmla="*/ 905835 w 965073"/>
                <a:gd name="connsiteY8" fmla="*/ 264731 h 703983"/>
                <a:gd name="connsiteX9" fmla="*/ 919315 w 965073"/>
                <a:gd name="connsiteY9" fmla="*/ 215319 h 703983"/>
                <a:gd name="connsiteX10" fmla="*/ 911710 w 965073"/>
                <a:gd name="connsiteY10" fmla="*/ 162260 h 703983"/>
                <a:gd name="connsiteX11" fmla="*/ 954633 w 965073"/>
                <a:gd name="connsiteY11" fmla="*/ 85046 h 703983"/>
                <a:gd name="connsiteX12" fmla="*/ 964842 w 965073"/>
                <a:gd name="connsiteY12" fmla="*/ 71479 h 703983"/>
                <a:gd name="connsiteX13" fmla="*/ 962411 w 965073"/>
                <a:gd name="connsiteY13" fmla="*/ 58255 h 703983"/>
                <a:gd name="connsiteX14" fmla="*/ 891942 w 965073"/>
                <a:gd name="connsiteY14" fmla="*/ 5350 h 703983"/>
                <a:gd name="connsiteX15" fmla="*/ 801146 w 965073"/>
                <a:gd name="connsiteY15" fmla="*/ 1745 h 703983"/>
                <a:gd name="connsiteX16" fmla="*/ 771406 w 965073"/>
                <a:gd name="connsiteY16" fmla="*/ 9644 h 703983"/>
                <a:gd name="connsiteX17" fmla="*/ 750252 w 965073"/>
                <a:gd name="connsiteY17" fmla="*/ 65347 h 703983"/>
                <a:gd name="connsiteX18" fmla="*/ 736430 w 965073"/>
                <a:gd name="connsiteY18" fmla="*/ 90757 h 703983"/>
                <a:gd name="connsiteX19" fmla="*/ 721412 w 965073"/>
                <a:gd name="connsiteY19" fmla="*/ 102500 h 703983"/>
                <a:gd name="connsiteX20" fmla="*/ 691646 w 965073"/>
                <a:gd name="connsiteY20" fmla="*/ 177573 h 703983"/>
                <a:gd name="connsiteX21" fmla="*/ 643943 w 965073"/>
                <a:gd name="connsiteY21" fmla="*/ 277160 h 703983"/>
                <a:gd name="connsiteX22" fmla="*/ 574192 w 965073"/>
                <a:gd name="connsiteY22" fmla="*/ 338566 h 703983"/>
                <a:gd name="connsiteX23" fmla="*/ 565082 w 965073"/>
                <a:gd name="connsiteY23" fmla="*/ 357678 h 703983"/>
                <a:gd name="connsiteX24" fmla="*/ 540727 w 965073"/>
                <a:gd name="connsiteY24" fmla="*/ 365162 h 703983"/>
                <a:gd name="connsiteX25" fmla="*/ 474259 w 965073"/>
                <a:gd name="connsiteY25" fmla="*/ 375254 h 703983"/>
                <a:gd name="connsiteX26" fmla="*/ 395312 w 965073"/>
                <a:gd name="connsiteY26" fmla="*/ 364220 h 703983"/>
                <a:gd name="connsiteX27" fmla="*/ 378466 w 965073"/>
                <a:gd name="connsiteY27" fmla="*/ 365714 h 703983"/>
                <a:gd name="connsiteX28" fmla="*/ 364650 w 965073"/>
                <a:gd name="connsiteY28" fmla="*/ 360899 h 703983"/>
                <a:gd name="connsiteX29" fmla="*/ 333314 w 965073"/>
                <a:gd name="connsiteY29" fmla="*/ 348571 h 703983"/>
                <a:gd name="connsiteX30" fmla="*/ 303585 w 965073"/>
                <a:gd name="connsiteY30" fmla="*/ 360054 h 703983"/>
                <a:gd name="connsiteX31" fmla="*/ 284567 w 965073"/>
                <a:gd name="connsiteY31" fmla="*/ 332197 h 703983"/>
                <a:gd name="connsiteX32" fmla="*/ 255727 w 965073"/>
                <a:gd name="connsiteY32" fmla="*/ 318435 h 703983"/>
                <a:gd name="connsiteX33" fmla="*/ 246199 w 965073"/>
                <a:gd name="connsiteY33" fmla="*/ 296916 h 703983"/>
                <a:gd name="connsiteX34" fmla="*/ 217426 w 965073"/>
                <a:gd name="connsiteY34" fmla="*/ 297958 h 703983"/>
                <a:gd name="connsiteX35" fmla="*/ 148910 w 965073"/>
                <a:gd name="connsiteY35" fmla="*/ 269165 h 703983"/>
                <a:gd name="connsiteX36" fmla="*/ 85350 w 965073"/>
                <a:gd name="connsiteY36" fmla="*/ 250274 h 703983"/>
                <a:gd name="connsiteX37" fmla="*/ 73587 w 965073"/>
                <a:gd name="connsiteY37" fmla="*/ 229286 h 703983"/>
                <a:gd name="connsiteX38" fmla="*/ 58495 w 965073"/>
                <a:gd name="connsiteY38" fmla="*/ 227537 h 703983"/>
                <a:gd name="connsiteX39" fmla="*/ 12854 w 965073"/>
                <a:gd name="connsiteY39" fmla="*/ 241389 h 703983"/>
                <a:gd name="connsiteX40" fmla="*/ 19568 w 965073"/>
                <a:gd name="connsiteY40" fmla="*/ 521032 h 703983"/>
                <a:gd name="connsiteX41" fmla="*/ 69846 w 965073"/>
                <a:gd name="connsiteY41" fmla="*/ 636299 h 703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965073" h="703983">
                  <a:moveTo>
                    <a:pt x="69846" y="636299"/>
                  </a:moveTo>
                  <a:cubicBezTo>
                    <a:pt x="86311" y="656826"/>
                    <a:pt x="103471" y="677935"/>
                    <a:pt x="126827" y="690058"/>
                  </a:cubicBezTo>
                  <a:cubicBezTo>
                    <a:pt x="153699" y="704006"/>
                    <a:pt x="185352" y="704324"/>
                    <a:pt x="215622" y="703680"/>
                  </a:cubicBezTo>
                  <a:cubicBezTo>
                    <a:pt x="340263" y="701021"/>
                    <a:pt x="464427" y="687381"/>
                    <a:pt x="586674" y="662920"/>
                  </a:cubicBezTo>
                  <a:cubicBezTo>
                    <a:pt x="600602" y="660522"/>
                    <a:pt x="614280" y="656856"/>
                    <a:pt x="627540" y="651966"/>
                  </a:cubicBezTo>
                  <a:cubicBezTo>
                    <a:pt x="642237" y="644969"/>
                    <a:pt x="656093" y="636327"/>
                    <a:pt x="668842" y="626206"/>
                  </a:cubicBezTo>
                  <a:cubicBezTo>
                    <a:pt x="709086" y="597273"/>
                    <a:pt x="749903" y="567799"/>
                    <a:pt x="780505" y="528808"/>
                  </a:cubicBezTo>
                  <a:cubicBezTo>
                    <a:pt x="816913" y="481717"/>
                    <a:pt x="839797" y="425593"/>
                    <a:pt x="846698" y="366471"/>
                  </a:cubicBezTo>
                  <a:cubicBezTo>
                    <a:pt x="875806" y="339652"/>
                    <a:pt x="891263" y="301531"/>
                    <a:pt x="905835" y="264731"/>
                  </a:cubicBezTo>
                  <a:cubicBezTo>
                    <a:pt x="913031" y="249120"/>
                    <a:pt x="917586" y="232422"/>
                    <a:pt x="919315" y="215319"/>
                  </a:cubicBezTo>
                  <a:cubicBezTo>
                    <a:pt x="920098" y="197822"/>
                    <a:pt x="908503" y="179479"/>
                    <a:pt x="911710" y="162260"/>
                  </a:cubicBezTo>
                  <a:cubicBezTo>
                    <a:pt x="917325" y="132569"/>
                    <a:pt x="932380" y="105487"/>
                    <a:pt x="954633" y="85046"/>
                  </a:cubicBezTo>
                  <a:cubicBezTo>
                    <a:pt x="959351" y="81681"/>
                    <a:pt x="962917" y="76944"/>
                    <a:pt x="964842" y="71479"/>
                  </a:cubicBezTo>
                  <a:cubicBezTo>
                    <a:pt x="965441" y="66925"/>
                    <a:pt x="964590" y="62298"/>
                    <a:pt x="962411" y="58255"/>
                  </a:cubicBezTo>
                  <a:cubicBezTo>
                    <a:pt x="949955" y="30510"/>
                    <a:pt x="921473" y="12621"/>
                    <a:pt x="891942" y="5350"/>
                  </a:cubicBezTo>
                  <a:cubicBezTo>
                    <a:pt x="862031" y="-418"/>
                    <a:pt x="831420" y="-1633"/>
                    <a:pt x="801146" y="1745"/>
                  </a:cubicBezTo>
                  <a:cubicBezTo>
                    <a:pt x="791054" y="3655"/>
                    <a:pt x="781116" y="6295"/>
                    <a:pt x="771406" y="9644"/>
                  </a:cubicBezTo>
                  <a:lnTo>
                    <a:pt x="750252" y="65347"/>
                  </a:lnTo>
                  <a:cubicBezTo>
                    <a:pt x="747410" y="74664"/>
                    <a:pt x="742708" y="83308"/>
                    <a:pt x="736430" y="90757"/>
                  </a:cubicBezTo>
                  <a:cubicBezTo>
                    <a:pt x="731719" y="95034"/>
                    <a:pt x="726700" y="98959"/>
                    <a:pt x="721412" y="102500"/>
                  </a:cubicBezTo>
                  <a:cubicBezTo>
                    <a:pt x="699612" y="121010"/>
                    <a:pt x="688453" y="149154"/>
                    <a:pt x="691646" y="177573"/>
                  </a:cubicBezTo>
                  <a:cubicBezTo>
                    <a:pt x="651958" y="192980"/>
                    <a:pt x="631074" y="236577"/>
                    <a:pt x="643943" y="277160"/>
                  </a:cubicBezTo>
                  <a:cubicBezTo>
                    <a:pt x="611591" y="284096"/>
                    <a:pt x="585173" y="307354"/>
                    <a:pt x="574192" y="338566"/>
                  </a:cubicBezTo>
                  <a:cubicBezTo>
                    <a:pt x="572686" y="345559"/>
                    <a:pt x="569566" y="352104"/>
                    <a:pt x="565082" y="357678"/>
                  </a:cubicBezTo>
                  <a:cubicBezTo>
                    <a:pt x="558102" y="362970"/>
                    <a:pt x="549474" y="365621"/>
                    <a:pt x="540727" y="365162"/>
                  </a:cubicBezTo>
                  <a:cubicBezTo>
                    <a:pt x="516823" y="366641"/>
                    <a:pt x="495922" y="385466"/>
                    <a:pt x="474259" y="375254"/>
                  </a:cubicBezTo>
                  <a:cubicBezTo>
                    <a:pt x="449651" y="363721"/>
                    <a:pt x="422139" y="359876"/>
                    <a:pt x="395312" y="364220"/>
                  </a:cubicBezTo>
                  <a:cubicBezTo>
                    <a:pt x="389796" y="365518"/>
                    <a:pt x="384123" y="366021"/>
                    <a:pt x="378466" y="365714"/>
                  </a:cubicBezTo>
                  <a:cubicBezTo>
                    <a:pt x="373626" y="364883"/>
                    <a:pt x="368958" y="363256"/>
                    <a:pt x="364650" y="360899"/>
                  </a:cubicBezTo>
                  <a:cubicBezTo>
                    <a:pt x="354895" y="355214"/>
                    <a:pt x="344327" y="351056"/>
                    <a:pt x="333314" y="348571"/>
                  </a:cubicBezTo>
                  <a:cubicBezTo>
                    <a:pt x="322007" y="346213"/>
                    <a:pt x="310370" y="350708"/>
                    <a:pt x="303585" y="360054"/>
                  </a:cubicBezTo>
                  <a:cubicBezTo>
                    <a:pt x="295999" y="351736"/>
                    <a:pt x="291479" y="341083"/>
                    <a:pt x="284567" y="332197"/>
                  </a:cubicBezTo>
                  <a:cubicBezTo>
                    <a:pt x="278319" y="322537"/>
                    <a:pt x="267167" y="317215"/>
                    <a:pt x="255727" y="318435"/>
                  </a:cubicBezTo>
                  <a:cubicBezTo>
                    <a:pt x="262928" y="312019"/>
                    <a:pt x="255557" y="299250"/>
                    <a:pt x="246199" y="296916"/>
                  </a:cubicBezTo>
                  <a:cubicBezTo>
                    <a:pt x="236600" y="296127"/>
                    <a:pt x="226942" y="296477"/>
                    <a:pt x="217426" y="297958"/>
                  </a:cubicBezTo>
                  <a:cubicBezTo>
                    <a:pt x="192408" y="297827"/>
                    <a:pt x="173212" y="275111"/>
                    <a:pt x="148910" y="269165"/>
                  </a:cubicBezTo>
                  <a:cubicBezTo>
                    <a:pt x="126573" y="263699"/>
                    <a:pt x="96801" y="270217"/>
                    <a:pt x="85350" y="250274"/>
                  </a:cubicBezTo>
                  <a:cubicBezTo>
                    <a:pt x="81291" y="243204"/>
                    <a:pt x="80497" y="233615"/>
                    <a:pt x="73587" y="229286"/>
                  </a:cubicBezTo>
                  <a:cubicBezTo>
                    <a:pt x="68907" y="226987"/>
                    <a:pt x="63577" y="226369"/>
                    <a:pt x="58495" y="227537"/>
                  </a:cubicBezTo>
                  <a:cubicBezTo>
                    <a:pt x="42631" y="229648"/>
                    <a:pt x="27216" y="234327"/>
                    <a:pt x="12854" y="241389"/>
                  </a:cubicBezTo>
                  <a:cubicBezTo>
                    <a:pt x="-10569" y="333011"/>
                    <a:pt x="1720" y="428162"/>
                    <a:pt x="19568" y="521032"/>
                  </a:cubicBezTo>
                  <a:cubicBezTo>
                    <a:pt x="26089" y="563152"/>
                    <a:pt x="43411" y="602865"/>
                    <a:pt x="69846" y="636299"/>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3" name="任意多边形: 形状 52">
              <a:extLst>
                <a:ext uri="{FF2B5EF4-FFF2-40B4-BE49-F238E27FC236}">
                  <a16:creationId xmlns:a16="http://schemas.microsoft.com/office/drawing/2014/main" id="{3164482C-DB23-4F0B-877A-6824A3843E82}"/>
                </a:ext>
              </a:extLst>
            </p:cNvPr>
            <p:cNvSpPr/>
            <p:nvPr/>
          </p:nvSpPr>
          <p:spPr>
            <a:xfrm>
              <a:off x="3297316" y="2279710"/>
              <a:ext cx="143431" cy="265743"/>
            </a:xfrm>
            <a:custGeom>
              <a:avLst/>
              <a:gdLst>
                <a:gd name="connsiteX0" fmla="*/ 116437 w 143431"/>
                <a:gd name="connsiteY0" fmla="*/ 30743 h 265743"/>
                <a:gd name="connsiteX1" fmla="*/ -45 w 143431"/>
                <a:gd name="connsiteY1" fmla="*/ 265623 h 265743"/>
                <a:gd name="connsiteX2" fmla="*/ 60036 w 143431"/>
                <a:gd name="connsiteY2" fmla="*/ 221538 h 265743"/>
                <a:gd name="connsiteX3" fmla="*/ 117520 w 143431"/>
                <a:gd name="connsiteY3" fmla="*/ 144315 h 265743"/>
                <a:gd name="connsiteX4" fmla="*/ 139516 w 143431"/>
                <a:gd name="connsiteY4" fmla="*/ 49171 h 265743"/>
                <a:gd name="connsiteX5" fmla="*/ 139630 w 143431"/>
                <a:gd name="connsiteY5" fmla="*/ -120 h 265743"/>
                <a:gd name="connsiteX6" fmla="*/ 116437 w 143431"/>
                <a:gd name="connsiteY6" fmla="*/ 30743 h 265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3431" h="265743">
                  <a:moveTo>
                    <a:pt x="116437" y="30743"/>
                  </a:moveTo>
                  <a:lnTo>
                    <a:pt x="-45" y="265623"/>
                  </a:lnTo>
                  <a:cubicBezTo>
                    <a:pt x="12544" y="243859"/>
                    <a:pt x="39095" y="235455"/>
                    <a:pt x="60036" y="221538"/>
                  </a:cubicBezTo>
                  <a:cubicBezTo>
                    <a:pt x="86706" y="202345"/>
                    <a:pt x="106785" y="175371"/>
                    <a:pt x="117520" y="144315"/>
                  </a:cubicBezTo>
                  <a:cubicBezTo>
                    <a:pt x="128105" y="113442"/>
                    <a:pt x="135476" y="81558"/>
                    <a:pt x="139516" y="49171"/>
                  </a:cubicBezTo>
                  <a:cubicBezTo>
                    <a:pt x="141897" y="34264"/>
                    <a:pt x="146825" y="13378"/>
                    <a:pt x="139630" y="-120"/>
                  </a:cubicBezTo>
                  <a:cubicBezTo>
                    <a:pt x="126240" y="2634"/>
                    <a:pt x="121910" y="19708"/>
                    <a:pt x="116437" y="30743"/>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4" name="任意多边形: 形状 53">
              <a:extLst>
                <a:ext uri="{FF2B5EF4-FFF2-40B4-BE49-F238E27FC236}">
                  <a16:creationId xmlns:a16="http://schemas.microsoft.com/office/drawing/2014/main" id="{9D9DD62E-011C-44F9-92AA-0FE6111B64D7}"/>
                </a:ext>
              </a:extLst>
            </p:cNvPr>
            <p:cNvSpPr/>
            <p:nvPr/>
          </p:nvSpPr>
          <p:spPr>
            <a:xfrm>
              <a:off x="2795254" y="2464108"/>
              <a:ext cx="331780" cy="376626"/>
            </a:xfrm>
            <a:custGeom>
              <a:avLst/>
              <a:gdLst>
                <a:gd name="connsiteX0" fmla="*/ 283330 w 331780"/>
                <a:gd name="connsiteY0" fmla="*/ 45739 h 376626"/>
                <a:gd name="connsiteX1" fmla="*/ 195944 w 331780"/>
                <a:gd name="connsiteY1" fmla="*/ 113931 h 376626"/>
                <a:gd name="connsiteX2" fmla="*/ 33208 w 331780"/>
                <a:gd name="connsiteY2" fmla="*/ 314007 h 376626"/>
                <a:gd name="connsiteX3" fmla="*/ -45 w 331780"/>
                <a:gd name="connsiteY3" fmla="*/ 374593 h 376626"/>
                <a:gd name="connsiteX4" fmla="*/ 19143 w 331780"/>
                <a:gd name="connsiteY4" fmla="*/ 369628 h 376626"/>
                <a:gd name="connsiteX5" fmla="*/ 110616 w 331780"/>
                <a:gd name="connsiteY5" fmla="*/ 289238 h 376626"/>
                <a:gd name="connsiteX6" fmla="*/ 141123 w 331780"/>
                <a:gd name="connsiteY6" fmla="*/ 258364 h 376626"/>
                <a:gd name="connsiteX7" fmla="*/ 178461 w 331780"/>
                <a:gd name="connsiteY7" fmla="*/ 187884 h 376626"/>
                <a:gd name="connsiteX8" fmla="*/ 234049 w 331780"/>
                <a:gd name="connsiteY8" fmla="*/ 131233 h 376626"/>
                <a:gd name="connsiteX9" fmla="*/ 328064 w 331780"/>
                <a:gd name="connsiteY9" fmla="*/ -120 h 376626"/>
                <a:gd name="connsiteX10" fmla="*/ 283330 w 331780"/>
                <a:gd name="connsiteY10" fmla="*/ 45739 h 376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1780" h="376626">
                  <a:moveTo>
                    <a:pt x="283330" y="45739"/>
                  </a:moveTo>
                  <a:cubicBezTo>
                    <a:pt x="257049" y="71756"/>
                    <a:pt x="224865" y="90883"/>
                    <a:pt x="195944" y="113931"/>
                  </a:cubicBezTo>
                  <a:cubicBezTo>
                    <a:pt x="128403" y="167757"/>
                    <a:pt x="80209" y="241550"/>
                    <a:pt x="33208" y="314007"/>
                  </a:cubicBezTo>
                  <a:cubicBezTo>
                    <a:pt x="19932" y="332919"/>
                    <a:pt x="8780" y="353238"/>
                    <a:pt x="-45" y="374593"/>
                  </a:cubicBezTo>
                  <a:cubicBezTo>
                    <a:pt x="5456" y="379306"/>
                    <a:pt x="13703" y="374410"/>
                    <a:pt x="19143" y="369628"/>
                  </a:cubicBezTo>
                  <a:lnTo>
                    <a:pt x="110616" y="289238"/>
                  </a:lnTo>
                  <a:cubicBezTo>
                    <a:pt x="121843" y="280049"/>
                    <a:pt x="132069" y="269700"/>
                    <a:pt x="141123" y="258364"/>
                  </a:cubicBezTo>
                  <a:cubicBezTo>
                    <a:pt x="156995" y="236983"/>
                    <a:pt x="164037" y="210267"/>
                    <a:pt x="178461" y="187884"/>
                  </a:cubicBezTo>
                  <a:cubicBezTo>
                    <a:pt x="194167" y="166423"/>
                    <a:pt x="212889" y="147343"/>
                    <a:pt x="234049" y="131233"/>
                  </a:cubicBezTo>
                  <a:cubicBezTo>
                    <a:pt x="255037" y="113224"/>
                    <a:pt x="351609" y="31576"/>
                    <a:pt x="328064" y="-120"/>
                  </a:cubicBezTo>
                  <a:cubicBezTo>
                    <a:pt x="311090" y="8432"/>
                    <a:pt x="297217" y="31992"/>
                    <a:pt x="283330" y="45739"/>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5" name="任意多边形: 形状 54">
              <a:extLst>
                <a:ext uri="{FF2B5EF4-FFF2-40B4-BE49-F238E27FC236}">
                  <a16:creationId xmlns:a16="http://schemas.microsoft.com/office/drawing/2014/main" id="{55B52618-B9DD-4933-B0BC-88652499BC07}"/>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6" name="任意多边形: 形状 55">
              <a:extLst>
                <a:ext uri="{FF2B5EF4-FFF2-40B4-BE49-F238E27FC236}">
                  <a16:creationId xmlns:a16="http://schemas.microsoft.com/office/drawing/2014/main" id="{25B8CBCA-07FA-469D-8D33-7E3B81127E43}"/>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7" name="任意多边形: 形状 56">
              <a:extLst>
                <a:ext uri="{FF2B5EF4-FFF2-40B4-BE49-F238E27FC236}">
                  <a16:creationId xmlns:a16="http://schemas.microsoft.com/office/drawing/2014/main" id="{39EE0AE5-5567-470B-ABBF-47030CC8ABBB}"/>
                </a:ext>
              </a:extLst>
            </p:cNvPr>
            <p:cNvSpPr/>
            <p:nvPr/>
          </p:nvSpPr>
          <p:spPr>
            <a:xfrm>
              <a:off x="2700122" y="5196663"/>
              <a:ext cx="741221" cy="283677"/>
            </a:xfrm>
            <a:custGeom>
              <a:avLst/>
              <a:gdLst>
                <a:gd name="connsiteX0" fmla="*/ 719097 w 741221"/>
                <a:gd name="connsiteY0" fmla="*/ 215658 h 283677"/>
                <a:gd name="connsiteX1" fmla="*/ 646396 w 741221"/>
                <a:gd name="connsiteY1" fmla="*/ 247637 h 283677"/>
                <a:gd name="connsiteX2" fmla="*/ 465445 w 741221"/>
                <a:gd name="connsiteY2" fmla="*/ 270001 h 283677"/>
                <a:gd name="connsiteX3" fmla="*/ 406367 w 741221"/>
                <a:gd name="connsiteY3" fmla="*/ 274517 h 283677"/>
                <a:gd name="connsiteX4" fmla="*/ 232993 w 741221"/>
                <a:gd name="connsiteY4" fmla="*/ 283551 h 283677"/>
                <a:gd name="connsiteX5" fmla="*/ 19772 w 741221"/>
                <a:gd name="connsiteY5" fmla="*/ 265120 h 283677"/>
                <a:gd name="connsiteX6" fmla="*/ 38 w 741221"/>
                <a:gd name="connsiteY6" fmla="*/ 248840 h 283677"/>
                <a:gd name="connsiteX7" fmla="*/ 322 w 741221"/>
                <a:gd name="connsiteY7" fmla="*/ 243486 h 283677"/>
                <a:gd name="connsiteX8" fmla="*/ 26546 w 741221"/>
                <a:gd name="connsiteY8" fmla="*/ 29463 h 283677"/>
                <a:gd name="connsiteX9" fmla="*/ 87300 w 741221"/>
                <a:gd name="connsiteY9" fmla="*/ 67998 h 283677"/>
                <a:gd name="connsiteX10" fmla="*/ 134286 w 741221"/>
                <a:gd name="connsiteY10" fmla="*/ 92984 h 283677"/>
                <a:gd name="connsiteX11" fmla="*/ 307733 w 741221"/>
                <a:gd name="connsiteY11" fmla="*/ 27860 h 283677"/>
                <a:gd name="connsiteX12" fmla="*/ 339858 w 741221"/>
                <a:gd name="connsiteY12" fmla="*/ 7973 h 283677"/>
                <a:gd name="connsiteX13" fmla="*/ 365865 w 741221"/>
                <a:gd name="connsiteY13" fmla="*/ 543 h 283677"/>
                <a:gd name="connsiteX14" fmla="*/ 454373 w 741221"/>
                <a:gd name="connsiteY14" fmla="*/ 18463 h 283677"/>
                <a:gd name="connsiteX15" fmla="*/ 556285 w 741221"/>
                <a:gd name="connsiteY15" fmla="*/ 79581 h 283677"/>
                <a:gd name="connsiteX16" fmla="*/ 647634 w 741221"/>
                <a:gd name="connsiteY16" fmla="*/ 108501 h 283677"/>
                <a:gd name="connsiteX17" fmla="*/ 734832 w 741221"/>
                <a:gd name="connsiteY17" fmla="*/ 142957 h 283677"/>
                <a:gd name="connsiteX18" fmla="*/ 734905 w 741221"/>
                <a:gd name="connsiteY18" fmla="*/ 143176 h 283677"/>
                <a:gd name="connsiteX19" fmla="*/ 719097 w 741221"/>
                <a:gd name="connsiteY19" fmla="*/ 215658 h 283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41221" h="283677">
                  <a:moveTo>
                    <a:pt x="719097" y="215658"/>
                  </a:moveTo>
                  <a:cubicBezTo>
                    <a:pt x="699501" y="233943"/>
                    <a:pt x="672548" y="241955"/>
                    <a:pt x="646396" y="247637"/>
                  </a:cubicBezTo>
                  <a:cubicBezTo>
                    <a:pt x="586671" y="259284"/>
                    <a:pt x="526208" y="266757"/>
                    <a:pt x="465445" y="270001"/>
                  </a:cubicBezTo>
                  <a:cubicBezTo>
                    <a:pt x="445777" y="271458"/>
                    <a:pt x="426035" y="272988"/>
                    <a:pt x="406367" y="274517"/>
                  </a:cubicBezTo>
                  <a:cubicBezTo>
                    <a:pt x="348673" y="278889"/>
                    <a:pt x="290905" y="283332"/>
                    <a:pt x="232993" y="283551"/>
                  </a:cubicBezTo>
                  <a:cubicBezTo>
                    <a:pt x="161511" y="283793"/>
                    <a:pt x="90152" y="277625"/>
                    <a:pt x="19772" y="265120"/>
                  </a:cubicBezTo>
                  <a:cubicBezTo>
                    <a:pt x="9827" y="266074"/>
                    <a:pt x="991" y="258785"/>
                    <a:pt x="38" y="248840"/>
                  </a:cubicBezTo>
                  <a:cubicBezTo>
                    <a:pt x="-134" y="247051"/>
                    <a:pt x="-38" y="245246"/>
                    <a:pt x="322" y="243486"/>
                  </a:cubicBezTo>
                  <a:cubicBezTo>
                    <a:pt x="1574" y="171425"/>
                    <a:pt x="10363" y="99694"/>
                    <a:pt x="26546" y="29463"/>
                  </a:cubicBezTo>
                  <a:cubicBezTo>
                    <a:pt x="33249" y="616"/>
                    <a:pt x="84968" y="65303"/>
                    <a:pt x="87300" y="67998"/>
                  </a:cubicBezTo>
                  <a:cubicBezTo>
                    <a:pt x="101651" y="84316"/>
                    <a:pt x="112505" y="91819"/>
                    <a:pt x="134286" y="92984"/>
                  </a:cubicBezTo>
                  <a:cubicBezTo>
                    <a:pt x="193801" y="96263"/>
                    <a:pt x="260456" y="60058"/>
                    <a:pt x="307733" y="27860"/>
                  </a:cubicBezTo>
                  <a:cubicBezTo>
                    <a:pt x="317857" y="20330"/>
                    <a:pt x="328604" y="13677"/>
                    <a:pt x="339858" y="7973"/>
                  </a:cubicBezTo>
                  <a:cubicBezTo>
                    <a:pt x="348126" y="4263"/>
                    <a:pt x="356884" y="1761"/>
                    <a:pt x="365865" y="543"/>
                  </a:cubicBezTo>
                  <a:cubicBezTo>
                    <a:pt x="396486" y="-2280"/>
                    <a:pt x="427262" y="3952"/>
                    <a:pt x="454373" y="18463"/>
                  </a:cubicBezTo>
                  <a:cubicBezTo>
                    <a:pt x="489922" y="36091"/>
                    <a:pt x="521101" y="61442"/>
                    <a:pt x="556285" y="79581"/>
                  </a:cubicBezTo>
                  <a:cubicBezTo>
                    <a:pt x="584895" y="94281"/>
                    <a:pt x="615776" y="104058"/>
                    <a:pt x="647634" y="108501"/>
                  </a:cubicBezTo>
                  <a:cubicBezTo>
                    <a:pt x="679833" y="112944"/>
                    <a:pt x="718295" y="115057"/>
                    <a:pt x="734832" y="142957"/>
                  </a:cubicBezTo>
                  <a:cubicBezTo>
                    <a:pt x="734888" y="143015"/>
                    <a:pt x="734915" y="143096"/>
                    <a:pt x="734905" y="143176"/>
                  </a:cubicBezTo>
                  <a:cubicBezTo>
                    <a:pt x="748454" y="166268"/>
                    <a:pt x="738619" y="197446"/>
                    <a:pt x="719097" y="215658"/>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8" name="任意多边形: 形状 57">
              <a:extLst>
                <a:ext uri="{FF2B5EF4-FFF2-40B4-BE49-F238E27FC236}">
                  <a16:creationId xmlns:a16="http://schemas.microsoft.com/office/drawing/2014/main" id="{7365483A-5FC7-4BA5-82E3-1BBCAF6018AA}"/>
                </a:ext>
              </a:extLst>
            </p:cNvPr>
            <p:cNvSpPr/>
            <p:nvPr/>
          </p:nvSpPr>
          <p:spPr>
            <a:xfrm>
              <a:off x="2689828" y="5197325"/>
              <a:ext cx="755498" cy="293676"/>
            </a:xfrm>
            <a:custGeom>
              <a:avLst/>
              <a:gdLst>
                <a:gd name="connsiteX0" fmla="*/ 729391 w 755498"/>
                <a:gd name="connsiteY0" fmla="*/ 225656 h 293676"/>
                <a:gd name="connsiteX1" fmla="*/ 656690 w 755498"/>
                <a:gd name="connsiteY1" fmla="*/ 257636 h 293676"/>
                <a:gd name="connsiteX2" fmla="*/ 475739 w 755498"/>
                <a:gd name="connsiteY2" fmla="*/ 280000 h 293676"/>
                <a:gd name="connsiteX3" fmla="*/ 416662 w 755498"/>
                <a:gd name="connsiteY3" fmla="*/ 284516 h 293676"/>
                <a:gd name="connsiteX4" fmla="*/ 243287 w 755498"/>
                <a:gd name="connsiteY4" fmla="*/ 293549 h 293676"/>
                <a:gd name="connsiteX5" fmla="*/ 30066 w 755498"/>
                <a:gd name="connsiteY5" fmla="*/ 275119 h 293676"/>
                <a:gd name="connsiteX6" fmla="*/ 13165 w 755498"/>
                <a:gd name="connsiteY6" fmla="*/ 266960 h 293676"/>
                <a:gd name="connsiteX7" fmla="*/ -45 w 755498"/>
                <a:gd name="connsiteY7" fmla="*/ 242822 h 293676"/>
                <a:gd name="connsiteX8" fmla="*/ 36840 w 755498"/>
                <a:gd name="connsiteY8" fmla="*/ 28800 h 293676"/>
                <a:gd name="connsiteX9" fmla="*/ 97594 w 755498"/>
                <a:gd name="connsiteY9" fmla="*/ 67335 h 293676"/>
                <a:gd name="connsiteX10" fmla="*/ 144580 w 755498"/>
                <a:gd name="connsiteY10" fmla="*/ 92321 h 293676"/>
                <a:gd name="connsiteX11" fmla="*/ 318027 w 755498"/>
                <a:gd name="connsiteY11" fmla="*/ 27197 h 293676"/>
                <a:gd name="connsiteX12" fmla="*/ 350152 w 755498"/>
                <a:gd name="connsiteY12" fmla="*/ 7310 h 293676"/>
                <a:gd name="connsiteX13" fmla="*/ 376159 w 755498"/>
                <a:gd name="connsiteY13" fmla="*/ -120 h 293676"/>
                <a:gd name="connsiteX14" fmla="*/ 275411 w 755498"/>
                <a:gd name="connsiteY14" fmla="*/ 110169 h 293676"/>
                <a:gd name="connsiteX15" fmla="*/ 63576 w 755498"/>
                <a:gd name="connsiteY15" fmla="*/ 129838 h 293676"/>
                <a:gd name="connsiteX16" fmla="*/ 48569 w 755498"/>
                <a:gd name="connsiteY16" fmla="*/ 133480 h 293676"/>
                <a:gd name="connsiteX17" fmla="*/ 39755 w 755498"/>
                <a:gd name="connsiteY17" fmla="*/ 161599 h 293676"/>
                <a:gd name="connsiteX18" fmla="*/ 57310 w 755498"/>
                <a:gd name="connsiteY18" fmla="*/ 207346 h 293676"/>
                <a:gd name="connsiteX19" fmla="*/ 81058 w 755498"/>
                <a:gd name="connsiteY19" fmla="*/ 212300 h 293676"/>
                <a:gd name="connsiteX20" fmla="*/ 609267 w 755498"/>
                <a:gd name="connsiteY20" fmla="*/ 193796 h 293676"/>
                <a:gd name="connsiteX21" fmla="*/ 695299 w 755498"/>
                <a:gd name="connsiteY21" fmla="*/ 174637 h 293676"/>
                <a:gd name="connsiteX22" fmla="*/ 745198 w 755498"/>
                <a:gd name="connsiteY22" fmla="*/ 142513 h 293676"/>
                <a:gd name="connsiteX23" fmla="*/ 729391 w 755498"/>
                <a:gd name="connsiteY23" fmla="*/ 225656 h 293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55498" h="293676">
                  <a:moveTo>
                    <a:pt x="729391" y="225656"/>
                  </a:moveTo>
                  <a:cubicBezTo>
                    <a:pt x="709795" y="243941"/>
                    <a:pt x="682842" y="251954"/>
                    <a:pt x="656690" y="257636"/>
                  </a:cubicBezTo>
                  <a:cubicBezTo>
                    <a:pt x="596965" y="269283"/>
                    <a:pt x="536502" y="276756"/>
                    <a:pt x="475739" y="280000"/>
                  </a:cubicBezTo>
                  <a:cubicBezTo>
                    <a:pt x="456071" y="281457"/>
                    <a:pt x="436330" y="282987"/>
                    <a:pt x="416662" y="284516"/>
                  </a:cubicBezTo>
                  <a:cubicBezTo>
                    <a:pt x="358967" y="288887"/>
                    <a:pt x="301199" y="293331"/>
                    <a:pt x="243287" y="293549"/>
                  </a:cubicBezTo>
                  <a:cubicBezTo>
                    <a:pt x="171806" y="293792"/>
                    <a:pt x="100446" y="287623"/>
                    <a:pt x="30066" y="275119"/>
                  </a:cubicBezTo>
                  <a:cubicBezTo>
                    <a:pt x="23544" y="274861"/>
                    <a:pt x="17423" y="271906"/>
                    <a:pt x="13165" y="266960"/>
                  </a:cubicBezTo>
                  <a:cubicBezTo>
                    <a:pt x="7608" y="259602"/>
                    <a:pt x="3158" y="251469"/>
                    <a:pt x="-45" y="242822"/>
                  </a:cubicBezTo>
                  <a:cubicBezTo>
                    <a:pt x="1193" y="170850"/>
                    <a:pt x="20668" y="98951"/>
                    <a:pt x="36840" y="28800"/>
                  </a:cubicBezTo>
                  <a:cubicBezTo>
                    <a:pt x="43543" y="-47"/>
                    <a:pt x="95263" y="64640"/>
                    <a:pt x="97594" y="67335"/>
                  </a:cubicBezTo>
                  <a:cubicBezTo>
                    <a:pt x="111945" y="83653"/>
                    <a:pt x="122799" y="91156"/>
                    <a:pt x="144580" y="92321"/>
                  </a:cubicBezTo>
                  <a:cubicBezTo>
                    <a:pt x="204095" y="95600"/>
                    <a:pt x="270750" y="59395"/>
                    <a:pt x="318027" y="27197"/>
                  </a:cubicBezTo>
                  <a:cubicBezTo>
                    <a:pt x="328151" y="19667"/>
                    <a:pt x="338898" y="13014"/>
                    <a:pt x="350152" y="7310"/>
                  </a:cubicBezTo>
                  <a:cubicBezTo>
                    <a:pt x="358420" y="3600"/>
                    <a:pt x="367179" y="1098"/>
                    <a:pt x="376159" y="-120"/>
                  </a:cubicBezTo>
                  <a:cubicBezTo>
                    <a:pt x="368509" y="42713"/>
                    <a:pt x="307100" y="94434"/>
                    <a:pt x="275411" y="110169"/>
                  </a:cubicBezTo>
                  <a:cubicBezTo>
                    <a:pt x="211307" y="142003"/>
                    <a:pt x="135110" y="126122"/>
                    <a:pt x="63576" y="129838"/>
                  </a:cubicBezTo>
                  <a:cubicBezTo>
                    <a:pt x="58339" y="129700"/>
                    <a:pt x="53160" y="130957"/>
                    <a:pt x="48569" y="133480"/>
                  </a:cubicBezTo>
                  <a:cubicBezTo>
                    <a:pt x="39973" y="139162"/>
                    <a:pt x="39463" y="151327"/>
                    <a:pt x="39755" y="161599"/>
                  </a:cubicBezTo>
                  <a:cubicBezTo>
                    <a:pt x="40337" y="178645"/>
                    <a:pt x="42522" y="198677"/>
                    <a:pt x="57310" y="207346"/>
                  </a:cubicBezTo>
                  <a:cubicBezTo>
                    <a:pt x="64708" y="210897"/>
                    <a:pt x="72858" y="212597"/>
                    <a:pt x="81058" y="212300"/>
                  </a:cubicBezTo>
                  <a:cubicBezTo>
                    <a:pt x="257340" y="220017"/>
                    <a:pt x="433957" y="213830"/>
                    <a:pt x="609267" y="193796"/>
                  </a:cubicBezTo>
                  <a:cubicBezTo>
                    <a:pt x="638752" y="191824"/>
                    <a:pt x="667764" y="185363"/>
                    <a:pt x="695299" y="174637"/>
                  </a:cubicBezTo>
                  <a:cubicBezTo>
                    <a:pt x="713291" y="166204"/>
                    <a:pt x="730073" y="155399"/>
                    <a:pt x="745198" y="142513"/>
                  </a:cubicBezTo>
                  <a:cubicBezTo>
                    <a:pt x="767717" y="160206"/>
                    <a:pt x="748913" y="207445"/>
                    <a:pt x="729391" y="225656"/>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9" name="任意多边形: 形状 58">
              <a:extLst>
                <a:ext uri="{FF2B5EF4-FFF2-40B4-BE49-F238E27FC236}">
                  <a16:creationId xmlns:a16="http://schemas.microsoft.com/office/drawing/2014/main" id="{8D4A334F-1D87-4327-BDF4-A4BB4ECCA1DC}"/>
                </a:ext>
              </a:extLst>
            </p:cNvPr>
            <p:cNvSpPr/>
            <p:nvPr/>
          </p:nvSpPr>
          <p:spPr>
            <a:xfrm>
              <a:off x="2857280" y="828932"/>
              <a:ext cx="498126" cy="504805"/>
            </a:xfrm>
            <a:custGeom>
              <a:avLst/>
              <a:gdLst>
                <a:gd name="connsiteX0" fmla="*/ 414644 w 498126"/>
                <a:gd name="connsiteY0" fmla="*/ 284945 h 504805"/>
                <a:gd name="connsiteX1" fmla="*/ 380406 w 498126"/>
                <a:gd name="connsiteY1" fmla="*/ 352036 h 504805"/>
                <a:gd name="connsiteX2" fmla="*/ 300857 w 498126"/>
                <a:gd name="connsiteY2" fmla="*/ 314301 h 504805"/>
                <a:gd name="connsiteX3" fmla="*/ 238793 w 498126"/>
                <a:gd name="connsiteY3" fmla="*/ 403174 h 504805"/>
                <a:gd name="connsiteX4" fmla="*/ 115536 w 498126"/>
                <a:gd name="connsiteY4" fmla="*/ 502755 h 504805"/>
                <a:gd name="connsiteX5" fmla="*/ 81591 w 498126"/>
                <a:gd name="connsiteY5" fmla="*/ 502682 h 504805"/>
                <a:gd name="connsiteX6" fmla="*/ 31108 w 498126"/>
                <a:gd name="connsiteY6" fmla="*/ 444696 h 504805"/>
                <a:gd name="connsiteX7" fmla="*/ 8744 w 498126"/>
                <a:gd name="connsiteY7" fmla="*/ 381029 h 504805"/>
                <a:gd name="connsiteX8" fmla="*/ 657 w 498126"/>
                <a:gd name="connsiteY8" fmla="*/ 334334 h 504805"/>
                <a:gd name="connsiteX9" fmla="*/ 658 w 498126"/>
                <a:gd name="connsiteY9" fmla="*/ 334261 h 504805"/>
                <a:gd name="connsiteX10" fmla="*/ 512 w 498126"/>
                <a:gd name="connsiteY10" fmla="*/ 301990 h 504805"/>
                <a:gd name="connsiteX11" fmla="*/ 87783 w 498126"/>
                <a:gd name="connsiteY11" fmla="*/ 136557 h 504805"/>
                <a:gd name="connsiteX12" fmla="*/ 246004 w 498126"/>
                <a:gd name="connsiteY12" fmla="*/ 29764 h 504805"/>
                <a:gd name="connsiteX13" fmla="*/ 304354 w 498126"/>
                <a:gd name="connsiteY13" fmla="*/ 3757 h 504805"/>
                <a:gd name="connsiteX14" fmla="*/ 365983 w 498126"/>
                <a:gd name="connsiteY14" fmla="*/ 1208 h 504805"/>
                <a:gd name="connsiteX15" fmla="*/ 444366 w 498126"/>
                <a:gd name="connsiteY15" fmla="*/ 19638 h 504805"/>
                <a:gd name="connsiteX16" fmla="*/ 471974 w 498126"/>
                <a:gd name="connsiteY16" fmla="*/ 39015 h 504805"/>
                <a:gd name="connsiteX17" fmla="*/ 495867 w 498126"/>
                <a:gd name="connsiteY17" fmla="*/ 78935 h 504805"/>
                <a:gd name="connsiteX18" fmla="*/ 458425 w 498126"/>
                <a:gd name="connsiteY18" fmla="*/ 189515 h 504805"/>
                <a:gd name="connsiteX19" fmla="*/ 414644 w 498126"/>
                <a:gd name="connsiteY19" fmla="*/ 284945 h 504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98126" h="504805">
                  <a:moveTo>
                    <a:pt x="414644" y="284945"/>
                  </a:moveTo>
                  <a:cubicBezTo>
                    <a:pt x="413623" y="312917"/>
                    <a:pt x="432709" y="367188"/>
                    <a:pt x="380406" y="352036"/>
                  </a:cubicBezTo>
                  <a:cubicBezTo>
                    <a:pt x="349227" y="343003"/>
                    <a:pt x="340413" y="306070"/>
                    <a:pt x="300857" y="314301"/>
                  </a:cubicBezTo>
                  <a:cubicBezTo>
                    <a:pt x="260937" y="322679"/>
                    <a:pt x="252196" y="371267"/>
                    <a:pt x="238793" y="403174"/>
                  </a:cubicBezTo>
                  <a:cubicBezTo>
                    <a:pt x="216626" y="454650"/>
                    <a:pt x="170521" y="491899"/>
                    <a:pt x="115536" y="502755"/>
                  </a:cubicBezTo>
                  <a:cubicBezTo>
                    <a:pt x="104367" y="505354"/>
                    <a:pt x="92748" y="505329"/>
                    <a:pt x="81591" y="502682"/>
                  </a:cubicBezTo>
                  <a:cubicBezTo>
                    <a:pt x="56094" y="495398"/>
                    <a:pt x="41525" y="469100"/>
                    <a:pt x="31108" y="444696"/>
                  </a:cubicBezTo>
                  <a:cubicBezTo>
                    <a:pt x="22087" y="424057"/>
                    <a:pt x="14612" y="402776"/>
                    <a:pt x="8744" y="381029"/>
                  </a:cubicBezTo>
                  <a:cubicBezTo>
                    <a:pt x="4679" y="365732"/>
                    <a:pt x="1973" y="350107"/>
                    <a:pt x="657" y="334334"/>
                  </a:cubicBezTo>
                  <a:lnTo>
                    <a:pt x="658" y="334261"/>
                  </a:lnTo>
                  <a:cubicBezTo>
                    <a:pt x="-228" y="323524"/>
                    <a:pt x="-277" y="312735"/>
                    <a:pt x="512" y="301990"/>
                  </a:cubicBezTo>
                  <a:cubicBezTo>
                    <a:pt x="5248" y="238396"/>
                    <a:pt x="41452" y="180410"/>
                    <a:pt x="87783" y="136557"/>
                  </a:cubicBezTo>
                  <a:cubicBezTo>
                    <a:pt x="134112" y="92703"/>
                    <a:pt x="190423" y="61015"/>
                    <a:pt x="246004" y="29764"/>
                  </a:cubicBezTo>
                  <a:cubicBezTo>
                    <a:pt x="264156" y="18435"/>
                    <a:pt x="283794" y="9682"/>
                    <a:pt x="304354" y="3757"/>
                  </a:cubicBezTo>
                  <a:cubicBezTo>
                    <a:pt x="324634" y="-334"/>
                    <a:pt x="345434" y="-1194"/>
                    <a:pt x="365983" y="1208"/>
                  </a:cubicBezTo>
                  <a:cubicBezTo>
                    <a:pt x="393038" y="2363"/>
                    <a:pt x="419631" y="8616"/>
                    <a:pt x="444366" y="19638"/>
                  </a:cubicBezTo>
                  <a:cubicBezTo>
                    <a:pt x="454507" y="24645"/>
                    <a:pt x="463818" y="31180"/>
                    <a:pt x="471974" y="39015"/>
                  </a:cubicBezTo>
                  <a:cubicBezTo>
                    <a:pt x="483581" y="49772"/>
                    <a:pt x="491871" y="63623"/>
                    <a:pt x="495867" y="78935"/>
                  </a:cubicBezTo>
                  <a:cubicBezTo>
                    <a:pt x="505921" y="120020"/>
                    <a:pt x="479695" y="157026"/>
                    <a:pt x="458425" y="189515"/>
                  </a:cubicBezTo>
                  <a:cubicBezTo>
                    <a:pt x="439483" y="218363"/>
                    <a:pt x="416027" y="248958"/>
                    <a:pt x="414644" y="284945"/>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0" name="任意多边形: 形状 59">
              <a:extLst>
                <a:ext uri="{FF2B5EF4-FFF2-40B4-BE49-F238E27FC236}">
                  <a16:creationId xmlns:a16="http://schemas.microsoft.com/office/drawing/2014/main" id="{94FC7E9B-5914-4DB4-96F7-5C021853AFB4}"/>
                </a:ext>
              </a:extLst>
            </p:cNvPr>
            <p:cNvSpPr/>
            <p:nvPr/>
          </p:nvSpPr>
          <p:spPr>
            <a:xfrm>
              <a:off x="4105167" y="1581430"/>
              <a:ext cx="47026" cy="132906"/>
            </a:xfrm>
            <a:custGeom>
              <a:avLst/>
              <a:gdLst>
                <a:gd name="connsiteX0" fmla="*/ 46981 w 47026"/>
                <a:gd name="connsiteY0" fmla="*/ 132786 h 132906"/>
                <a:gd name="connsiteX1" fmla="*/ 2402 w 47026"/>
                <a:gd name="connsiteY1" fmla="*/ -120 h 132906"/>
                <a:gd name="connsiteX2" fmla="*/ 38146 w 47026"/>
                <a:gd name="connsiteY2" fmla="*/ 63809 h 132906"/>
                <a:gd name="connsiteX3" fmla="*/ 46981 w 47026"/>
                <a:gd name="connsiteY3" fmla="*/ 132786 h 132906"/>
              </a:gdLst>
              <a:ahLst/>
              <a:cxnLst>
                <a:cxn ang="0">
                  <a:pos x="connsiteX0" y="connsiteY0"/>
                </a:cxn>
                <a:cxn ang="0">
                  <a:pos x="connsiteX1" y="connsiteY1"/>
                </a:cxn>
                <a:cxn ang="0">
                  <a:pos x="connsiteX2" y="connsiteY2"/>
                </a:cxn>
                <a:cxn ang="0">
                  <a:pos x="connsiteX3" y="connsiteY3"/>
                </a:cxn>
              </a:cxnLst>
              <a:rect l="l" t="t" r="r" b="b"/>
              <a:pathLst>
                <a:path w="47026" h="132906">
                  <a:moveTo>
                    <a:pt x="46981" y="132786"/>
                  </a:moveTo>
                  <a:cubicBezTo>
                    <a:pt x="35786" y="104594"/>
                    <a:pt x="-11194" y="26680"/>
                    <a:pt x="2402" y="-120"/>
                  </a:cubicBezTo>
                  <a:cubicBezTo>
                    <a:pt x="16515" y="19884"/>
                    <a:pt x="28495" y="41310"/>
                    <a:pt x="38146" y="63809"/>
                  </a:cubicBezTo>
                  <a:cubicBezTo>
                    <a:pt x="47024" y="85604"/>
                    <a:pt x="39772" y="114826"/>
                    <a:pt x="46981" y="13278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1" name="任意多边形: 形状 60">
              <a:extLst>
                <a:ext uri="{FF2B5EF4-FFF2-40B4-BE49-F238E27FC236}">
                  <a16:creationId xmlns:a16="http://schemas.microsoft.com/office/drawing/2014/main" id="{3256775E-763D-42B4-B5F2-6102A274324C}"/>
                </a:ext>
              </a:extLst>
            </p:cNvPr>
            <p:cNvSpPr/>
            <p:nvPr/>
          </p:nvSpPr>
          <p:spPr>
            <a:xfrm>
              <a:off x="2901409" y="862431"/>
              <a:ext cx="455206" cy="471307"/>
            </a:xfrm>
            <a:custGeom>
              <a:avLst/>
              <a:gdLst>
                <a:gd name="connsiteX0" fmla="*/ 415455 w 455206"/>
                <a:gd name="connsiteY0" fmla="*/ 156005 h 471307"/>
                <a:gd name="connsiteX1" fmla="*/ 452952 w 455206"/>
                <a:gd name="connsiteY1" fmla="*/ 45406 h 471307"/>
                <a:gd name="connsiteX2" fmla="*/ 422529 w 455206"/>
                <a:gd name="connsiteY2" fmla="*/ -120 h 471307"/>
                <a:gd name="connsiteX3" fmla="*/ 430238 w 455206"/>
                <a:gd name="connsiteY3" fmla="*/ 19073 h 471307"/>
                <a:gd name="connsiteX4" fmla="*/ 392740 w 455206"/>
                <a:gd name="connsiteY4" fmla="*/ 129671 h 471307"/>
                <a:gd name="connsiteX5" fmla="*/ 349002 w 455206"/>
                <a:gd name="connsiteY5" fmla="*/ 225110 h 471307"/>
                <a:gd name="connsiteX6" fmla="*/ 314720 w 455206"/>
                <a:gd name="connsiteY6" fmla="*/ 292210 h 471307"/>
                <a:gd name="connsiteX7" fmla="*/ 235189 w 455206"/>
                <a:gd name="connsiteY7" fmla="*/ 254483 h 471307"/>
                <a:gd name="connsiteX8" fmla="*/ 173143 w 455206"/>
                <a:gd name="connsiteY8" fmla="*/ 343349 h 471307"/>
                <a:gd name="connsiteX9" fmla="*/ 49860 w 455206"/>
                <a:gd name="connsiteY9" fmla="*/ 442937 h 471307"/>
                <a:gd name="connsiteX10" fmla="*/ 15938 w 455206"/>
                <a:gd name="connsiteY10" fmla="*/ 442853 h 471307"/>
                <a:gd name="connsiteX11" fmla="*/ -45 w 455206"/>
                <a:gd name="connsiteY11" fmla="*/ 435005 h 471307"/>
                <a:gd name="connsiteX12" fmla="*/ 38652 w 455206"/>
                <a:gd name="connsiteY12" fmla="*/ 469187 h 471307"/>
                <a:gd name="connsiteX13" fmla="*/ 72574 w 455206"/>
                <a:gd name="connsiteY13" fmla="*/ 469271 h 471307"/>
                <a:gd name="connsiteX14" fmla="*/ 195859 w 455206"/>
                <a:gd name="connsiteY14" fmla="*/ 369683 h 471307"/>
                <a:gd name="connsiteX15" fmla="*/ 257904 w 455206"/>
                <a:gd name="connsiteY15" fmla="*/ 280817 h 471307"/>
                <a:gd name="connsiteX16" fmla="*/ 337434 w 455206"/>
                <a:gd name="connsiteY16" fmla="*/ 318544 h 471307"/>
                <a:gd name="connsiteX17" fmla="*/ 371717 w 455206"/>
                <a:gd name="connsiteY17" fmla="*/ 251443 h 471307"/>
                <a:gd name="connsiteX18" fmla="*/ 415455 w 455206"/>
                <a:gd name="connsiteY18" fmla="*/ 156005 h 47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5206" h="471307">
                  <a:moveTo>
                    <a:pt x="415455" y="156005"/>
                  </a:moveTo>
                  <a:cubicBezTo>
                    <a:pt x="436766" y="123497"/>
                    <a:pt x="462992" y="86495"/>
                    <a:pt x="452952" y="45406"/>
                  </a:cubicBezTo>
                  <a:cubicBezTo>
                    <a:pt x="448026" y="27329"/>
                    <a:pt x="437346" y="11348"/>
                    <a:pt x="422529" y="-120"/>
                  </a:cubicBezTo>
                  <a:cubicBezTo>
                    <a:pt x="425969" y="5893"/>
                    <a:pt x="428563" y="12351"/>
                    <a:pt x="430238" y="19073"/>
                  </a:cubicBezTo>
                  <a:cubicBezTo>
                    <a:pt x="440278" y="60161"/>
                    <a:pt x="414052" y="97164"/>
                    <a:pt x="392740" y="129671"/>
                  </a:cubicBezTo>
                  <a:cubicBezTo>
                    <a:pt x="373828" y="158519"/>
                    <a:pt x="350352" y="189147"/>
                    <a:pt x="349002" y="225110"/>
                  </a:cubicBezTo>
                  <a:cubicBezTo>
                    <a:pt x="347953" y="253061"/>
                    <a:pt x="367073" y="307371"/>
                    <a:pt x="314720" y="292210"/>
                  </a:cubicBezTo>
                  <a:cubicBezTo>
                    <a:pt x="283575" y="283192"/>
                    <a:pt x="274765" y="246230"/>
                    <a:pt x="235189" y="254483"/>
                  </a:cubicBezTo>
                  <a:cubicBezTo>
                    <a:pt x="195265" y="262810"/>
                    <a:pt x="186549" y="311412"/>
                    <a:pt x="173143" y="343349"/>
                  </a:cubicBezTo>
                  <a:cubicBezTo>
                    <a:pt x="150950" y="394817"/>
                    <a:pt x="104843" y="432062"/>
                    <a:pt x="49860" y="442937"/>
                  </a:cubicBezTo>
                  <a:cubicBezTo>
                    <a:pt x="38697" y="445521"/>
                    <a:pt x="27088" y="445492"/>
                    <a:pt x="15938" y="442853"/>
                  </a:cubicBezTo>
                  <a:cubicBezTo>
                    <a:pt x="10194" y="441187"/>
                    <a:pt x="4786" y="438531"/>
                    <a:pt x="-45" y="435005"/>
                  </a:cubicBezTo>
                  <a:cubicBezTo>
                    <a:pt x="7942" y="450980"/>
                    <a:pt x="21814" y="463233"/>
                    <a:pt x="38652" y="469187"/>
                  </a:cubicBezTo>
                  <a:cubicBezTo>
                    <a:pt x="49802" y="471826"/>
                    <a:pt x="61411" y="471855"/>
                    <a:pt x="72574" y="469271"/>
                  </a:cubicBezTo>
                  <a:cubicBezTo>
                    <a:pt x="127558" y="458396"/>
                    <a:pt x="173665" y="421151"/>
                    <a:pt x="195859" y="369683"/>
                  </a:cubicBezTo>
                  <a:cubicBezTo>
                    <a:pt x="209263" y="337746"/>
                    <a:pt x="217978" y="289144"/>
                    <a:pt x="257904" y="280817"/>
                  </a:cubicBezTo>
                  <a:cubicBezTo>
                    <a:pt x="297480" y="272563"/>
                    <a:pt x="306291" y="309526"/>
                    <a:pt x="337434" y="318544"/>
                  </a:cubicBezTo>
                  <a:cubicBezTo>
                    <a:pt x="389788" y="333704"/>
                    <a:pt x="370668" y="279395"/>
                    <a:pt x="371717" y="251443"/>
                  </a:cubicBezTo>
                  <a:cubicBezTo>
                    <a:pt x="373067" y="215481"/>
                    <a:pt x="396543" y="184853"/>
                    <a:pt x="415455" y="156005"/>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2" name="任意多边形: 形状 61">
              <a:extLst>
                <a:ext uri="{FF2B5EF4-FFF2-40B4-BE49-F238E27FC236}">
                  <a16:creationId xmlns:a16="http://schemas.microsoft.com/office/drawing/2014/main" id="{6BC8FAEF-61FF-43CD-9C00-92E2CF91C898}"/>
                </a:ext>
              </a:extLst>
            </p:cNvPr>
            <p:cNvSpPr/>
            <p:nvPr/>
          </p:nvSpPr>
          <p:spPr>
            <a:xfrm>
              <a:off x="2857279" y="828932"/>
              <a:ext cx="488172" cy="381148"/>
            </a:xfrm>
            <a:custGeom>
              <a:avLst/>
              <a:gdLst>
                <a:gd name="connsiteX0" fmla="*/ 471173 w 488172"/>
                <a:gd name="connsiteY0" fmla="*/ 133934 h 381148"/>
                <a:gd name="connsiteX1" fmla="*/ 455147 w 488172"/>
                <a:gd name="connsiteY1" fmla="*/ 156808 h 381148"/>
                <a:gd name="connsiteX2" fmla="*/ 418140 w 488172"/>
                <a:gd name="connsiteY2" fmla="*/ 195125 h 381148"/>
                <a:gd name="connsiteX3" fmla="*/ 393155 w 488172"/>
                <a:gd name="connsiteY3" fmla="*/ 214720 h 381148"/>
                <a:gd name="connsiteX4" fmla="*/ 342672 w 488172"/>
                <a:gd name="connsiteY4" fmla="*/ 244879 h 381148"/>
                <a:gd name="connsiteX5" fmla="*/ 181098 w 488172"/>
                <a:gd name="connsiteY5" fmla="*/ 302792 h 381148"/>
                <a:gd name="connsiteX6" fmla="*/ 73068 w 488172"/>
                <a:gd name="connsiteY6" fmla="*/ 334189 h 381148"/>
                <a:gd name="connsiteX7" fmla="*/ 8744 w 488172"/>
                <a:gd name="connsiteY7" fmla="*/ 381029 h 381148"/>
                <a:gd name="connsiteX8" fmla="*/ 658 w 488172"/>
                <a:gd name="connsiteY8" fmla="*/ 334334 h 381148"/>
                <a:gd name="connsiteX9" fmla="*/ 658 w 488172"/>
                <a:gd name="connsiteY9" fmla="*/ 334261 h 381148"/>
                <a:gd name="connsiteX10" fmla="*/ 512 w 488172"/>
                <a:gd name="connsiteY10" fmla="*/ 301990 h 381148"/>
                <a:gd name="connsiteX11" fmla="*/ 87783 w 488172"/>
                <a:gd name="connsiteY11" fmla="*/ 136557 h 381148"/>
                <a:gd name="connsiteX12" fmla="*/ 246005 w 488172"/>
                <a:gd name="connsiteY12" fmla="*/ 29764 h 381148"/>
                <a:gd name="connsiteX13" fmla="*/ 304355 w 488172"/>
                <a:gd name="connsiteY13" fmla="*/ 3757 h 381148"/>
                <a:gd name="connsiteX14" fmla="*/ 365984 w 488172"/>
                <a:gd name="connsiteY14" fmla="*/ 1208 h 381148"/>
                <a:gd name="connsiteX15" fmla="*/ 444367 w 488172"/>
                <a:gd name="connsiteY15" fmla="*/ 19638 h 381148"/>
                <a:gd name="connsiteX16" fmla="*/ 471975 w 488172"/>
                <a:gd name="connsiteY16" fmla="*/ 39015 h 381148"/>
                <a:gd name="connsiteX17" fmla="*/ 485816 w 488172"/>
                <a:gd name="connsiteY17" fmla="*/ 68300 h 381148"/>
                <a:gd name="connsiteX18" fmla="*/ 471173 w 488172"/>
                <a:gd name="connsiteY18" fmla="*/ 133934 h 381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8172" h="381148">
                  <a:moveTo>
                    <a:pt x="471173" y="133934"/>
                  </a:moveTo>
                  <a:cubicBezTo>
                    <a:pt x="466282" y="141865"/>
                    <a:pt x="460931" y="149503"/>
                    <a:pt x="455147" y="156808"/>
                  </a:cubicBezTo>
                  <a:cubicBezTo>
                    <a:pt x="444102" y="170766"/>
                    <a:pt x="431706" y="183601"/>
                    <a:pt x="418140" y="195125"/>
                  </a:cubicBezTo>
                  <a:cubicBezTo>
                    <a:pt x="410154" y="202082"/>
                    <a:pt x="401815" y="208623"/>
                    <a:pt x="393155" y="214720"/>
                  </a:cubicBezTo>
                  <a:cubicBezTo>
                    <a:pt x="377103" y="226019"/>
                    <a:pt x="360229" y="236100"/>
                    <a:pt x="342672" y="244879"/>
                  </a:cubicBezTo>
                  <a:cubicBezTo>
                    <a:pt x="291534" y="270666"/>
                    <a:pt x="236171" y="286839"/>
                    <a:pt x="181098" y="302792"/>
                  </a:cubicBezTo>
                  <a:cubicBezTo>
                    <a:pt x="145113" y="313282"/>
                    <a:pt x="109103" y="323747"/>
                    <a:pt x="73068" y="334189"/>
                  </a:cubicBezTo>
                  <a:cubicBezTo>
                    <a:pt x="59810" y="344242"/>
                    <a:pt x="35552" y="362307"/>
                    <a:pt x="8744" y="381029"/>
                  </a:cubicBezTo>
                  <a:cubicBezTo>
                    <a:pt x="4680" y="365732"/>
                    <a:pt x="1973" y="350107"/>
                    <a:pt x="658" y="334334"/>
                  </a:cubicBezTo>
                  <a:lnTo>
                    <a:pt x="658" y="334261"/>
                  </a:lnTo>
                  <a:cubicBezTo>
                    <a:pt x="-228" y="323524"/>
                    <a:pt x="-277" y="312735"/>
                    <a:pt x="512" y="301990"/>
                  </a:cubicBezTo>
                  <a:cubicBezTo>
                    <a:pt x="5248" y="238396"/>
                    <a:pt x="41452" y="180410"/>
                    <a:pt x="87783" y="136557"/>
                  </a:cubicBezTo>
                  <a:cubicBezTo>
                    <a:pt x="134113" y="92703"/>
                    <a:pt x="190423" y="61015"/>
                    <a:pt x="246005" y="29764"/>
                  </a:cubicBezTo>
                  <a:cubicBezTo>
                    <a:pt x="264157" y="18435"/>
                    <a:pt x="283795" y="9682"/>
                    <a:pt x="304355" y="3757"/>
                  </a:cubicBezTo>
                  <a:cubicBezTo>
                    <a:pt x="324635" y="-334"/>
                    <a:pt x="345434" y="-1194"/>
                    <a:pt x="365984" y="1208"/>
                  </a:cubicBezTo>
                  <a:cubicBezTo>
                    <a:pt x="393038" y="2363"/>
                    <a:pt x="419632" y="8616"/>
                    <a:pt x="444367" y="19638"/>
                  </a:cubicBezTo>
                  <a:cubicBezTo>
                    <a:pt x="454507" y="24645"/>
                    <a:pt x="463819" y="31180"/>
                    <a:pt x="471975" y="39015"/>
                  </a:cubicBezTo>
                  <a:cubicBezTo>
                    <a:pt x="478071" y="48005"/>
                    <a:pt x="482740" y="57883"/>
                    <a:pt x="485816" y="68300"/>
                  </a:cubicBezTo>
                  <a:cubicBezTo>
                    <a:pt x="492662" y="90445"/>
                    <a:pt x="483264" y="114265"/>
                    <a:pt x="471173" y="13393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3" name="任意多边形: 形状 72">
              <a:extLst>
                <a:ext uri="{FF2B5EF4-FFF2-40B4-BE49-F238E27FC236}">
                  <a16:creationId xmlns:a16="http://schemas.microsoft.com/office/drawing/2014/main" id="{C651B0E7-F4D7-46B9-AD1A-4EFF0C393AEF}"/>
                </a:ext>
              </a:extLst>
            </p:cNvPr>
            <p:cNvSpPr/>
            <p:nvPr/>
          </p:nvSpPr>
          <p:spPr>
            <a:xfrm>
              <a:off x="2742316" y="770599"/>
              <a:ext cx="603135" cy="496646"/>
            </a:xfrm>
            <a:custGeom>
              <a:avLst/>
              <a:gdLst>
                <a:gd name="connsiteX0" fmla="*/ 586136 w 603135"/>
                <a:gd name="connsiteY0" fmla="*/ 184982 h 496646"/>
                <a:gd name="connsiteX1" fmla="*/ 570110 w 603135"/>
                <a:gd name="connsiteY1" fmla="*/ 207856 h 496646"/>
                <a:gd name="connsiteX2" fmla="*/ 533104 w 603135"/>
                <a:gd name="connsiteY2" fmla="*/ 246173 h 496646"/>
                <a:gd name="connsiteX3" fmla="*/ 508118 w 603135"/>
                <a:gd name="connsiteY3" fmla="*/ 265769 h 496646"/>
                <a:gd name="connsiteX4" fmla="*/ 457636 w 603135"/>
                <a:gd name="connsiteY4" fmla="*/ 295927 h 496646"/>
                <a:gd name="connsiteX5" fmla="*/ 296062 w 603135"/>
                <a:gd name="connsiteY5" fmla="*/ 353840 h 496646"/>
                <a:gd name="connsiteX6" fmla="*/ 188031 w 603135"/>
                <a:gd name="connsiteY6" fmla="*/ 385237 h 496646"/>
                <a:gd name="connsiteX7" fmla="*/ 3001 w 603135"/>
                <a:gd name="connsiteY7" fmla="*/ 495526 h 496646"/>
                <a:gd name="connsiteX8" fmla="*/ 114935 w 603135"/>
                <a:gd name="connsiteY8" fmla="*/ 384829 h 496646"/>
                <a:gd name="connsiteX9" fmla="*/ 121231 w 603135"/>
                <a:gd name="connsiteY9" fmla="*/ 389608 h 496646"/>
                <a:gd name="connsiteX10" fmla="*/ 86192 w 603135"/>
                <a:gd name="connsiteY10" fmla="*/ 322516 h 496646"/>
                <a:gd name="connsiteX11" fmla="*/ 85099 w 603135"/>
                <a:gd name="connsiteY11" fmla="*/ 185565 h 496646"/>
                <a:gd name="connsiteX12" fmla="*/ 163628 w 603135"/>
                <a:gd name="connsiteY12" fmla="*/ 77461 h 496646"/>
                <a:gd name="connsiteX13" fmla="*/ 216879 w 603135"/>
                <a:gd name="connsiteY13" fmla="*/ 47448 h 496646"/>
                <a:gd name="connsiteX14" fmla="*/ 222051 w 603135"/>
                <a:gd name="connsiteY14" fmla="*/ 40455 h 496646"/>
                <a:gd name="connsiteX15" fmla="*/ 224091 w 603135"/>
                <a:gd name="connsiteY15" fmla="*/ 36740 h 496646"/>
                <a:gd name="connsiteX16" fmla="*/ 229846 w 603135"/>
                <a:gd name="connsiteY16" fmla="*/ 25595 h 496646"/>
                <a:gd name="connsiteX17" fmla="*/ 262335 w 603135"/>
                <a:gd name="connsiteY17" fmla="*/ 20933 h 496646"/>
                <a:gd name="connsiteX18" fmla="*/ 265977 w 603135"/>
                <a:gd name="connsiteY18" fmla="*/ 21297 h 496646"/>
                <a:gd name="connsiteX19" fmla="*/ 272095 w 603135"/>
                <a:gd name="connsiteY19" fmla="*/ 21588 h 496646"/>
                <a:gd name="connsiteX20" fmla="*/ 393094 w 603135"/>
                <a:gd name="connsiteY20" fmla="*/ -120 h 496646"/>
                <a:gd name="connsiteX21" fmla="*/ 516058 w 603135"/>
                <a:gd name="connsiteY21" fmla="*/ 43661 h 496646"/>
                <a:gd name="connsiteX22" fmla="*/ 538787 w 603135"/>
                <a:gd name="connsiteY22" fmla="*/ 53932 h 496646"/>
                <a:gd name="connsiteX23" fmla="*/ 600779 w 603135"/>
                <a:gd name="connsiteY23" fmla="*/ 119348 h 496646"/>
                <a:gd name="connsiteX24" fmla="*/ 586136 w 603135"/>
                <a:gd name="connsiteY24" fmla="*/ 184982 h 496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03135" h="496646">
                  <a:moveTo>
                    <a:pt x="586136" y="184982"/>
                  </a:moveTo>
                  <a:cubicBezTo>
                    <a:pt x="581246" y="192913"/>
                    <a:pt x="575895" y="200551"/>
                    <a:pt x="570110" y="207856"/>
                  </a:cubicBezTo>
                  <a:cubicBezTo>
                    <a:pt x="559065" y="221814"/>
                    <a:pt x="546669" y="234649"/>
                    <a:pt x="533104" y="246173"/>
                  </a:cubicBezTo>
                  <a:cubicBezTo>
                    <a:pt x="525118" y="253130"/>
                    <a:pt x="516778" y="259671"/>
                    <a:pt x="508118" y="265769"/>
                  </a:cubicBezTo>
                  <a:cubicBezTo>
                    <a:pt x="492067" y="277067"/>
                    <a:pt x="475192" y="287148"/>
                    <a:pt x="457636" y="295927"/>
                  </a:cubicBezTo>
                  <a:cubicBezTo>
                    <a:pt x="406497" y="321715"/>
                    <a:pt x="351134" y="337887"/>
                    <a:pt x="296062" y="353840"/>
                  </a:cubicBezTo>
                  <a:cubicBezTo>
                    <a:pt x="260076" y="364330"/>
                    <a:pt x="224066" y="374796"/>
                    <a:pt x="188031" y="385237"/>
                  </a:cubicBezTo>
                  <a:cubicBezTo>
                    <a:pt x="150369" y="413720"/>
                    <a:pt x="24199" y="507182"/>
                    <a:pt x="3001" y="495526"/>
                  </a:cubicBezTo>
                  <a:cubicBezTo>
                    <a:pt x="-21984" y="481758"/>
                    <a:pt x="114935" y="384829"/>
                    <a:pt x="114935" y="384829"/>
                  </a:cubicBezTo>
                  <a:lnTo>
                    <a:pt x="121231" y="389608"/>
                  </a:lnTo>
                  <a:cubicBezTo>
                    <a:pt x="101198" y="377005"/>
                    <a:pt x="90709" y="347794"/>
                    <a:pt x="86192" y="322516"/>
                  </a:cubicBezTo>
                  <a:cubicBezTo>
                    <a:pt x="78179" y="277279"/>
                    <a:pt x="74391" y="230293"/>
                    <a:pt x="85099" y="185565"/>
                  </a:cubicBezTo>
                  <a:cubicBezTo>
                    <a:pt x="95807" y="140910"/>
                    <a:pt x="122688" y="98368"/>
                    <a:pt x="163628" y="77461"/>
                  </a:cubicBezTo>
                  <a:cubicBezTo>
                    <a:pt x="181767" y="68136"/>
                    <a:pt x="203766" y="61799"/>
                    <a:pt x="216879" y="47448"/>
                  </a:cubicBezTo>
                  <a:cubicBezTo>
                    <a:pt x="218866" y="45324"/>
                    <a:pt x="220602" y="42978"/>
                    <a:pt x="222051" y="40455"/>
                  </a:cubicBezTo>
                  <a:cubicBezTo>
                    <a:pt x="222844" y="39282"/>
                    <a:pt x="223527" y="38039"/>
                    <a:pt x="224091" y="36740"/>
                  </a:cubicBezTo>
                  <a:cubicBezTo>
                    <a:pt x="225538" y="32800"/>
                    <a:pt x="227471" y="29056"/>
                    <a:pt x="229846" y="25595"/>
                  </a:cubicBezTo>
                  <a:cubicBezTo>
                    <a:pt x="237349" y="16926"/>
                    <a:pt x="250971" y="19549"/>
                    <a:pt x="262335" y="20933"/>
                  </a:cubicBezTo>
                  <a:cubicBezTo>
                    <a:pt x="263573" y="21078"/>
                    <a:pt x="264738" y="21224"/>
                    <a:pt x="265977" y="21297"/>
                  </a:cubicBezTo>
                  <a:cubicBezTo>
                    <a:pt x="268010" y="21503"/>
                    <a:pt x="270052" y="21600"/>
                    <a:pt x="272095" y="21588"/>
                  </a:cubicBezTo>
                  <a:cubicBezTo>
                    <a:pt x="312671" y="22462"/>
                    <a:pt x="352009" y="-120"/>
                    <a:pt x="393094" y="-120"/>
                  </a:cubicBezTo>
                  <a:cubicBezTo>
                    <a:pt x="438113" y="-193"/>
                    <a:pt x="476429" y="25886"/>
                    <a:pt x="516058" y="43661"/>
                  </a:cubicBezTo>
                  <a:cubicBezTo>
                    <a:pt x="524071" y="47303"/>
                    <a:pt x="531648" y="50581"/>
                    <a:pt x="538787" y="53932"/>
                  </a:cubicBezTo>
                  <a:cubicBezTo>
                    <a:pt x="567415" y="67263"/>
                    <a:pt x="588977" y="81468"/>
                    <a:pt x="600779" y="119348"/>
                  </a:cubicBezTo>
                  <a:cubicBezTo>
                    <a:pt x="607626" y="141493"/>
                    <a:pt x="598228" y="165314"/>
                    <a:pt x="586136" y="18498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4" name="任意多边形: 形状 73">
              <a:extLst>
                <a:ext uri="{FF2B5EF4-FFF2-40B4-BE49-F238E27FC236}">
                  <a16:creationId xmlns:a16="http://schemas.microsoft.com/office/drawing/2014/main" id="{47E0EB1E-9471-4936-85D4-2331D8DE4DA6}"/>
                </a:ext>
              </a:extLst>
            </p:cNvPr>
            <p:cNvSpPr/>
            <p:nvPr/>
          </p:nvSpPr>
          <p:spPr>
            <a:xfrm>
              <a:off x="2959239" y="792015"/>
              <a:ext cx="57769" cy="31222"/>
            </a:xfrm>
            <a:custGeom>
              <a:avLst/>
              <a:gdLst>
                <a:gd name="connsiteX0" fmla="*/ 55173 w 57769"/>
                <a:gd name="connsiteY0" fmla="*/ 172 h 31222"/>
                <a:gd name="connsiteX1" fmla="*/ 50875 w 57769"/>
                <a:gd name="connsiteY1" fmla="*/ 23920 h 31222"/>
                <a:gd name="connsiteX2" fmla="*/ 33829 w 57769"/>
                <a:gd name="connsiteY2" fmla="*/ 29966 h 31222"/>
                <a:gd name="connsiteX3" fmla="*/ 20571 w 57769"/>
                <a:gd name="connsiteY3" fmla="*/ 30986 h 31222"/>
                <a:gd name="connsiteX4" fmla="*/ 3015 w 57769"/>
                <a:gd name="connsiteY4" fmla="*/ 27999 h 31222"/>
                <a:gd name="connsiteX5" fmla="*/ -45 w 57769"/>
                <a:gd name="connsiteY5" fmla="*/ 26032 h 31222"/>
                <a:gd name="connsiteX6" fmla="*/ 5127 w 57769"/>
                <a:gd name="connsiteY6" fmla="*/ 19039 h 31222"/>
                <a:gd name="connsiteX7" fmla="*/ 11246 w 57769"/>
                <a:gd name="connsiteY7" fmla="*/ 19330 h 31222"/>
                <a:gd name="connsiteX8" fmla="*/ 33100 w 57769"/>
                <a:gd name="connsiteY8" fmla="*/ 15615 h 31222"/>
                <a:gd name="connsiteX9" fmla="*/ 41332 w 57769"/>
                <a:gd name="connsiteY9" fmla="*/ 11682 h 31222"/>
                <a:gd name="connsiteX10" fmla="*/ 49053 w 57769"/>
                <a:gd name="connsiteY10" fmla="*/ -120 h 31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69" h="31222">
                  <a:moveTo>
                    <a:pt x="55173" y="172"/>
                  </a:moveTo>
                  <a:cubicBezTo>
                    <a:pt x="59809" y="8062"/>
                    <a:pt x="57982" y="18155"/>
                    <a:pt x="50875" y="23920"/>
                  </a:cubicBezTo>
                  <a:cubicBezTo>
                    <a:pt x="45862" y="27473"/>
                    <a:pt x="39961" y="29567"/>
                    <a:pt x="33829" y="29966"/>
                  </a:cubicBezTo>
                  <a:cubicBezTo>
                    <a:pt x="29433" y="30562"/>
                    <a:pt x="25006" y="30902"/>
                    <a:pt x="20571" y="30986"/>
                  </a:cubicBezTo>
                  <a:cubicBezTo>
                    <a:pt x="14561" y="31470"/>
                    <a:pt x="8526" y="30443"/>
                    <a:pt x="3015" y="27999"/>
                  </a:cubicBezTo>
                  <a:cubicBezTo>
                    <a:pt x="1942" y="27429"/>
                    <a:pt x="919" y="26771"/>
                    <a:pt x="-45" y="26032"/>
                  </a:cubicBezTo>
                  <a:cubicBezTo>
                    <a:pt x="1943" y="23908"/>
                    <a:pt x="3678" y="21561"/>
                    <a:pt x="5127" y="19039"/>
                  </a:cubicBezTo>
                  <a:cubicBezTo>
                    <a:pt x="6147" y="19840"/>
                    <a:pt x="7167" y="19622"/>
                    <a:pt x="11246" y="19330"/>
                  </a:cubicBezTo>
                  <a:cubicBezTo>
                    <a:pt x="18653" y="18970"/>
                    <a:pt x="25990" y="17723"/>
                    <a:pt x="33100" y="15615"/>
                  </a:cubicBezTo>
                  <a:cubicBezTo>
                    <a:pt x="36066" y="14830"/>
                    <a:pt x="38858" y="13496"/>
                    <a:pt x="41332" y="11682"/>
                  </a:cubicBezTo>
                  <a:cubicBezTo>
                    <a:pt x="44977" y="8563"/>
                    <a:pt x="47656" y="4469"/>
                    <a:pt x="49053" y="-120"/>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5" name="任意多边形: 形状 74">
              <a:extLst>
                <a:ext uri="{FF2B5EF4-FFF2-40B4-BE49-F238E27FC236}">
                  <a16:creationId xmlns:a16="http://schemas.microsoft.com/office/drawing/2014/main" id="{7AFE7249-7EF6-48D3-AED1-199CD6C1688E}"/>
                </a:ext>
              </a:extLst>
            </p:cNvPr>
            <p:cNvSpPr/>
            <p:nvPr/>
          </p:nvSpPr>
          <p:spPr>
            <a:xfrm>
              <a:off x="2859995" y="1153962"/>
              <a:ext cx="68540" cy="9864"/>
            </a:xfrm>
            <a:custGeom>
              <a:avLst/>
              <a:gdLst>
                <a:gd name="connsiteX0" fmla="*/ -45 w 68540"/>
                <a:gd name="connsiteY0" fmla="*/ 393 h 9864"/>
                <a:gd name="connsiteX1" fmla="*/ 18643 w 68540"/>
                <a:gd name="connsiteY1" fmla="*/ 7350 h 9864"/>
                <a:gd name="connsiteX2" fmla="*/ 68495 w 68540"/>
                <a:gd name="connsiteY2" fmla="*/ -120 h 9864"/>
              </a:gdLst>
              <a:ahLst/>
              <a:cxnLst>
                <a:cxn ang="0">
                  <a:pos x="connsiteX0" y="connsiteY0"/>
                </a:cxn>
                <a:cxn ang="0">
                  <a:pos x="connsiteX1" y="connsiteY1"/>
                </a:cxn>
                <a:cxn ang="0">
                  <a:pos x="connsiteX2" y="connsiteY2"/>
                </a:cxn>
              </a:cxnLst>
              <a:rect l="l" t="t" r="r" b="b"/>
              <a:pathLst>
                <a:path w="68540" h="9864">
                  <a:moveTo>
                    <a:pt x="-45" y="393"/>
                  </a:moveTo>
                  <a:cubicBezTo>
                    <a:pt x="5654" y="3944"/>
                    <a:pt x="12009" y="6310"/>
                    <a:pt x="18643" y="7350"/>
                  </a:cubicBezTo>
                  <a:cubicBezTo>
                    <a:pt x="35553" y="12266"/>
                    <a:pt x="53768" y="9536"/>
                    <a:pt x="68495" y="-120"/>
                  </a:cubicBezTo>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grpSp>
      <p:sp>
        <p:nvSpPr>
          <p:cNvPr id="63" name="文本框 62">
            <a:extLst>
              <a:ext uri="{FF2B5EF4-FFF2-40B4-BE49-F238E27FC236}">
                <a16:creationId xmlns:a16="http://schemas.microsoft.com/office/drawing/2014/main" id="{9173E3A6-43B7-497D-8872-E027F701AC44}"/>
              </a:ext>
            </a:extLst>
          </p:cNvPr>
          <p:cNvSpPr txBox="1"/>
          <p:nvPr/>
        </p:nvSpPr>
        <p:spPr>
          <a:xfrm>
            <a:off x="4116186" y="2896298"/>
            <a:ext cx="646331" cy="369332"/>
          </a:xfrm>
          <a:prstGeom prst="rect">
            <a:avLst/>
          </a:prstGeom>
          <a:noFill/>
        </p:spPr>
        <p:txBody>
          <a:bodyPr wrap="none" lIns="91440" tIns="45720" rIns="91440" bIns="45720" rtlCol="0">
            <a:spAutoFit/>
          </a:bodyPr>
          <a:lstStyle/>
          <a:p>
            <a:pPr algn="ctr"/>
            <a:r>
              <a:rPr lang="zh-CN" altLang="en-US" dirty="0">
                <a:solidFill>
                  <a:schemeClr val="tx1"/>
                </a:solidFill>
                <a:latin typeface="微软雅黑 Light" panose="020B0502040204020203" pitchFamily="34" charset="-122"/>
                <a:ea typeface="微软雅黑 Light" panose="020B0502040204020203" pitchFamily="34" charset="-122"/>
              </a:rPr>
              <a:t>尾部</a:t>
            </a:r>
          </a:p>
        </p:txBody>
      </p:sp>
      <p:sp>
        <p:nvSpPr>
          <p:cNvPr id="64" name="文本框 63">
            <a:extLst>
              <a:ext uri="{FF2B5EF4-FFF2-40B4-BE49-F238E27FC236}">
                <a16:creationId xmlns:a16="http://schemas.microsoft.com/office/drawing/2014/main" id="{FB588C3D-C4D8-4A69-A9D3-06160D52F2F2}"/>
              </a:ext>
            </a:extLst>
          </p:cNvPr>
          <p:cNvSpPr txBox="1"/>
          <p:nvPr/>
        </p:nvSpPr>
        <p:spPr>
          <a:xfrm>
            <a:off x="6409329" y="2896298"/>
            <a:ext cx="646331" cy="369332"/>
          </a:xfrm>
          <a:prstGeom prst="rect">
            <a:avLst/>
          </a:prstGeom>
          <a:noFill/>
        </p:spPr>
        <p:txBody>
          <a:bodyPr wrap="none" lIns="91440" tIns="45720" rIns="91440" bIns="45720" rtlCol="0">
            <a:spAutoFit/>
          </a:bodyPr>
          <a:lstStyle/>
          <a:p>
            <a:pPr algn="ctr"/>
            <a:r>
              <a:rPr lang="zh-CN" altLang="en-US" dirty="0">
                <a:solidFill>
                  <a:schemeClr val="tx1"/>
                </a:solidFill>
                <a:latin typeface="微软雅黑 Light" panose="020B0502040204020203" pitchFamily="34" charset="-122"/>
                <a:ea typeface="微软雅黑 Light" panose="020B0502040204020203" pitchFamily="34" charset="-122"/>
              </a:rPr>
              <a:t>首部</a:t>
            </a:r>
          </a:p>
        </p:txBody>
      </p:sp>
      <p:cxnSp>
        <p:nvCxnSpPr>
          <p:cNvPr id="8" name="直接箭头连接符 7">
            <a:extLst>
              <a:ext uri="{FF2B5EF4-FFF2-40B4-BE49-F238E27FC236}">
                <a16:creationId xmlns:a16="http://schemas.microsoft.com/office/drawing/2014/main" id="{34AB498D-3DAE-4625-A560-A992BA3EA4E4}"/>
              </a:ext>
            </a:extLst>
          </p:cNvPr>
          <p:cNvCxnSpPr>
            <a:cxnSpLocks/>
            <a:stCxn id="63" idx="2"/>
          </p:cNvCxnSpPr>
          <p:nvPr/>
        </p:nvCxnSpPr>
        <p:spPr>
          <a:xfrm>
            <a:off x="4439352" y="3265630"/>
            <a:ext cx="7166" cy="264136"/>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65" name="直接箭头连接符 64">
            <a:extLst>
              <a:ext uri="{FF2B5EF4-FFF2-40B4-BE49-F238E27FC236}">
                <a16:creationId xmlns:a16="http://schemas.microsoft.com/office/drawing/2014/main" id="{7B7335CF-53A5-4D8D-96BD-8C07F919F45B}"/>
              </a:ext>
            </a:extLst>
          </p:cNvPr>
          <p:cNvCxnSpPr>
            <a:cxnSpLocks/>
            <a:stCxn id="64" idx="2"/>
          </p:cNvCxnSpPr>
          <p:nvPr/>
        </p:nvCxnSpPr>
        <p:spPr>
          <a:xfrm>
            <a:off x="6732495" y="3265630"/>
            <a:ext cx="7165" cy="267783"/>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66" name="文本框 65">
            <a:extLst>
              <a:ext uri="{FF2B5EF4-FFF2-40B4-BE49-F238E27FC236}">
                <a16:creationId xmlns:a16="http://schemas.microsoft.com/office/drawing/2014/main" id="{D560E2C4-C4FF-4B95-B616-4B6F3EE9470C}"/>
              </a:ext>
            </a:extLst>
          </p:cNvPr>
          <p:cNvSpPr txBox="1"/>
          <p:nvPr/>
        </p:nvSpPr>
        <p:spPr>
          <a:xfrm>
            <a:off x="5031927" y="2573567"/>
            <a:ext cx="1107996" cy="369332"/>
          </a:xfrm>
          <a:prstGeom prst="rect">
            <a:avLst/>
          </a:prstGeom>
          <a:noFill/>
        </p:spPr>
        <p:txBody>
          <a:bodyPr wrap="none" lIns="91440" tIns="45720" rIns="91440" bIns="45720" rtlCol="0">
            <a:spAutoFit/>
          </a:bodyPr>
          <a:lstStyle/>
          <a:p>
            <a:pPr algn="ctr"/>
            <a:r>
              <a:rPr lang="zh-CN" altLang="en-US" dirty="0">
                <a:solidFill>
                  <a:schemeClr val="tx1"/>
                </a:solidFill>
                <a:latin typeface="微软雅黑 Light" panose="020B0502040204020203" pitchFamily="34" charset="-122"/>
                <a:ea typeface="微软雅黑 Light" panose="020B0502040204020203" pitchFamily="34" charset="-122"/>
              </a:rPr>
              <a:t>帧定界符</a:t>
            </a:r>
          </a:p>
        </p:txBody>
      </p:sp>
      <p:cxnSp>
        <p:nvCxnSpPr>
          <p:cNvPr id="13" name="连接符: 肘形 12">
            <a:extLst>
              <a:ext uri="{FF2B5EF4-FFF2-40B4-BE49-F238E27FC236}">
                <a16:creationId xmlns:a16="http://schemas.microsoft.com/office/drawing/2014/main" id="{9B4247D5-B7A7-4E07-9C7E-FAB83BBAE1D3}"/>
              </a:ext>
            </a:extLst>
          </p:cNvPr>
          <p:cNvCxnSpPr>
            <a:stCxn id="63" idx="0"/>
            <a:endCxn id="66" idx="1"/>
          </p:cNvCxnSpPr>
          <p:nvPr/>
        </p:nvCxnSpPr>
        <p:spPr>
          <a:xfrm rot="5400000" flipH="1" flipV="1">
            <a:off x="4666607" y="2530979"/>
            <a:ext cx="138065" cy="592575"/>
          </a:xfrm>
          <a:prstGeom prst="bentConnector2">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6" name="连接符: 肘形 15">
            <a:extLst>
              <a:ext uri="{FF2B5EF4-FFF2-40B4-BE49-F238E27FC236}">
                <a16:creationId xmlns:a16="http://schemas.microsoft.com/office/drawing/2014/main" id="{56897077-DFF1-4BF8-A364-4EC2ECCDB970}"/>
              </a:ext>
            </a:extLst>
          </p:cNvPr>
          <p:cNvCxnSpPr>
            <a:stCxn id="64" idx="0"/>
            <a:endCxn id="66" idx="3"/>
          </p:cNvCxnSpPr>
          <p:nvPr/>
        </p:nvCxnSpPr>
        <p:spPr>
          <a:xfrm rot="16200000" flipV="1">
            <a:off x="6367177" y="2530980"/>
            <a:ext cx="138065" cy="592572"/>
          </a:xfrm>
          <a:prstGeom prst="bentConnector2">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742374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zh-CN" altLang="en-US" dirty="0"/>
              <a:t>透明传输</a:t>
            </a:r>
          </a:p>
        </p:txBody>
      </p:sp>
      <p:sp>
        <p:nvSpPr>
          <p:cNvPr id="17" name="文本占位符 16">
            <a:extLst>
              <a:ext uri="{FF2B5EF4-FFF2-40B4-BE49-F238E27FC236}">
                <a16:creationId xmlns:a16="http://schemas.microsoft.com/office/drawing/2014/main" id="{56D6E40F-7CED-4986-BED8-C119E67CBCAD}"/>
              </a:ext>
            </a:extLst>
          </p:cNvPr>
          <p:cNvSpPr>
            <a:spLocks noGrp="1"/>
          </p:cNvSpPr>
          <p:nvPr>
            <p:ph type="body" sz="quarter" idx="11"/>
          </p:nvPr>
        </p:nvSpPr>
        <p:spPr/>
        <p:txBody>
          <a:bodyPr/>
          <a:lstStyle/>
          <a:p>
            <a:r>
              <a:rPr lang="en-US" altLang="zh-CN" dirty="0"/>
              <a:t>Transparent transmission</a:t>
            </a:r>
          </a:p>
        </p:txBody>
      </p:sp>
      <p:sp>
        <p:nvSpPr>
          <p:cNvPr id="14" name="文本占位符 13">
            <a:extLst>
              <a:ext uri="{FF2B5EF4-FFF2-40B4-BE49-F238E27FC236}">
                <a16:creationId xmlns:a16="http://schemas.microsoft.com/office/drawing/2014/main" id="{BFB87ABB-72DD-49AF-868C-AA4E70EA5712}"/>
              </a:ext>
            </a:extLst>
          </p:cNvPr>
          <p:cNvSpPr>
            <a:spLocks noGrp="1"/>
          </p:cNvSpPr>
          <p:nvPr>
            <p:ph type="body" sz="quarter" idx="12"/>
          </p:nvPr>
        </p:nvSpPr>
        <p:spPr/>
        <p:txBody>
          <a:bodyPr/>
          <a:lstStyle/>
          <a:p>
            <a:r>
              <a:rPr lang="zh-CN" altLang="en-US" dirty="0"/>
              <a:t>你发什么，我收到的就是什么</a:t>
            </a:r>
            <a:endParaRPr lang="en-US" altLang="zh-CN" dirty="0"/>
          </a:p>
        </p:txBody>
      </p:sp>
      <p:sp>
        <p:nvSpPr>
          <p:cNvPr id="65" name="文本框 64">
            <a:extLst>
              <a:ext uri="{FF2B5EF4-FFF2-40B4-BE49-F238E27FC236}">
                <a16:creationId xmlns:a16="http://schemas.microsoft.com/office/drawing/2014/main" id="{E3EE0959-983B-4086-9CBF-C4EEE720FD1C}"/>
              </a:ext>
            </a:extLst>
          </p:cNvPr>
          <p:cNvSpPr txBox="1"/>
          <p:nvPr/>
        </p:nvSpPr>
        <p:spPr>
          <a:xfrm>
            <a:off x="4208304" y="2259268"/>
            <a:ext cx="3775393" cy="707886"/>
          </a:xfrm>
          <a:prstGeom prst="rect">
            <a:avLst/>
          </a:prstGeom>
          <a:noFill/>
          <a:effectLst>
            <a:outerShdw blurRad="50800" dist="38100" dir="2700000" algn="tl" rotWithShape="0">
              <a:prstClr val="black">
                <a:alpha val="40000"/>
              </a:prstClr>
            </a:outerShdw>
          </a:effectLst>
        </p:spPr>
        <p:txBody>
          <a:bodyPr wrap="none" lIns="91440" tIns="45720" rIns="91440" bIns="45720" rtlCol="0">
            <a:spAutoFit/>
          </a:bodyPr>
          <a:lstStyle/>
          <a:p>
            <a:pPr algn="ctr"/>
            <a:r>
              <a:rPr lang="zh-CN" altLang="en-US" sz="4000" dirty="0">
                <a:solidFill>
                  <a:schemeClr val="accent2"/>
                </a:solidFill>
                <a:latin typeface="禹卫书法行书简体&#10;" panose="02000603000000000000" pitchFamily="2" charset="-122"/>
                <a:ea typeface="禹卫书法行书简体&#10;" panose="02000603000000000000" pitchFamily="2" charset="-122"/>
              </a:rPr>
              <a:t>一切好像很完美</a:t>
            </a:r>
          </a:p>
        </p:txBody>
      </p:sp>
      <p:graphicFrame>
        <p:nvGraphicFramePr>
          <p:cNvPr id="67" name="表格 7">
            <a:extLst>
              <a:ext uri="{FF2B5EF4-FFF2-40B4-BE49-F238E27FC236}">
                <a16:creationId xmlns:a16="http://schemas.microsoft.com/office/drawing/2014/main" id="{2266A589-2B9C-49B4-B5C3-EFD48B4B486F}"/>
              </a:ext>
            </a:extLst>
          </p:cNvPr>
          <p:cNvGraphicFramePr>
            <a:graphicFrameLocks noGrp="1"/>
          </p:cNvGraphicFramePr>
          <p:nvPr>
            <p:extLst>
              <p:ext uri="{D42A27DB-BD31-4B8C-83A1-F6EECF244321}">
                <p14:modId xmlns:p14="http://schemas.microsoft.com/office/powerpoint/2010/main" val="1137375529"/>
              </p:ext>
            </p:extLst>
          </p:nvPr>
        </p:nvGraphicFramePr>
        <p:xfrm>
          <a:off x="2113550" y="3786742"/>
          <a:ext cx="7964901" cy="432000"/>
        </p:xfrm>
        <a:graphic>
          <a:graphicData uri="http://schemas.openxmlformats.org/drawingml/2006/table">
            <a:tbl>
              <a:tblPr bandRow="1">
                <a:tableStyleId>{2D5ABB26-0587-4C30-8999-92F81FD0307C}</a:tableStyleId>
              </a:tblPr>
              <a:tblGrid>
                <a:gridCol w="884989">
                  <a:extLst>
                    <a:ext uri="{9D8B030D-6E8A-4147-A177-3AD203B41FA5}">
                      <a16:colId xmlns:a16="http://schemas.microsoft.com/office/drawing/2014/main" val="627451869"/>
                    </a:ext>
                  </a:extLst>
                </a:gridCol>
                <a:gridCol w="884989">
                  <a:extLst>
                    <a:ext uri="{9D8B030D-6E8A-4147-A177-3AD203B41FA5}">
                      <a16:colId xmlns:a16="http://schemas.microsoft.com/office/drawing/2014/main" val="2701557470"/>
                    </a:ext>
                  </a:extLst>
                </a:gridCol>
                <a:gridCol w="884989">
                  <a:extLst>
                    <a:ext uri="{9D8B030D-6E8A-4147-A177-3AD203B41FA5}">
                      <a16:colId xmlns:a16="http://schemas.microsoft.com/office/drawing/2014/main" val="3426837699"/>
                    </a:ext>
                  </a:extLst>
                </a:gridCol>
                <a:gridCol w="884989">
                  <a:extLst>
                    <a:ext uri="{9D8B030D-6E8A-4147-A177-3AD203B41FA5}">
                      <a16:colId xmlns:a16="http://schemas.microsoft.com/office/drawing/2014/main" val="3335785818"/>
                    </a:ext>
                  </a:extLst>
                </a:gridCol>
                <a:gridCol w="884989">
                  <a:extLst>
                    <a:ext uri="{9D8B030D-6E8A-4147-A177-3AD203B41FA5}">
                      <a16:colId xmlns:a16="http://schemas.microsoft.com/office/drawing/2014/main" val="3433684863"/>
                    </a:ext>
                  </a:extLst>
                </a:gridCol>
                <a:gridCol w="884989">
                  <a:extLst>
                    <a:ext uri="{9D8B030D-6E8A-4147-A177-3AD203B41FA5}">
                      <a16:colId xmlns:a16="http://schemas.microsoft.com/office/drawing/2014/main" val="2105610774"/>
                    </a:ext>
                  </a:extLst>
                </a:gridCol>
                <a:gridCol w="884989">
                  <a:extLst>
                    <a:ext uri="{9D8B030D-6E8A-4147-A177-3AD203B41FA5}">
                      <a16:colId xmlns:a16="http://schemas.microsoft.com/office/drawing/2014/main" val="1081253309"/>
                    </a:ext>
                  </a:extLst>
                </a:gridCol>
                <a:gridCol w="884989">
                  <a:extLst>
                    <a:ext uri="{9D8B030D-6E8A-4147-A177-3AD203B41FA5}">
                      <a16:colId xmlns:a16="http://schemas.microsoft.com/office/drawing/2014/main" val="4121762353"/>
                    </a:ext>
                  </a:extLst>
                </a:gridCol>
                <a:gridCol w="884989">
                  <a:extLst>
                    <a:ext uri="{9D8B030D-6E8A-4147-A177-3AD203B41FA5}">
                      <a16:colId xmlns:a16="http://schemas.microsoft.com/office/drawing/2014/main" val="2640679520"/>
                    </a:ext>
                  </a:extLst>
                </a:gridCol>
              </a:tblGrid>
              <a:tr h="432000">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EOH</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chemeClr val="accent6">
                        <a:lumMod val="75000"/>
                      </a:schemeClr>
                    </a:solidFill>
                  </a:tcPr>
                </a:tc>
                <a:tc>
                  <a:txBody>
                    <a:bodyPr/>
                    <a:lstStyle/>
                    <a:p>
                      <a:pPr algn="ctr"/>
                      <a:endParaRPr lang="zh-CN" altLang="en-US" sz="1800" kern="1200" baseline="0" dirty="0">
                        <a:solidFill>
                          <a:schemeClr val="bg1"/>
                        </a:solidFill>
                        <a:latin typeface="微软雅黑 Light" panose="020B0502040204020203" pitchFamily="34" charset="-122"/>
                        <a:ea typeface="微软雅黑" panose="020B0503020204020204" pitchFamily="34" charset="-122"/>
                        <a:cs typeface="+mn-cs"/>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SOH</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ESC</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EOH</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SOH</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2856997385"/>
                  </a:ext>
                </a:extLst>
              </a:tr>
            </a:tbl>
          </a:graphicData>
        </a:graphic>
      </p:graphicFrame>
    </p:spTree>
    <p:extLst>
      <p:ext uri="{BB962C8B-B14F-4D97-AF65-F5344CB8AC3E}">
        <p14:creationId xmlns:p14="http://schemas.microsoft.com/office/powerpoint/2010/main" val="991294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zh-CN" altLang="en-US" dirty="0"/>
              <a:t>透明传输之字符填充</a:t>
            </a:r>
          </a:p>
        </p:txBody>
      </p:sp>
      <p:sp>
        <p:nvSpPr>
          <p:cNvPr id="17" name="文本占位符 16">
            <a:extLst>
              <a:ext uri="{FF2B5EF4-FFF2-40B4-BE49-F238E27FC236}">
                <a16:creationId xmlns:a16="http://schemas.microsoft.com/office/drawing/2014/main" id="{56D6E40F-7CED-4986-BED8-C119E67CBCAD}"/>
              </a:ext>
            </a:extLst>
          </p:cNvPr>
          <p:cNvSpPr>
            <a:spLocks noGrp="1"/>
          </p:cNvSpPr>
          <p:nvPr>
            <p:ph type="body" sz="quarter" idx="11"/>
          </p:nvPr>
        </p:nvSpPr>
        <p:spPr/>
        <p:txBody>
          <a:bodyPr/>
          <a:lstStyle/>
          <a:p>
            <a:r>
              <a:rPr lang="en-US" altLang="zh-CN" dirty="0"/>
              <a:t>Byte stuffing</a:t>
            </a:r>
          </a:p>
        </p:txBody>
      </p:sp>
      <p:sp>
        <p:nvSpPr>
          <p:cNvPr id="14" name="文本占位符 13">
            <a:extLst>
              <a:ext uri="{FF2B5EF4-FFF2-40B4-BE49-F238E27FC236}">
                <a16:creationId xmlns:a16="http://schemas.microsoft.com/office/drawing/2014/main" id="{BFB87ABB-72DD-49AF-868C-AA4E70EA5712}"/>
              </a:ext>
            </a:extLst>
          </p:cNvPr>
          <p:cNvSpPr>
            <a:spLocks noGrp="1"/>
          </p:cNvSpPr>
          <p:nvPr>
            <p:ph type="body" sz="quarter" idx="12"/>
          </p:nvPr>
        </p:nvSpPr>
        <p:spPr/>
        <p:txBody>
          <a:bodyPr/>
          <a:lstStyle/>
          <a:p>
            <a:r>
              <a:rPr lang="en-US" altLang="zh-CN" dirty="0"/>
              <a:t>SOH	ESC SOH</a:t>
            </a:r>
          </a:p>
          <a:p>
            <a:r>
              <a:rPr lang="en-US" altLang="zh-CN" dirty="0"/>
              <a:t>EOH	ESC EOH</a:t>
            </a:r>
          </a:p>
          <a:p>
            <a:r>
              <a:rPr lang="en-US" altLang="zh-CN" dirty="0"/>
              <a:t>ESC	ESC </a:t>
            </a:r>
            <a:r>
              <a:rPr lang="en-US" altLang="zh-CN" dirty="0" err="1"/>
              <a:t>ESC</a:t>
            </a:r>
            <a:endParaRPr lang="en-US" altLang="zh-CN" dirty="0"/>
          </a:p>
        </p:txBody>
      </p:sp>
      <p:sp>
        <p:nvSpPr>
          <p:cNvPr id="31" name="TextBox 16">
            <a:extLst>
              <a:ext uri="{FF2B5EF4-FFF2-40B4-BE49-F238E27FC236}">
                <a16:creationId xmlns:a16="http://schemas.microsoft.com/office/drawing/2014/main" id="{EFA0C3DE-ECE7-4CD4-9AA2-0FF0CF645D6E}"/>
              </a:ext>
            </a:extLst>
          </p:cNvPr>
          <p:cNvSpPr txBox="1"/>
          <p:nvPr/>
        </p:nvSpPr>
        <p:spPr>
          <a:xfrm>
            <a:off x="542581" y="5971405"/>
            <a:ext cx="4498116" cy="338554"/>
          </a:xfrm>
          <a:prstGeom prst="rect">
            <a:avLst/>
          </a:prstGeom>
          <a:noFill/>
        </p:spPr>
        <p:txBody>
          <a:bodyPr wrap="square" lIns="91440" tIns="45720" rIns="91440" bIns="45720" rtlCol="0">
            <a:spAutoFit/>
          </a:bodyPr>
          <a:lstStyle/>
          <a:p>
            <a:pPr algn="just"/>
            <a:r>
              <a:rPr lang="zh-CN" altLang="en-US" sz="1600" dirty="0">
                <a:solidFill>
                  <a:schemeClr val="bg2">
                    <a:lumMod val="50000"/>
                  </a:schemeClr>
                </a:solidFill>
                <a:latin typeface="微软雅黑 Light" panose="020B0502040204020203" pitchFamily="34" charset="-122"/>
                <a:ea typeface="微软雅黑 Light" panose="020B0502040204020203" pitchFamily="34" charset="-122"/>
                <a:cs typeface="Calibri"/>
              </a:rPr>
              <a:t>不同协议对转义字符的定义是不同的</a:t>
            </a:r>
          </a:p>
        </p:txBody>
      </p:sp>
      <p:grpSp>
        <p:nvGrpSpPr>
          <p:cNvPr id="32" name="组合 31">
            <a:extLst>
              <a:ext uri="{FF2B5EF4-FFF2-40B4-BE49-F238E27FC236}">
                <a16:creationId xmlns:a16="http://schemas.microsoft.com/office/drawing/2014/main" id="{E45EC4E4-1834-4C9D-9586-1F10A2EBE44B}"/>
              </a:ext>
            </a:extLst>
          </p:cNvPr>
          <p:cNvGrpSpPr>
            <a:grpSpLocks noChangeAspect="1"/>
          </p:cNvGrpSpPr>
          <p:nvPr/>
        </p:nvGrpSpPr>
        <p:grpSpPr>
          <a:xfrm>
            <a:off x="238125" y="5229959"/>
            <a:ext cx="429262" cy="1080000"/>
            <a:chOff x="2502883" y="745871"/>
            <a:chExt cx="1886020" cy="4745130"/>
          </a:xfrm>
        </p:grpSpPr>
        <p:sp>
          <p:nvSpPr>
            <p:cNvPr id="33" name="任意多边形: 形状 32">
              <a:extLst>
                <a:ext uri="{FF2B5EF4-FFF2-40B4-BE49-F238E27FC236}">
                  <a16:creationId xmlns:a16="http://schemas.microsoft.com/office/drawing/2014/main" id="{FA8D53D8-1299-4213-8955-58DCB6A27268}"/>
                </a:ext>
              </a:extLst>
            </p:cNvPr>
            <p:cNvSpPr/>
            <p:nvPr/>
          </p:nvSpPr>
          <p:spPr>
            <a:xfrm>
              <a:off x="2502883" y="745871"/>
              <a:ext cx="1886020" cy="4734469"/>
            </a:xfrm>
            <a:custGeom>
              <a:avLst/>
              <a:gdLst>
                <a:gd name="connsiteX0" fmla="*/ 1884245 w 1886020"/>
                <a:gd name="connsiteY0" fmla="*/ 523393 h 4734469"/>
                <a:gd name="connsiteX1" fmla="*/ 1874265 w 1886020"/>
                <a:gd name="connsiteY1" fmla="*/ 495786 h 4734469"/>
                <a:gd name="connsiteX2" fmla="*/ 1867783 w 1886020"/>
                <a:gd name="connsiteY2" fmla="*/ 465103 h 4734469"/>
                <a:gd name="connsiteX3" fmla="*/ 1850007 w 1886020"/>
                <a:gd name="connsiteY3" fmla="*/ 460490 h 4734469"/>
                <a:gd name="connsiteX4" fmla="*/ 1844762 w 1886020"/>
                <a:gd name="connsiteY4" fmla="*/ 448260 h 4734469"/>
                <a:gd name="connsiteX5" fmla="*/ 1805863 w 1886020"/>
                <a:gd name="connsiteY5" fmla="*/ 417944 h 4734469"/>
                <a:gd name="connsiteX6" fmla="*/ 1870331 w 1886020"/>
                <a:gd name="connsiteY6" fmla="*/ 358921 h 4734469"/>
                <a:gd name="connsiteX7" fmla="*/ 1861299 w 1886020"/>
                <a:gd name="connsiteY7" fmla="*/ 324137 h 4734469"/>
                <a:gd name="connsiteX8" fmla="*/ 1851393 w 1886020"/>
                <a:gd name="connsiteY8" fmla="*/ 326774 h 4734469"/>
                <a:gd name="connsiteX9" fmla="*/ 1796830 w 1886020"/>
                <a:gd name="connsiteY9" fmla="*/ 349255 h 4734469"/>
                <a:gd name="connsiteX10" fmla="*/ 1765943 w 1886020"/>
                <a:gd name="connsiteY10" fmla="*/ 363534 h 4734469"/>
                <a:gd name="connsiteX11" fmla="*/ 1693315 w 1886020"/>
                <a:gd name="connsiteY11" fmla="*/ 436543 h 4734469"/>
                <a:gd name="connsiteX12" fmla="*/ 1648150 w 1886020"/>
                <a:gd name="connsiteY12" fmla="*/ 518706 h 4734469"/>
                <a:gd name="connsiteX13" fmla="*/ 1638535 w 1886020"/>
                <a:gd name="connsiteY13" fmla="*/ 574946 h 4734469"/>
                <a:gd name="connsiteX14" fmla="*/ 1638663 w 1886020"/>
                <a:gd name="connsiteY14" fmla="*/ 580662 h 4734469"/>
                <a:gd name="connsiteX15" fmla="*/ 1613134 w 1886020"/>
                <a:gd name="connsiteY15" fmla="*/ 587941 h 4734469"/>
                <a:gd name="connsiteX16" fmla="*/ 1591981 w 1886020"/>
                <a:gd name="connsiteY16" fmla="*/ 643937 h 4734469"/>
                <a:gd name="connsiteX17" fmla="*/ 1578159 w 1886020"/>
                <a:gd name="connsiteY17" fmla="*/ 669479 h 4734469"/>
                <a:gd name="connsiteX18" fmla="*/ 1563141 w 1886020"/>
                <a:gd name="connsiteY18" fmla="*/ 681284 h 4734469"/>
                <a:gd name="connsiteX19" fmla="*/ 1533375 w 1886020"/>
                <a:gd name="connsiteY19" fmla="*/ 756751 h 4734469"/>
                <a:gd name="connsiteX20" fmla="*/ 1485671 w 1886020"/>
                <a:gd name="connsiteY20" fmla="*/ 856861 h 4734469"/>
                <a:gd name="connsiteX21" fmla="*/ 1415921 w 1886020"/>
                <a:gd name="connsiteY21" fmla="*/ 918590 h 4734469"/>
                <a:gd name="connsiteX22" fmla="*/ 1406812 w 1886020"/>
                <a:gd name="connsiteY22" fmla="*/ 937801 h 4734469"/>
                <a:gd name="connsiteX23" fmla="*/ 1382456 w 1886020"/>
                <a:gd name="connsiteY23" fmla="*/ 945325 h 4734469"/>
                <a:gd name="connsiteX24" fmla="*/ 1315988 w 1886020"/>
                <a:gd name="connsiteY24" fmla="*/ 955470 h 4734469"/>
                <a:gd name="connsiteX25" fmla="*/ 1237040 w 1886020"/>
                <a:gd name="connsiteY25" fmla="*/ 944378 h 4734469"/>
                <a:gd name="connsiteX26" fmla="*/ 1220194 w 1886020"/>
                <a:gd name="connsiteY26" fmla="*/ 945880 h 4734469"/>
                <a:gd name="connsiteX27" fmla="*/ 1206377 w 1886020"/>
                <a:gd name="connsiteY27" fmla="*/ 941040 h 4734469"/>
                <a:gd name="connsiteX28" fmla="*/ 1175042 w 1886020"/>
                <a:gd name="connsiteY28" fmla="*/ 928647 h 4734469"/>
                <a:gd name="connsiteX29" fmla="*/ 1145313 w 1886020"/>
                <a:gd name="connsiteY29" fmla="*/ 940191 h 4734469"/>
                <a:gd name="connsiteX30" fmla="*/ 1126295 w 1886020"/>
                <a:gd name="connsiteY30" fmla="*/ 912187 h 4734469"/>
                <a:gd name="connsiteX31" fmla="*/ 1097455 w 1886020"/>
                <a:gd name="connsiteY31" fmla="*/ 898352 h 4734469"/>
                <a:gd name="connsiteX32" fmla="*/ 1087927 w 1886020"/>
                <a:gd name="connsiteY32" fmla="*/ 876721 h 4734469"/>
                <a:gd name="connsiteX33" fmla="*/ 1059155 w 1886020"/>
                <a:gd name="connsiteY33" fmla="*/ 877769 h 4734469"/>
                <a:gd name="connsiteX34" fmla="*/ 990638 w 1886020"/>
                <a:gd name="connsiteY34" fmla="*/ 848823 h 4734469"/>
                <a:gd name="connsiteX35" fmla="*/ 927078 w 1886020"/>
                <a:gd name="connsiteY35" fmla="*/ 829834 h 4734469"/>
                <a:gd name="connsiteX36" fmla="*/ 917154 w 1886020"/>
                <a:gd name="connsiteY36" fmla="*/ 810211 h 4734469"/>
                <a:gd name="connsiteX37" fmla="*/ 909914 w 1886020"/>
                <a:gd name="connsiteY37" fmla="*/ 795381 h 4734469"/>
                <a:gd name="connsiteX38" fmla="*/ 871407 w 1886020"/>
                <a:gd name="connsiteY38" fmla="*/ 783885 h 4734469"/>
                <a:gd name="connsiteX39" fmla="*/ 826658 w 1886020"/>
                <a:gd name="connsiteY39" fmla="*/ 791587 h 4734469"/>
                <a:gd name="connsiteX40" fmla="*/ 825164 w 1886020"/>
                <a:gd name="connsiteY40" fmla="*/ 785828 h 4734469"/>
                <a:gd name="connsiteX41" fmla="*/ 775558 w 1886020"/>
                <a:gd name="connsiteY41" fmla="*/ 724921 h 4734469"/>
                <a:gd name="connsiteX42" fmla="*/ 716782 w 1886020"/>
                <a:gd name="connsiteY42" fmla="*/ 701026 h 4734469"/>
                <a:gd name="connsiteX43" fmla="*/ 716446 w 1886020"/>
                <a:gd name="connsiteY43" fmla="*/ 695553 h 4734469"/>
                <a:gd name="connsiteX44" fmla="*/ 728319 w 1886020"/>
                <a:gd name="connsiteY44" fmla="*/ 619469 h 4734469"/>
                <a:gd name="connsiteX45" fmla="*/ 731107 w 1886020"/>
                <a:gd name="connsiteY45" fmla="*/ 611455 h 4734469"/>
                <a:gd name="connsiteX46" fmla="*/ 925349 w 1886020"/>
                <a:gd name="connsiteY46" fmla="*/ 278594 h 4734469"/>
                <a:gd name="connsiteX47" fmla="*/ 853616 w 1886020"/>
                <a:gd name="connsiteY47" fmla="*/ 154334 h 4734469"/>
                <a:gd name="connsiteX48" fmla="*/ 851478 w 1886020"/>
                <a:gd name="connsiteY48" fmla="*/ 137960 h 4734469"/>
                <a:gd name="connsiteX49" fmla="*/ 835001 w 1886020"/>
                <a:gd name="connsiteY49" fmla="*/ 106065 h 4734469"/>
                <a:gd name="connsiteX50" fmla="*/ 778219 w 1886020"/>
                <a:gd name="connsiteY50" fmla="*/ 54216 h 4734469"/>
                <a:gd name="connsiteX51" fmla="*/ 755492 w 1886020"/>
                <a:gd name="connsiteY51" fmla="*/ 43891 h 4734469"/>
                <a:gd name="connsiteX52" fmla="*/ 632527 w 1886020"/>
                <a:gd name="connsiteY52" fmla="*/ -120 h 4734469"/>
                <a:gd name="connsiteX53" fmla="*/ 511529 w 1886020"/>
                <a:gd name="connsiteY53" fmla="*/ 21702 h 4734469"/>
                <a:gd name="connsiteX54" fmla="*/ 508469 w 1886020"/>
                <a:gd name="connsiteY54" fmla="*/ 21555 h 4734469"/>
                <a:gd name="connsiteX55" fmla="*/ 505410 w 1886020"/>
                <a:gd name="connsiteY55" fmla="*/ 21409 h 4734469"/>
                <a:gd name="connsiteX56" fmla="*/ 501768 w 1886020"/>
                <a:gd name="connsiteY56" fmla="*/ 21043 h 4734469"/>
                <a:gd name="connsiteX57" fmla="*/ 469278 w 1886020"/>
                <a:gd name="connsiteY57" fmla="*/ 25730 h 4734469"/>
                <a:gd name="connsiteX58" fmla="*/ 463524 w 1886020"/>
                <a:gd name="connsiteY58" fmla="*/ 36933 h 4734469"/>
                <a:gd name="connsiteX59" fmla="*/ 461484 w 1886020"/>
                <a:gd name="connsiteY59" fmla="*/ 40668 h 4734469"/>
                <a:gd name="connsiteX60" fmla="*/ 461484 w 1886020"/>
                <a:gd name="connsiteY60" fmla="*/ 40668 h 4734469"/>
                <a:gd name="connsiteX61" fmla="*/ 456312 w 1886020"/>
                <a:gd name="connsiteY61" fmla="*/ 47698 h 4734469"/>
                <a:gd name="connsiteX62" fmla="*/ 456312 w 1886020"/>
                <a:gd name="connsiteY62" fmla="*/ 47698 h 4734469"/>
                <a:gd name="connsiteX63" fmla="*/ 403061 w 1886020"/>
                <a:gd name="connsiteY63" fmla="*/ 77869 h 4734469"/>
                <a:gd name="connsiteX64" fmla="*/ 324532 w 1886020"/>
                <a:gd name="connsiteY64" fmla="*/ 186540 h 4734469"/>
                <a:gd name="connsiteX65" fmla="*/ 325625 w 1886020"/>
                <a:gd name="connsiteY65" fmla="*/ 324210 h 4734469"/>
                <a:gd name="connsiteX66" fmla="*/ 354726 w 1886020"/>
                <a:gd name="connsiteY66" fmla="*/ 387041 h 4734469"/>
                <a:gd name="connsiteX67" fmla="*/ 354729 w 1886020"/>
                <a:gd name="connsiteY67" fmla="*/ 387125 h 4734469"/>
                <a:gd name="connsiteX68" fmla="*/ 354368 w 1886020"/>
                <a:gd name="connsiteY68" fmla="*/ 386850 h 4734469"/>
                <a:gd name="connsiteX69" fmla="*/ 242435 w 1886020"/>
                <a:gd name="connsiteY69" fmla="*/ 498129 h 4734469"/>
                <a:gd name="connsiteX70" fmla="*/ 361648 w 1886020"/>
                <a:gd name="connsiteY70" fmla="*/ 435424 h 4734469"/>
                <a:gd name="connsiteX71" fmla="*/ 363141 w 1886020"/>
                <a:gd name="connsiteY71" fmla="*/ 441669 h 4734469"/>
                <a:gd name="connsiteX72" fmla="*/ 385505 w 1886020"/>
                <a:gd name="connsiteY72" fmla="*/ 505671 h 4734469"/>
                <a:gd name="connsiteX73" fmla="*/ 435987 w 1886020"/>
                <a:gd name="connsiteY73" fmla="*/ 563961 h 4734469"/>
                <a:gd name="connsiteX74" fmla="*/ 453319 w 1886020"/>
                <a:gd name="connsiteY74" fmla="*/ 565943 h 4734469"/>
                <a:gd name="connsiteX75" fmla="*/ 457839 w 1886020"/>
                <a:gd name="connsiteY75" fmla="*/ 565708 h 4734469"/>
                <a:gd name="connsiteX76" fmla="*/ 446055 w 1886020"/>
                <a:gd name="connsiteY76" fmla="*/ 677019 h 4734469"/>
                <a:gd name="connsiteX77" fmla="*/ 404147 w 1886020"/>
                <a:gd name="connsiteY77" fmla="*/ 688604 h 4734469"/>
                <a:gd name="connsiteX78" fmla="*/ 387200 w 1886020"/>
                <a:gd name="connsiteY78" fmla="*/ 697652 h 4734469"/>
                <a:gd name="connsiteX79" fmla="*/ 369682 w 1886020"/>
                <a:gd name="connsiteY79" fmla="*/ 689015 h 4734469"/>
                <a:gd name="connsiteX80" fmla="*/ 245299 w 1886020"/>
                <a:gd name="connsiteY80" fmla="*/ 695605 h 4734469"/>
                <a:gd name="connsiteX81" fmla="*/ 143191 w 1886020"/>
                <a:gd name="connsiteY81" fmla="*/ 869154 h 4734469"/>
                <a:gd name="connsiteX82" fmla="*/ 97334 w 1886020"/>
                <a:gd name="connsiteY82" fmla="*/ 900423 h 4734469"/>
                <a:gd name="connsiteX83" fmla="*/ 89426 w 1886020"/>
                <a:gd name="connsiteY83" fmla="*/ 915458 h 4734469"/>
                <a:gd name="connsiteX84" fmla="*/ 75452 w 1886020"/>
                <a:gd name="connsiteY84" fmla="*/ 925468 h 4734469"/>
                <a:gd name="connsiteX85" fmla="*/ 27541 w 1886020"/>
                <a:gd name="connsiteY85" fmla="*/ 953154 h 4734469"/>
                <a:gd name="connsiteX86" fmla="*/ -34 w 1886020"/>
                <a:gd name="connsiteY86" fmla="*/ 999620 h 4734469"/>
                <a:gd name="connsiteX87" fmla="*/ 8434 w 1886020"/>
                <a:gd name="connsiteY87" fmla="*/ 1038698 h 4734469"/>
                <a:gd name="connsiteX88" fmla="*/ 40317 w 1886020"/>
                <a:gd name="connsiteY88" fmla="*/ 1099798 h 4734469"/>
                <a:gd name="connsiteX89" fmla="*/ 27433 w 1886020"/>
                <a:gd name="connsiteY89" fmla="*/ 1130006 h 4734469"/>
                <a:gd name="connsiteX90" fmla="*/ 38612 w 1886020"/>
                <a:gd name="connsiteY90" fmla="*/ 1216252 h 4734469"/>
                <a:gd name="connsiteX91" fmla="*/ 27292 w 1886020"/>
                <a:gd name="connsiteY91" fmla="*/ 1291511 h 4734469"/>
                <a:gd name="connsiteX92" fmla="*/ 78979 w 1886020"/>
                <a:gd name="connsiteY92" fmla="*/ 1580927 h 4734469"/>
                <a:gd name="connsiteX93" fmla="*/ 91251 w 1886020"/>
                <a:gd name="connsiteY93" fmla="*/ 1628525 h 4734469"/>
                <a:gd name="connsiteX94" fmla="*/ 70077 w 1886020"/>
                <a:gd name="connsiteY94" fmla="*/ 1716517 h 4734469"/>
                <a:gd name="connsiteX95" fmla="*/ 107198 w 1886020"/>
                <a:gd name="connsiteY95" fmla="*/ 1902274 h 4734469"/>
                <a:gd name="connsiteX96" fmla="*/ 105750 w 1886020"/>
                <a:gd name="connsiteY96" fmla="*/ 1989837 h 4734469"/>
                <a:gd name="connsiteX97" fmla="*/ 130737 w 1886020"/>
                <a:gd name="connsiteY97" fmla="*/ 2042751 h 4734469"/>
                <a:gd name="connsiteX98" fmla="*/ 163624 w 1886020"/>
                <a:gd name="connsiteY98" fmla="*/ 2141265 h 4734469"/>
                <a:gd name="connsiteX99" fmla="*/ 236572 w 1886020"/>
                <a:gd name="connsiteY99" fmla="*/ 2228163 h 4734469"/>
                <a:gd name="connsiteX100" fmla="*/ 236300 w 1886020"/>
                <a:gd name="connsiteY100" fmla="*/ 2412053 h 4734469"/>
                <a:gd name="connsiteX101" fmla="*/ 265444 w 1886020"/>
                <a:gd name="connsiteY101" fmla="*/ 2401299 h 4734469"/>
                <a:gd name="connsiteX102" fmla="*/ 330016 w 1886020"/>
                <a:gd name="connsiteY102" fmla="*/ 2655748 h 4734469"/>
                <a:gd name="connsiteX103" fmla="*/ 376474 w 1886020"/>
                <a:gd name="connsiteY103" fmla="*/ 2730632 h 4734469"/>
                <a:gd name="connsiteX104" fmla="*/ 394604 w 1886020"/>
                <a:gd name="connsiteY104" fmla="*/ 2789975 h 4734469"/>
                <a:gd name="connsiteX105" fmla="*/ 446089 w 1886020"/>
                <a:gd name="connsiteY105" fmla="*/ 3004200 h 4734469"/>
                <a:gd name="connsiteX106" fmla="*/ 469814 w 1886020"/>
                <a:gd name="connsiteY106" fmla="*/ 3180333 h 4734469"/>
                <a:gd name="connsiteX107" fmla="*/ 481889 w 1886020"/>
                <a:gd name="connsiteY107" fmla="*/ 3300881 h 4734469"/>
                <a:gd name="connsiteX108" fmla="*/ 497206 w 1886020"/>
                <a:gd name="connsiteY108" fmla="*/ 3322008 h 4734469"/>
                <a:gd name="connsiteX109" fmla="*/ 497458 w 1886020"/>
                <a:gd name="connsiteY109" fmla="*/ 3349846 h 4734469"/>
                <a:gd name="connsiteX110" fmla="*/ 472035 w 1886020"/>
                <a:gd name="connsiteY110" fmla="*/ 3558699 h 4734469"/>
                <a:gd name="connsiteX111" fmla="*/ 455363 w 1886020"/>
                <a:gd name="connsiteY111" fmla="*/ 3581867 h 4734469"/>
                <a:gd name="connsiteX112" fmla="*/ 376617 w 1886020"/>
                <a:gd name="connsiteY112" fmla="*/ 3789983 h 4734469"/>
                <a:gd name="connsiteX113" fmla="*/ 323803 w 1886020"/>
                <a:gd name="connsiteY113" fmla="*/ 4224670 h 4734469"/>
                <a:gd name="connsiteX114" fmla="*/ 269897 w 1886020"/>
                <a:gd name="connsiteY114" fmla="*/ 4290356 h 4734469"/>
                <a:gd name="connsiteX115" fmla="*/ 242653 w 1886020"/>
                <a:gd name="connsiteY115" fmla="*/ 4425902 h 4734469"/>
                <a:gd name="connsiteX116" fmla="*/ 245130 w 1886020"/>
                <a:gd name="connsiteY116" fmla="*/ 4448237 h 4734469"/>
                <a:gd name="connsiteX117" fmla="*/ 268367 w 1886020"/>
                <a:gd name="connsiteY117" fmla="*/ 4467643 h 4734469"/>
                <a:gd name="connsiteX118" fmla="*/ 281062 w 1886020"/>
                <a:gd name="connsiteY118" fmla="*/ 4473643 h 4734469"/>
                <a:gd name="connsiteX119" fmla="*/ 273678 w 1886020"/>
                <a:gd name="connsiteY119" fmla="*/ 4504884 h 4734469"/>
                <a:gd name="connsiteX120" fmla="*/ 223785 w 1886020"/>
                <a:gd name="connsiteY120" fmla="*/ 4478920 h 4734469"/>
                <a:gd name="connsiteX121" fmla="*/ 197562 w 1886020"/>
                <a:gd name="connsiteY121" fmla="*/ 4694067 h 4734469"/>
                <a:gd name="connsiteX122" fmla="*/ 200110 w 1886020"/>
                <a:gd name="connsiteY122" fmla="*/ 4707613 h 4734469"/>
                <a:gd name="connsiteX123" fmla="*/ 217011 w 1886020"/>
                <a:gd name="connsiteY123" fmla="*/ 4715815 h 4734469"/>
                <a:gd name="connsiteX124" fmla="*/ 430232 w 1886020"/>
                <a:gd name="connsiteY124" fmla="*/ 4734343 h 4734469"/>
                <a:gd name="connsiteX125" fmla="*/ 603607 w 1886020"/>
                <a:gd name="connsiteY125" fmla="*/ 4725262 h 4734469"/>
                <a:gd name="connsiteX126" fmla="*/ 662684 w 1886020"/>
                <a:gd name="connsiteY126" fmla="*/ 4720722 h 4734469"/>
                <a:gd name="connsiteX127" fmla="*/ 843635 w 1886020"/>
                <a:gd name="connsiteY127" fmla="*/ 4698241 h 4734469"/>
                <a:gd name="connsiteX128" fmla="*/ 916335 w 1886020"/>
                <a:gd name="connsiteY128" fmla="*/ 4666093 h 4734469"/>
                <a:gd name="connsiteX129" fmla="*/ 932144 w 1886020"/>
                <a:gd name="connsiteY129" fmla="*/ 4593231 h 4734469"/>
                <a:gd name="connsiteX130" fmla="*/ 932070 w 1886020"/>
                <a:gd name="connsiteY130" fmla="*/ 4593011 h 4734469"/>
                <a:gd name="connsiteX131" fmla="*/ 844873 w 1886020"/>
                <a:gd name="connsiteY131" fmla="*/ 4558374 h 4734469"/>
                <a:gd name="connsiteX132" fmla="*/ 753524 w 1886020"/>
                <a:gd name="connsiteY132" fmla="*/ 4529302 h 4734469"/>
                <a:gd name="connsiteX133" fmla="*/ 734593 w 1886020"/>
                <a:gd name="connsiteY133" fmla="*/ 4518606 h 4734469"/>
                <a:gd name="connsiteX134" fmla="*/ 739537 w 1886020"/>
                <a:gd name="connsiteY134" fmla="*/ 4517219 h 4734469"/>
                <a:gd name="connsiteX135" fmla="*/ 815225 w 1886020"/>
                <a:gd name="connsiteY135" fmla="*/ 4473721 h 4734469"/>
                <a:gd name="connsiteX136" fmla="*/ 913204 w 1886020"/>
                <a:gd name="connsiteY136" fmla="*/ 4451240 h 4734469"/>
                <a:gd name="connsiteX137" fmla="*/ 1008777 w 1886020"/>
                <a:gd name="connsiteY137" fmla="*/ 4421948 h 4734469"/>
                <a:gd name="connsiteX138" fmla="*/ 1047167 w 1886020"/>
                <a:gd name="connsiteY138" fmla="*/ 4341177 h 4734469"/>
                <a:gd name="connsiteX139" fmla="*/ 1045565 w 1886020"/>
                <a:gd name="connsiteY139" fmla="*/ 4334806 h 4734469"/>
                <a:gd name="connsiteX140" fmla="*/ 966018 w 1886020"/>
                <a:gd name="connsiteY140" fmla="*/ 4275418 h 4734469"/>
                <a:gd name="connsiteX141" fmla="*/ 869350 w 1886020"/>
                <a:gd name="connsiteY141" fmla="*/ 4240780 h 4734469"/>
                <a:gd name="connsiteX142" fmla="*/ 865416 w 1886020"/>
                <a:gd name="connsiteY142" fmla="*/ 4237558 h 4734469"/>
                <a:gd name="connsiteX143" fmla="*/ 858312 w 1886020"/>
                <a:gd name="connsiteY143" fmla="*/ 4231890 h 4734469"/>
                <a:gd name="connsiteX144" fmla="*/ 866202 w 1886020"/>
                <a:gd name="connsiteY144" fmla="*/ 4198483 h 4734469"/>
                <a:gd name="connsiteX145" fmla="*/ 846828 w 1886020"/>
                <a:gd name="connsiteY145" fmla="*/ 4146993 h 4734469"/>
                <a:gd name="connsiteX146" fmla="*/ 827606 w 1886020"/>
                <a:gd name="connsiteY146" fmla="*/ 4040589 h 4734469"/>
                <a:gd name="connsiteX147" fmla="*/ 769290 w 1886020"/>
                <a:gd name="connsiteY147" fmla="*/ 3774485 h 4734469"/>
                <a:gd name="connsiteX148" fmla="*/ 762475 w 1886020"/>
                <a:gd name="connsiteY148" fmla="*/ 3744253 h 4734469"/>
                <a:gd name="connsiteX149" fmla="*/ 836934 w 1886020"/>
                <a:gd name="connsiteY149" fmla="*/ 3624999 h 4734469"/>
                <a:gd name="connsiteX150" fmla="*/ 908250 w 1886020"/>
                <a:gd name="connsiteY150" fmla="*/ 3483961 h 4734469"/>
                <a:gd name="connsiteX151" fmla="*/ 919032 w 1886020"/>
                <a:gd name="connsiteY151" fmla="*/ 3436142 h 4734469"/>
                <a:gd name="connsiteX152" fmla="*/ 1024295 w 1886020"/>
                <a:gd name="connsiteY152" fmla="*/ 2880409 h 4734469"/>
                <a:gd name="connsiteX153" fmla="*/ 1033661 w 1886020"/>
                <a:gd name="connsiteY153" fmla="*/ 2800068 h 4734469"/>
                <a:gd name="connsiteX154" fmla="*/ 1047473 w 1886020"/>
                <a:gd name="connsiteY154" fmla="*/ 2724013 h 4734469"/>
                <a:gd name="connsiteX155" fmla="*/ 1058970 w 1886020"/>
                <a:gd name="connsiteY155" fmla="*/ 2622350 h 4734469"/>
                <a:gd name="connsiteX156" fmla="*/ 1047617 w 1886020"/>
                <a:gd name="connsiteY156" fmla="*/ 2488368 h 4734469"/>
                <a:gd name="connsiteX157" fmla="*/ 1042031 w 1886020"/>
                <a:gd name="connsiteY157" fmla="*/ 2396930 h 4734469"/>
                <a:gd name="connsiteX158" fmla="*/ 1038963 w 1886020"/>
                <a:gd name="connsiteY158" fmla="*/ 2381416 h 4734469"/>
                <a:gd name="connsiteX159" fmla="*/ 1037129 w 1886020"/>
                <a:gd name="connsiteY159" fmla="*/ 2373822 h 4734469"/>
                <a:gd name="connsiteX160" fmla="*/ 1019095 w 1886020"/>
                <a:gd name="connsiteY160" fmla="*/ 2324047 h 4734469"/>
                <a:gd name="connsiteX161" fmla="*/ 1005573 w 1886020"/>
                <a:gd name="connsiteY161" fmla="*/ 2296263 h 4734469"/>
                <a:gd name="connsiteX162" fmla="*/ 995240 w 1886020"/>
                <a:gd name="connsiteY162" fmla="*/ 2281142 h 4734469"/>
                <a:gd name="connsiteX163" fmla="*/ 1058914 w 1886020"/>
                <a:gd name="connsiteY163" fmla="*/ 2287002 h 4734469"/>
                <a:gd name="connsiteX164" fmla="*/ 1073548 w 1886020"/>
                <a:gd name="connsiteY164" fmla="*/ 2283943 h 4734469"/>
                <a:gd name="connsiteX165" fmla="*/ 1075497 w 1886020"/>
                <a:gd name="connsiteY165" fmla="*/ 2276255 h 4734469"/>
                <a:gd name="connsiteX166" fmla="*/ 1058910 w 1886020"/>
                <a:gd name="connsiteY166" fmla="*/ 2207029 h 4734469"/>
                <a:gd name="connsiteX167" fmla="*/ 1039680 w 1886020"/>
                <a:gd name="connsiteY167" fmla="*/ 2161643 h 4734469"/>
                <a:gd name="connsiteX168" fmla="*/ 1045298 w 1886020"/>
                <a:gd name="connsiteY168" fmla="*/ 2139108 h 4734469"/>
                <a:gd name="connsiteX169" fmla="*/ 1073729 w 1886020"/>
                <a:gd name="connsiteY169" fmla="*/ 2062887 h 4734469"/>
                <a:gd name="connsiteX170" fmla="*/ 1098774 w 1886020"/>
                <a:gd name="connsiteY170" fmla="*/ 1856238 h 4734469"/>
                <a:gd name="connsiteX171" fmla="*/ 1117459 w 1886020"/>
                <a:gd name="connsiteY171" fmla="*/ 1696376 h 4734469"/>
                <a:gd name="connsiteX172" fmla="*/ 1090811 w 1886020"/>
                <a:gd name="connsiteY172" fmla="*/ 1564235 h 4734469"/>
                <a:gd name="connsiteX173" fmla="*/ 1070016 w 1886020"/>
                <a:gd name="connsiteY173" fmla="*/ 1535166 h 4734469"/>
                <a:gd name="connsiteX174" fmla="*/ 1065064 w 1886020"/>
                <a:gd name="connsiteY174" fmla="*/ 1500401 h 4734469"/>
                <a:gd name="connsiteX175" fmla="*/ 1069409 w 1886020"/>
                <a:gd name="connsiteY175" fmla="*/ 1285230 h 4734469"/>
                <a:gd name="connsiteX176" fmla="*/ 1428401 w 1886020"/>
                <a:gd name="connsiteY176" fmla="*/ 1244648 h 4734469"/>
                <a:gd name="connsiteX177" fmla="*/ 1469267 w 1886020"/>
                <a:gd name="connsiteY177" fmla="*/ 1233637 h 4734469"/>
                <a:gd name="connsiteX178" fmla="*/ 1510569 w 1886020"/>
                <a:gd name="connsiteY178" fmla="*/ 1207741 h 4734469"/>
                <a:gd name="connsiteX179" fmla="*/ 1622232 w 1886020"/>
                <a:gd name="connsiteY179" fmla="*/ 1109831 h 4734469"/>
                <a:gd name="connsiteX180" fmla="*/ 1688425 w 1886020"/>
                <a:gd name="connsiteY180" fmla="*/ 946642 h 4734469"/>
                <a:gd name="connsiteX181" fmla="*/ 1747562 w 1886020"/>
                <a:gd name="connsiteY181" fmla="*/ 844368 h 4734469"/>
                <a:gd name="connsiteX182" fmla="*/ 1761043 w 1886020"/>
                <a:gd name="connsiteY182" fmla="*/ 794696 h 4734469"/>
                <a:gd name="connsiteX183" fmla="*/ 1753437 w 1886020"/>
                <a:gd name="connsiteY183" fmla="*/ 741358 h 4734469"/>
                <a:gd name="connsiteX184" fmla="*/ 1796361 w 1886020"/>
                <a:gd name="connsiteY184" fmla="*/ 663739 h 4734469"/>
                <a:gd name="connsiteX185" fmla="*/ 1806570 w 1886020"/>
                <a:gd name="connsiteY185" fmla="*/ 650101 h 4734469"/>
                <a:gd name="connsiteX186" fmla="*/ 1804140 w 1886020"/>
                <a:gd name="connsiteY186" fmla="*/ 636808 h 4734469"/>
                <a:gd name="connsiteX187" fmla="*/ 1803307 w 1886020"/>
                <a:gd name="connsiteY187" fmla="*/ 635266 h 4734469"/>
                <a:gd name="connsiteX188" fmla="*/ 1811545 w 1886020"/>
                <a:gd name="connsiteY188" fmla="*/ 629796 h 4734469"/>
                <a:gd name="connsiteX189" fmla="*/ 1839081 w 1886020"/>
                <a:gd name="connsiteY189" fmla="*/ 608266 h 4734469"/>
                <a:gd name="connsiteX190" fmla="*/ 1874848 w 1886020"/>
                <a:gd name="connsiteY190" fmla="*/ 572018 h 4734469"/>
                <a:gd name="connsiteX191" fmla="*/ 1884245 w 1886020"/>
                <a:gd name="connsiteY191" fmla="*/ 523393 h 4734469"/>
                <a:gd name="connsiteX192" fmla="*/ 570346 w 1886020"/>
                <a:gd name="connsiteY192" fmla="*/ 4449227 h 4734469"/>
                <a:gd name="connsiteX193" fmla="*/ 563104 w 1886020"/>
                <a:gd name="connsiteY193" fmla="*/ 4449848 h 4734469"/>
                <a:gd name="connsiteX194" fmla="*/ 537097 w 1886020"/>
                <a:gd name="connsiteY194" fmla="*/ 4457317 h 4734469"/>
                <a:gd name="connsiteX195" fmla="*/ 535135 w 1886020"/>
                <a:gd name="connsiteY195" fmla="*/ 4458333 h 4734469"/>
                <a:gd name="connsiteX196" fmla="*/ 566672 w 1886020"/>
                <a:gd name="connsiteY196" fmla="*/ 4383942 h 4734469"/>
                <a:gd name="connsiteX197" fmla="*/ 570026 w 1886020"/>
                <a:gd name="connsiteY197" fmla="*/ 4374975 h 4734469"/>
                <a:gd name="connsiteX198" fmla="*/ 568786 w 1886020"/>
                <a:gd name="connsiteY198" fmla="*/ 4391777 h 4734469"/>
                <a:gd name="connsiteX199" fmla="*/ 570346 w 1886020"/>
                <a:gd name="connsiteY199" fmla="*/ 4449227 h 473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1886020" h="4734469">
                  <a:moveTo>
                    <a:pt x="1884245" y="523393"/>
                  </a:moveTo>
                  <a:cubicBezTo>
                    <a:pt x="1879987" y="514554"/>
                    <a:pt x="1876643" y="505304"/>
                    <a:pt x="1874265" y="495786"/>
                  </a:cubicBezTo>
                  <a:cubicBezTo>
                    <a:pt x="1873246" y="484801"/>
                    <a:pt x="1877470" y="470302"/>
                    <a:pt x="1867783" y="465103"/>
                  </a:cubicBezTo>
                  <a:cubicBezTo>
                    <a:pt x="1862319" y="462173"/>
                    <a:pt x="1854816" y="464370"/>
                    <a:pt x="1850007" y="460490"/>
                  </a:cubicBezTo>
                  <a:cubicBezTo>
                    <a:pt x="1847008" y="457071"/>
                    <a:pt x="1845172" y="452789"/>
                    <a:pt x="1844762" y="448260"/>
                  </a:cubicBezTo>
                  <a:cubicBezTo>
                    <a:pt x="1839748" y="430784"/>
                    <a:pt x="1824034" y="418538"/>
                    <a:pt x="1805863" y="417944"/>
                  </a:cubicBezTo>
                  <a:cubicBezTo>
                    <a:pt x="1816353" y="390189"/>
                    <a:pt x="1853722" y="383379"/>
                    <a:pt x="1870331" y="358921"/>
                  </a:cubicBezTo>
                  <a:cubicBezTo>
                    <a:pt x="1878637" y="346765"/>
                    <a:pt x="1875941" y="324284"/>
                    <a:pt x="1861299" y="324137"/>
                  </a:cubicBezTo>
                  <a:cubicBezTo>
                    <a:pt x="1857855" y="324356"/>
                    <a:pt x="1854489" y="325252"/>
                    <a:pt x="1851393" y="326774"/>
                  </a:cubicBezTo>
                  <a:cubicBezTo>
                    <a:pt x="1833181" y="334243"/>
                    <a:pt x="1815041" y="341785"/>
                    <a:pt x="1796830" y="349255"/>
                  </a:cubicBezTo>
                  <a:cubicBezTo>
                    <a:pt x="1786256" y="353386"/>
                    <a:pt x="1775941" y="358155"/>
                    <a:pt x="1765943" y="363534"/>
                  </a:cubicBezTo>
                  <a:cubicBezTo>
                    <a:pt x="1735930" y="380596"/>
                    <a:pt x="1713493" y="408351"/>
                    <a:pt x="1693315" y="436543"/>
                  </a:cubicBezTo>
                  <a:cubicBezTo>
                    <a:pt x="1674232" y="461516"/>
                    <a:pt x="1659007" y="489212"/>
                    <a:pt x="1648150" y="518706"/>
                  </a:cubicBezTo>
                  <a:cubicBezTo>
                    <a:pt x="1642068" y="536846"/>
                    <a:pt x="1638825" y="555816"/>
                    <a:pt x="1638535" y="574946"/>
                  </a:cubicBezTo>
                  <a:cubicBezTo>
                    <a:pt x="1638535" y="576864"/>
                    <a:pt x="1638578" y="578769"/>
                    <a:pt x="1638663" y="580662"/>
                  </a:cubicBezTo>
                  <a:cubicBezTo>
                    <a:pt x="1629777" y="582164"/>
                    <a:pt x="1622481" y="586062"/>
                    <a:pt x="1613134" y="587941"/>
                  </a:cubicBezTo>
                  <a:cubicBezTo>
                    <a:pt x="1606083" y="606606"/>
                    <a:pt x="1599032" y="625271"/>
                    <a:pt x="1591981" y="643937"/>
                  </a:cubicBezTo>
                  <a:cubicBezTo>
                    <a:pt x="1589143" y="653296"/>
                    <a:pt x="1584441" y="661984"/>
                    <a:pt x="1578159" y="669479"/>
                  </a:cubicBezTo>
                  <a:cubicBezTo>
                    <a:pt x="1573450" y="673778"/>
                    <a:pt x="1568430" y="677724"/>
                    <a:pt x="1563141" y="681284"/>
                  </a:cubicBezTo>
                  <a:cubicBezTo>
                    <a:pt x="1541319" y="699947"/>
                    <a:pt x="1530169" y="728216"/>
                    <a:pt x="1533375" y="756751"/>
                  </a:cubicBezTo>
                  <a:cubicBezTo>
                    <a:pt x="1493619" y="772381"/>
                    <a:pt x="1472768" y="816138"/>
                    <a:pt x="1485671" y="856861"/>
                  </a:cubicBezTo>
                  <a:cubicBezTo>
                    <a:pt x="1453258" y="863888"/>
                    <a:pt x="1426836" y="887272"/>
                    <a:pt x="1415921" y="918590"/>
                  </a:cubicBezTo>
                  <a:cubicBezTo>
                    <a:pt x="1414418" y="925614"/>
                    <a:pt x="1411299" y="932192"/>
                    <a:pt x="1406812" y="937801"/>
                  </a:cubicBezTo>
                  <a:cubicBezTo>
                    <a:pt x="1399842" y="943118"/>
                    <a:pt x="1391210" y="945785"/>
                    <a:pt x="1382456" y="945325"/>
                  </a:cubicBezTo>
                  <a:cubicBezTo>
                    <a:pt x="1358552" y="946811"/>
                    <a:pt x="1337650" y="965736"/>
                    <a:pt x="1315988" y="955470"/>
                  </a:cubicBezTo>
                  <a:cubicBezTo>
                    <a:pt x="1291397" y="943879"/>
                    <a:pt x="1263872" y="940012"/>
                    <a:pt x="1237040" y="944378"/>
                  </a:cubicBezTo>
                  <a:cubicBezTo>
                    <a:pt x="1231525" y="945684"/>
                    <a:pt x="1225852" y="946189"/>
                    <a:pt x="1220194" y="945880"/>
                  </a:cubicBezTo>
                  <a:cubicBezTo>
                    <a:pt x="1215352" y="945044"/>
                    <a:pt x="1210682" y="943408"/>
                    <a:pt x="1206377" y="941040"/>
                  </a:cubicBezTo>
                  <a:cubicBezTo>
                    <a:pt x="1196629" y="935328"/>
                    <a:pt x="1186061" y="931148"/>
                    <a:pt x="1175042" y="928647"/>
                  </a:cubicBezTo>
                  <a:cubicBezTo>
                    <a:pt x="1163722" y="926283"/>
                    <a:pt x="1152072" y="930807"/>
                    <a:pt x="1145313" y="940191"/>
                  </a:cubicBezTo>
                  <a:cubicBezTo>
                    <a:pt x="1137727" y="931829"/>
                    <a:pt x="1133206" y="921120"/>
                    <a:pt x="1126295" y="912187"/>
                  </a:cubicBezTo>
                  <a:cubicBezTo>
                    <a:pt x="1120075" y="902489"/>
                    <a:pt x="1108911" y="897134"/>
                    <a:pt x="1097455" y="898352"/>
                  </a:cubicBezTo>
                  <a:cubicBezTo>
                    <a:pt x="1104657" y="891903"/>
                    <a:pt x="1097285" y="879067"/>
                    <a:pt x="1087927" y="876721"/>
                  </a:cubicBezTo>
                  <a:cubicBezTo>
                    <a:pt x="1078328" y="875928"/>
                    <a:pt x="1068670" y="876280"/>
                    <a:pt x="1059155" y="877769"/>
                  </a:cubicBezTo>
                  <a:cubicBezTo>
                    <a:pt x="1034136" y="877636"/>
                    <a:pt x="1014940" y="854801"/>
                    <a:pt x="990638" y="848823"/>
                  </a:cubicBezTo>
                  <a:cubicBezTo>
                    <a:pt x="968301" y="843330"/>
                    <a:pt x="938529" y="849881"/>
                    <a:pt x="927078" y="829834"/>
                  </a:cubicBezTo>
                  <a:cubicBezTo>
                    <a:pt x="923420" y="823430"/>
                    <a:pt x="922372" y="815007"/>
                    <a:pt x="917154" y="810211"/>
                  </a:cubicBezTo>
                  <a:cubicBezTo>
                    <a:pt x="915923" y="804773"/>
                    <a:pt x="913444" y="799696"/>
                    <a:pt x="909914" y="795381"/>
                  </a:cubicBezTo>
                  <a:cubicBezTo>
                    <a:pt x="900747" y="784944"/>
                    <a:pt x="885250" y="783451"/>
                    <a:pt x="871407" y="783885"/>
                  </a:cubicBezTo>
                  <a:cubicBezTo>
                    <a:pt x="856196" y="784264"/>
                    <a:pt x="841121" y="786859"/>
                    <a:pt x="826658" y="791587"/>
                  </a:cubicBezTo>
                  <a:cubicBezTo>
                    <a:pt x="826254" y="789776"/>
                    <a:pt x="825774" y="787879"/>
                    <a:pt x="825164" y="785828"/>
                  </a:cubicBezTo>
                  <a:cubicBezTo>
                    <a:pt x="816394" y="760275"/>
                    <a:pt x="798807" y="738682"/>
                    <a:pt x="775558" y="724921"/>
                  </a:cubicBezTo>
                  <a:cubicBezTo>
                    <a:pt x="757304" y="713996"/>
                    <a:pt x="737481" y="705937"/>
                    <a:pt x="716782" y="701026"/>
                  </a:cubicBezTo>
                  <a:cubicBezTo>
                    <a:pt x="716686" y="699200"/>
                    <a:pt x="716492" y="697384"/>
                    <a:pt x="716446" y="695553"/>
                  </a:cubicBezTo>
                  <a:cubicBezTo>
                    <a:pt x="716110" y="669706"/>
                    <a:pt x="720123" y="643985"/>
                    <a:pt x="728319" y="619469"/>
                  </a:cubicBezTo>
                  <a:cubicBezTo>
                    <a:pt x="729178" y="616782"/>
                    <a:pt x="730174" y="614126"/>
                    <a:pt x="731107" y="611455"/>
                  </a:cubicBezTo>
                  <a:cubicBezTo>
                    <a:pt x="876662" y="573177"/>
                    <a:pt x="963628" y="424150"/>
                    <a:pt x="925349" y="278594"/>
                  </a:cubicBezTo>
                  <a:cubicBezTo>
                    <a:pt x="912967" y="231510"/>
                    <a:pt x="888197" y="188603"/>
                    <a:pt x="853616" y="154334"/>
                  </a:cubicBezTo>
                  <a:cubicBezTo>
                    <a:pt x="853487" y="148816"/>
                    <a:pt x="852771" y="143327"/>
                    <a:pt x="851478" y="137960"/>
                  </a:cubicBezTo>
                  <a:cubicBezTo>
                    <a:pt x="848482" y="126214"/>
                    <a:pt x="842847" y="115306"/>
                    <a:pt x="835001" y="106065"/>
                  </a:cubicBezTo>
                  <a:cubicBezTo>
                    <a:pt x="822561" y="78154"/>
                    <a:pt x="803054" y="65842"/>
                    <a:pt x="778219" y="54216"/>
                  </a:cubicBezTo>
                  <a:cubicBezTo>
                    <a:pt x="771081" y="50848"/>
                    <a:pt x="763505" y="47552"/>
                    <a:pt x="755492" y="43891"/>
                  </a:cubicBezTo>
                  <a:cubicBezTo>
                    <a:pt x="715863" y="26023"/>
                    <a:pt x="677545" y="-193"/>
                    <a:pt x="632527" y="-120"/>
                  </a:cubicBezTo>
                  <a:cubicBezTo>
                    <a:pt x="591441" y="-120"/>
                    <a:pt x="552104" y="22581"/>
                    <a:pt x="511529" y="21702"/>
                  </a:cubicBezTo>
                  <a:lnTo>
                    <a:pt x="508469" y="21555"/>
                  </a:lnTo>
                  <a:cubicBezTo>
                    <a:pt x="507449" y="21510"/>
                    <a:pt x="506430" y="21519"/>
                    <a:pt x="505410" y="21409"/>
                  </a:cubicBezTo>
                  <a:cubicBezTo>
                    <a:pt x="504172" y="21336"/>
                    <a:pt x="503006" y="21189"/>
                    <a:pt x="501768" y="21043"/>
                  </a:cubicBezTo>
                  <a:cubicBezTo>
                    <a:pt x="490404" y="19652"/>
                    <a:pt x="476781" y="17016"/>
                    <a:pt x="469278" y="25730"/>
                  </a:cubicBezTo>
                  <a:cubicBezTo>
                    <a:pt x="466903" y="29211"/>
                    <a:pt x="464970" y="32975"/>
                    <a:pt x="463524" y="36933"/>
                  </a:cubicBezTo>
                  <a:cubicBezTo>
                    <a:pt x="462960" y="38238"/>
                    <a:pt x="462278" y="39488"/>
                    <a:pt x="461484" y="40668"/>
                  </a:cubicBezTo>
                  <a:lnTo>
                    <a:pt x="461484" y="40668"/>
                  </a:lnTo>
                  <a:cubicBezTo>
                    <a:pt x="460036" y="43203"/>
                    <a:pt x="458300" y="45562"/>
                    <a:pt x="456312" y="47698"/>
                  </a:cubicBezTo>
                  <a:lnTo>
                    <a:pt x="456312" y="47698"/>
                  </a:lnTo>
                  <a:cubicBezTo>
                    <a:pt x="443200" y="62124"/>
                    <a:pt x="421200" y="68495"/>
                    <a:pt x="403061" y="77869"/>
                  </a:cubicBezTo>
                  <a:cubicBezTo>
                    <a:pt x="362121" y="98885"/>
                    <a:pt x="335241" y="141651"/>
                    <a:pt x="324532" y="186540"/>
                  </a:cubicBezTo>
                  <a:cubicBezTo>
                    <a:pt x="313824" y="231503"/>
                    <a:pt x="317613" y="278735"/>
                    <a:pt x="325625" y="324210"/>
                  </a:cubicBezTo>
                  <a:cubicBezTo>
                    <a:pt x="329668" y="346953"/>
                    <a:pt x="338554" y="372769"/>
                    <a:pt x="354726" y="387041"/>
                  </a:cubicBezTo>
                  <a:lnTo>
                    <a:pt x="354729" y="387125"/>
                  </a:lnTo>
                  <a:lnTo>
                    <a:pt x="354368" y="386850"/>
                  </a:lnTo>
                  <a:cubicBezTo>
                    <a:pt x="354368" y="386850"/>
                    <a:pt x="217449" y="484288"/>
                    <a:pt x="242435" y="498129"/>
                  </a:cubicBezTo>
                  <a:cubicBezTo>
                    <a:pt x="256026" y="505640"/>
                    <a:pt x="312750" y="469721"/>
                    <a:pt x="361648" y="435424"/>
                  </a:cubicBezTo>
                  <a:cubicBezTo>
                    <a:pt x="362144" y="437506"/>
                    <a:pt x="362603" y="439595"/>
                    <a:pt x="363141" y="441669"/>
                  </a:cubicBezTo>
                  <a:cubicBezTo>
                    <a:pt x="369008" y="463526"/>
                    <a:pt x="376482" y="484918"/>
                    <a:pt x="385505" y="505671"/>
                  </a:cubicBezTo>
                  <a:cubicBezTo>
                    <a:pt x="395922" y="530203"/>
                    <a:pt x="410492" y="556639"/>
                    <a:pt x="435987" y="563961"/>
                  </a:cubicBezTo>
                  <a:cubicBezTo>
                    <a:pt x="441630" y="565500"/>
                    <a:pt x="447474" y="566168"/>
                    <a:pt x="453319" y="565943"/>
                  </a:cubicBezTo>
                  <a:cubicBezTo>
                    <a:pt x="454827" y="565930"/>
                    <a:pt x="456330" y="565808"/>
                    <a:pt x="457839" y="565708"/>
                  </a:cubicBezTo>
                  <a:cubicBezTo>
                    <a:pt x="459132" y="603180"/>
                    <a:pt x="455165" y="640648"/>
                    <a:pt x="446055" y="677019"/>
                  </a:cubicBezTo>
                  <a:cubicBezTo>
                    <a:pt x="431197" y="676210"/>
                    <a:pt x="416481" y="680278"/>
                    <a:pt x="404147" y="688604"/>
                  </a:cubicBezTo>
                  <a:cubicBezTo>
                    <a:pt x="399500" y="693206"/>
                    <a:pt x="393610" y="696350"/>
                    <a:pt x="387200" y="697652"/>
                  </a:cubicBezTo>
                  <a:cubicBezTo>
                    <a:pt x="380552" y="696839"/>
                    <a:pt x="374375" y="693794"/>
                    <a:pt x="369682" y="689015"/>
                  </a:cubicBezTo>
                  <a:cubicBezTo>
                    <a:pt x="331815" y="661741"/>
                    <a:pt x="280072" y="664482"/>
                    <a:pt x="245299" y="695605"/>
                  </a:cubicBezTo>
                  <a:cubicBezTo>
                    <a:pt x="195703" y="742353"/>
                    <a:pt x="201316" y="833697"/>
                    <a:pt x="143191" y="869154"/>
                  </a:cubicBezTo>
                  <a:cubicBezTo>
                    <a:pt x="127169" y="878928"/>
                    <a:pt x="106687" y="884098"/>
                    <a:pt x="97334" y="900423"/>
                  </a:cubicBezTo>
                  <a:cubicBezTo>
                    <a:pt x="95070" y="905622"/>
                    <a:pt x="92427" y="910647"/>
                    <a:pt x="89426" y="915458"/>
                  </a:cubicBezTo>
                  <a:cubicBezTo>
                    <a:pt x="85537" y="919756"/>
                    <a:pt x="80772" y="923169"/>
                    <a:pt x="75452" y="925468"/>
                  </a:cubicBezTo>
                  <a:cubicBezTo>
                    <a:pt x="58580" y="933039"/>
                    <a:pt x="42526" y="942316"/>
                    <a:pt x="27541" y="953154"/>
                  </a:cubicBezTo>
                  <a:cubicBezTo>
                    <a:pt x="12411" y="964246"/>
                    <a:pt x="2454" y="981025"/>
                    <a:pt x="-34" y="999620"/>
                  </a:cubicBezTo>
                  <a:cubicBezTo>
                    <a:pt x="-249" y="1013123"/>
                    <a:pt x="2648" y="1026495"/>
                    <a:pt x="8434" y="1038698"/>
                  </a:cubicBezTo>
                  <a:cubicBezTo>
                    <a:pt x="17108" y="1060026"/>
                    <a:pt x="27783" y="1080484"/>
                    <a:pt x="40317" y="1099798"/>
                  </a:cubicBezTo>
                  <a:cubicBezTo>
                    <a:pt x="33548" y="1108622"/>
                    <a:pt x="29116" y="1119012"/>
                    <a:pt x="27433" y="1130006"/>
                  </a:cubicBezTo>
                  <a:cubicBezTo>
                    <a:pt x="23297" y="1158835"/>
                    <a:pt x="37087" y="1187166"/>
                    <a:pt x="38612" y="1216252"/>
                  </a:cubicBezTo>
                  <a:cubicBezTo>
                    <a:pt x="39943" y="1241665"/>
                    <a:pt x="31896" y="1266487"/>
                    <a:pt x="27292" y="1291511"/>
                  </a:cubicBezTo>
                  <a:cubicBezTo>
                    <a:pt x="9324" y="1389174"/>
                    <a:pt x="43846" y="1488100"/>
                    <a:pt x="78979" y="1580927"/>
                  </a:cubicBezTo>
                  <a:cubicBezTo>
                    <a:pt x="85663" y="1596009"/>
                    <a:pt x="89810" y="1612092"/>
                    <a:pt x="91251" y="1628525"/>
                  </a:cubicBezTo>
                  <a:cubicBezTo>
                    <a:pt x="92190" y="1658823"/>
                    <a:pt x="74830" y="1686583"/>
                    <a:pt x="70077" y="1716517"/>
                  </a:cubicBezTo>
                  <a:cubicBezTo>
                    <a:pt x="60087" y="1779417"/>
                    <a:pt x="106242" y="1838585"/>
                    <a:pt x="107198" y="1902274"/>
                  </a:cubicBezTo>
                  <a:cubicBezTo>
                    <a:pt x="107638" y="1931597"/>
                    <a:pt x="98452" y="1961442"/>
                    <a:pt x="105750" y="1989837"/>
                  </a:cubicBezTo>
                  <a:cubicBezTo>
                    <a:pt x="110621" y="2008787"/>
                    <a:pt x="122387" y="2025071"/>
                    <a:pt x="130737" y="2042751"/>
                  </a:cubicBezTo>
                  <a:cubicBezTo>
                    <a:pt x="145532" y="2074080"/>
                    <a:pt x="149501" y="2109624"/>
                    <a:pt x="163624" y="2141265"/>
                  </a:cubicBezTo>
                  <a:cubicBezTo>
                    <a:pt x="180520" y="2175727"/>
                    <a:pt x="205558" y="2205553"/>
                    <a:pt x="236572" y="2228163"/>
                  </a:cubicBezTo>
                  <a:cubicBezTo>
                    <a:pt x="254350" y="2284370"/>
                    <a:pt x="229127" y="2352240"/>
                    <a:pt x="236300" y="2412053"/>
                  </a:cubicBezTo>
                  <a:cubicBezTo>
                    <a:pt x="245952" y="2408302"/>
                    <a:pt x="255679" y="2404746"/>
                    <a:pt x="265444" y="2401299"/>
                  </a:cubicBezTo>
                  <a:cubicBezTo>
                    <a:pt x="259340" y="2490826"/>
                    <a:pt x="281961" y="2579965"/>
                    <a:pt x="330016" y="2655748"/>
                  </a:cubicBezTo>
                  <a:cubicBezTo>
                    <a:pt x="345907" y="2680498"/>
                    <a:pt x="364528" y="2703733"/>
                    <a:pt x="376474" y="2730632"/>
                  </a:cubicBezTo>
                  <a:cubicBezTo>
                    <a:pt x="384304" y="2749822"/>
                    <a:pt x="390373" y="2769685"/>
                    <a:pt x="394604" y="2789975"/>
                  </a:cubicBezTo>
                  <a:cubicBezTo>
                    <a:pt x="411766" y="2861384"/>
                    <a:pt x="428928" y="2932792"/>
                    <a:pt x="446089" y="3004200"/>
                  </a:cubicBezTo>
                  <a:cubicBezTo>
                    <a:pt x="459988" y="3062033"/>
                    <a:pt x="473988" y="3120985"/>
                    <a:pt x="469814" y="3180333"/>
                  </a:cubicBezTo>
                  <a:cubicBezTo>
                    <a:pt x="466905" y="3221687"/>
                    <a:pt x="456536" y="3268184"/>
                    <a:pt x="481889" y="3300881"/>
                  </a:cubicBezTo>
                  <a:cubicBezTo>
                    <a:pt x="488006" y="3307131"/>
                    <a:pt x="493168" y="3314250"/>
                    <a:pt x="497206" y="3322008"/>
                  </a:cubicBezTo>
                  <a:cubicBezTo>
                    <a:pt x="499734" y="3331104"/>
                    <a:pt x="499821" y="3340705"/>
                    <a:pt x="497458" y="3349846"/>
                  </a:cubicBezTo>
                  <a:cubicBezTo>
                    <a:pt x="485085" y="3418933"/>
                    <a:pt x="476597" y="3488660"/>
                    <a:pt x="472035" y="3558699"/>
                  </a:cubicBezTo>
                  <a:cubicBezTo>
                    <a:pt x="466299" y="3566438"/>
                    <a:pt x="460633" y="3574145"/>
                    <a:pt x="455363" y="3581867"/>
                  </a:cubicBezTo>
                  <a:cubicBezTo>
                    <a:pt x="413258" y="3643453"/>
                    <a:pt x="393008" y="3717121"/>
                    <a:pt x="376617" y="3789983"/>
                  </a:cubicBezTo>
                  <a:cubicBezTo>
                    <a:pt x="344710" y="3932487"/>
                    <a:pt x="330360" y="4078724"/>
                    <a:pt x="323803" y="4224670"/>
                  </a:cubicBezTo>
                  <a:cubicBezTo>
                    <a:pt x="302695" y="4243788"/>
                    <a:pt x="284530" y="4265923"/>
                    <a:pt x="269897" y="4290356"/>
                  </a:cubicBezTo>
                  <a:cubicBezTo>
                    <a:pt x="247824" y="4331217"/>
                    <a:pt x="244984" y="4379402"/>
                    <a:pt x="242653" y="4425902"/>
                  </a:cubicBezTo>
                  <a:cubicBezTo>
                    <a:pt x="241667" y="4433438"/>
                    <a:pt x="242517" y="4441101"/>
                    <a:pt x="245130" y="4448237"/>
                  </a:cubicBezTo>
                  <a:cubicBezTo>
                    <a:pt x="250425" y="4457176"/>
                    <a:pt x="258628" y="4464027"/>
                    <a:pt x="268367" y="4467643"/>
                  </a:cubicBezTo>
                  <a:cubicBezTo>
                    <a:pt x="272570" y="4469705"/>
                    <a:pt x="276802" y="4471705"/>
                    <a:pt x="281062" y="4473643"/>
                  </a:cubicBezTo>
                  <a:cubicBezTo>
                    <a:pt x="278285" y="4483867"/>
                    <a:pt x="275855" y="4494348"/>
                    <a:pt x="273678" y="4504884"/>
                  </a:cubicBezTo>
                  <a:cubicBezTo>
                    <a:pt x="257530" y="4486659"/>
                    <a:pt x="228677" y="4457757"/>
                    <a:pt x="223785" y="4478920"/>
                  </a:cubicBezTo>
                  <a:cubicBezTo>
                    <a:pt x="207600" y="4549531"/>
                    <a:pt x="198812" y="4621636"/>
                    <a:pt x="197562" y="4694067"/>
                  </a:cubicBezTo>
                  <a:cubicBezTo>
                    <a:pt x="197053" y="4698735"/>
                    <a:pt x="197940" y="4703449"/>
                    <a:pt x="200110" y="4707613"/>
                  </a:cubicBezTo>
                  <a:cubicBezTo>
                    <a:pt x="204357" y="4712580"/>
                    <a:pt x="210482" y="4715552"/>
                    <a:pt x="217011" y="4715815"/>
                  </a:cubicBezTo>
                  <a:cubicBezTo>
                    <a:pt x="287384" y="4728385"/>
                    <a:pt x="358747" y="4734586"/>
                    <a:pt x="430232" y="4734343"/>
                  </a:cubicBezTo>
                  <a:cubicBezTo>
                    <a:pt x="488145" y="4734123"/>
                    <a:pt x="545912" y="4729656"/>
                    <a:pt x="603607" y="4725262"/>
                  </a:cubicBezTo>
                  <a:cubicBezTo>
                    <a:pt x="623275" y="4723724"/>
                    <a:pt x="643016" y="4722186"/>
                    <a:pt x="662684" y="4720722"/>
                  </a:cubicBezTo>
                  <a:cubicBezTo>
                    <a:pt x="723452" y="4717460"/>
                    <a:pt x="783917" y="4709948"/>
                    <a:pt x="843635" y="4698241"/>
                  </a:cubicBezTo>
                  <a:cubicBezTo>
                    <a:pt x="869788" y="4692529"/>
                    <a:pt x="896740" y="4684474"/>
                    <a:pt x="916335" y="4666093"/>
                  </a:cubicBezTo>
                  <a:cubicBezTo>
                    <a:pt x="935858" y="4647786"/>
                    <a:pt x="945693" y="4616444"/>
                    <a:pt x="932144" y="4593231"/>
                  </a:cubicBezTo>
                  <a:cubicBezTo>
                    <a:pt x="932154" y="4593150"/>
                    <a:pt x="932127" y="4593070"/>
                    <a:pt x="932070" y="4593011"/>
                  </a:cubicBezTo>
                  <a:cubicBezTo>
                    <a:pt x="915534" y="4564965"/>
                    <a:pt x="877072" y="4562840"/>
                    <a:pt x="844873" y="4558374"/>
                  </a:cubicBezTo>
                  <a:cubicBezTo>
                    <a:pt x="813002" y="4553903"/>
                    <a:pt x="782117" y="4544074"/>
                    <a:pt x="753524" y="4529302"/>
                  </a:cubicBezTo>
                  <a:cubicBezTo>
                    <a:pt x="747087" y="4525966"/>
                    <a:pt x="740813" y="4522336"/>
                    <a:pt x="734593" y="4518606"/>
                  </a:cubicBezTo>
                  <a:cubicBezTo>
                    <a:pt x="736242" y="4518148"/>
                    <a:pt x="737907" y="4517766"/>
                    <a:pt x="739537" y="4517219"/>
                  </a:cubicBezTo>
                  <a:cubicBezTo>
                    <a:pt x="767146" y="4507919"/>
                    <a:pt x="789146" y="4486683"/>
                    <a:pt x="815225" y="4473721"/>
                  </a:cubicBezTo>
                  <a:cubicBezTo>
                    <a:pt x="845456" y="4458783"/>
                    <a:pt x="879766" y="4455488"/>
                    <a:pt x="913204" y="4451240"/>
                  </a:cubicBezTo>
                  <a:cubicBezTo>
                    <a:pt x="946567" y="4446919"/>
                    <a:pt x="981023" y="4440988"/>
                    <a:pt x="1008777" y="4421948"/>
                  </a:cubicBezTo>
                  <a:cubicBezTo>
                    <a:pt x="1034784" y="4404081"/>
                    <a:pt x="1053214" y="4371640"/>
                    <a:pt x="1047167" y="4341177"/>
                  </a:cubicBezTo>
                  <a:cubicBezTo>
                    <a:pt x="1046772" y="4339021"/>
                    <a:pt x="1046236" y="4336893"/>
                    <a:pt x="1045565" y="4334806"/>
                  </a:cubicBezTo>
                  <a:cubicBezTo>
                    <a:pt x="1035222" y="4301707"/>
                    <a:pt x="999454" y="4284132"/>
                    <a:pt x="966018" y="4275418"/>
                  </a:cubicBezTo>
                  <a:cubicBezTo>
                    <a:pt x="932654" y="4266703"/>
                    <a:pt x="896376" y="4262310"/>
                    <a:pt x="869350" y="4240780"/>
                  </a:cubicBezTo>
                  <a:cubicBezTo>
                    <a:pt x="868039" y="4239755"/>
                    <a:pt x="866727" y="4238657"/>
                    <a:pt x="865416" y="4237558"/>
                  </a:cubicBezTo>
                  <a:cubicBezTo>
                    <a:pt x="863105" y="4235668"/>
                    <a:pt x="860725" y="4233748"/>
                    <a:pt x="858312" y="4231890"/>
                  </a:cubicBezTo>
                  <a:cubicBezTo>
                    <a:pt x="864279" y="4221816"/>
                    <a:pt x="867032" y="4210162"/>
                    <a:pt x="866202" y="4198483"/>
                  </a:cubicBezTo>
                  <a:cubicBezTo>
                    <a:pt x="864780" y="4180079"/>
                    <a:pt x="854086" y="4163949"/>
                    <a:pt x="846828" y="4146993"/>
                  </a:cubicBezTo>
                  <a:cubicBezTo>
                    <a:pt x="832591" y="4113737"/>
                    <a:pt x="831447" y="4076588"/>
                    <a:pt x="827606" y="4040589"/>
                  </a:cubicBezTo>
                  <a:cubicBezTo>
                    <a:pt x="817962" y="3950199"/>
                    <a:pt x="790241" y="3862921"/>
                    <a:pt x="769290" y="3774485"/>
                  </a:cubicBezTo>
                  <a:cubicBezTo>
                    <a:pt x="766914" y="3764457"/>
                    <a:pt x="764642" y="3754380"/>
                    <a:pt x="762475" y="3744253"/>
                  </a:cubicBezTo>
                  <a:cubicBezTo>
                    <a:pt x="782857" y="3701898"/>
                    <a:pt x="807827" y="3661907"/>
                    <a:pt x="836934" y="3624999"/>
                  </a:cubicBezTo>
                  <a:cubicBezTo>
                    <a:pt x="870118" y="3583369"/>
                    <a:pt x="894392" y="3535363"/>
                    <a:pt x="908250" y="3483961"/>
                  </a:cubicBezTo>
                  <a:cubicBezTo>
                    <a:pt x="912548" y="3468216"/>
                    <a:pt x="915754" y="3452179"/>
                    <a:pt x="919032" y="3436142"/>
                  </a:cubicBezTo>
                  <a:cubicBezTo>
                    <a:pt x="956256" y="3251313"/>
                    <a:pt x="991344" y="3066068"/>
                    <a:pt x="1024295" y="2880409"/>
                  </a:cubicBezTo>
                  <a:cubicBezTo>
                    <a:pt x="1029738" y="2853950"/>
                    <a:pt x="1032871" y="2827069"/>
                    <a:pt x="1033661" y="2800068"/>
                  </a:cubicBezTo>
                  <a:cubicBezTo>
                    <a:pt x="1042279" y="2775612"/>
                    <a:pt x="1046942" y="2749937"/>
                    <a:pt x="1047473" y="2724013"/>
                  </a:cubicBezTo>
                  <a:cubicBezTo>
                    <a:pt x="1057058" y="2686426"/>
                    <a:pt x="1066821" y="2647000"/>
                    <a:pt x="1058970" y="2622350"/>
                  </a:cubicBezTo>
                  <a:cubicBezTo>
                    <a:pt x="1053417" y="2604945"/>
                    <a:pt x="1050620" y="2545408"/>
                    <a:pt x="1047617" y="2488368"/>
                  </a:cubicBezTo>
                  <a:cubicBezTo>
                    <a:pt x="1048457" y="2457784"/>
                    <a:pt x="1046588" y="2427185"/>
                    <a:pt x="1042031" y="2396930"/>
                  </a:cubicBezTo>
                  <a:cubicBezTo>
                    <a:pt x="1041176" y="2391759"/>
                    <a:pt x="1040122" y="2386584"/>
                    <a:pt x="1038963" y="2381416"/>
                  </a:cubicBezTo>
                  <a:cubicBezTo>
                    <a:pt x="1038502" y="2378851"/>
                    <a:pt x="1037890" y="2376315"/>
                    <a:pt x="1037129" y="2373822"/>
                  </a:cubicBezTo>
                  <a:cubicBezTo>
                    <a:pt x="1032796" y="2356670"/>
                    <a:pt x="1026755" y="2339994"/>
                    <a:pt x="1019095" y="2324047"/>
                  </a:cubicBezTo>
                  <a:cubicBezTo>
                    <a:pt x="1015187" y="2314505"/>
                    <a:pt x="1010671" y="2305225"/>
                    <a:pt x="1005573" y="2296263"/>
                  </a:cubicBezTo>
                  <a:cubicBezTo>
                    <a:pt x="1002505" y="2290975"/>
                    <a:pt x="999051" y="2285921"/>
                    <a:pt x="995240" y="2281142"/>
                  </a:cubicBezTo>
                  <a:cubicBezTo>
                    <a:pt x="1016552" y="2281989"/>
                    <a:pt x="1037805" y="2283945"/>
                    <a:pt x="1058914" y="2287002"/>
                  </a:cubicBezTo>
                  <a:cubicBezTo>
                    <a:pt x="1064109" y="2287780"/>
                    <a:pt x="1070438" y="2288199"/>
                    <a:pt x="1073548" y="2283943"/>
                  </a:cubicBezTo>
                  <a:cubicBezTo>
                    <a:pt x="1074935" y="2281626"/>
                    <a:pt x="1075613" y="2278953"/>
                    <a:pt x="1075497" y="2276255"/>
                  </a:cubicBezTo>
                  <a:cubicBezTo>
                    <a:pt x="1076487" y="2252089"/>
                    <a:pt x="1070744" y="2228123"/>
                    <a:pt x="1058910" y="2207029"/>
                  </a:cubicBezTo>
                  <a:cubicBezTo>
                    <a:pt x="1050730" y="2192516"/>
                    <a:pt x="1039366" y="2178321"/>
                    <a:pt x="1039680" y="2161643"/>
                  </a:cubicBezTo>
                  <a:cubicBezTo>
                    <a:pt x="1040270" y="2153869"/>
                    <a:pt x="1042170" y="2146250"/>
                    <a:pt x="1045298" y="2139108"/>
                  </a:cubicBezTo>
                  <a:cubicBezTo>
                    <a:pt x="1054776" y="2113701"/>
                    <a:pt x="1064253" y="2088294"/>
                    <a:pt x="1073729" y="2062887"/>
                  </a:cubicBezTo>
                  <a:cubicBezTo>
                    <a:pt x="1097730" y="1998543"/>
                    <a:pt x="1086309" y="1923804"/>
                    <a:pt x="1098774" y="1856238"/>
                  </a:cubicBezTo>
                  <a:cubicBezTo>
                    <a:pt x="1108515" y="1803420"/>
                    <a:pt x="1114758" y="1750016"/>
                    <a:pt x="1117459" y="1696376"/>
                  </a:cubicBezTo>
                  <a:cubicBezTo>
                    <a:pt x="1119767" y="1650525"/>
                    <a:pt x="1118332" y="1600871"/>
                    <a:pt x="1090811" y="1564235"/>
                  </a:cubicBezTo>
                  <a:cubicBezTo>
                    <a:pt x="1082759" y="1555397"/>
                    <a:pt x="1075779" y="1545640"/>
                    <a:pt x="1070016" y="1535166"/>
                  </a:cubicBezTo>
                  <a:cubicBezTo>
                    <a:pt x="1066065" y="1524024"/>
                    <a:pt x="1064381" y="1512204"/>
                    <a:pt x="1065064" y="1500401"/>
                  </a:cubicBezTo>
                  <a:cubicBezTo>
                    <a:pt x="1064584" y="1428655"/>
                    <a:pt x="1066033" y="1356931"/>
                    <a:pt x="1069409" y="1285230"/>
                  </a:cubicBezTo>
                  <a:cubicBezTo>
                    <a:pt x="1190013" y="1281985"/>
                    <a:pt x="1310117" y="1268408"/>
                    <a:pt x="1428401" y="1244648"/>
                  </a:cubicBezTo>
                  <a:cubicBezTo>
                    <a:pt x="1442332" y="1242237"/>
                    <a:pt x="1456011" y="1238551"/>
                    <a:pt x="1469267" y="1233637"/>
                  </a:cubicBezTo>
                  <a:cubicBezTo>
                    <a:pt x="1483972" y="1226598"/>
                    <a:pt x="1497828" y="1217910"/>
                    <a:pt x="1510569" y="1207741"/>
                  </a:cubicBezTo>
                  <a:cubicBezTo>
                    <a:pt x="1550814" y="1178656"/>
                    <a:pt x="1591632" y="1149028"/>
                    <a:pt x="1622232" y="1109831"/>
                  </a:cubicBezTo>
                  <a:cubicBezTo>
                    <a:pt x="1658666" y="1062432"/>
                    <a:pt x="1681545" y="1006028"/>
                    <a:pt x="1688425" y="946642"/>
                  </a:cubicBezTo>
                  <a:cubicBezTo>
                    <a:pt x="1717534" y="919682"/>
                    <a:pt x="1732990" y="881361"/>
                    <a:pt x="1747562" y="844368"/>
                  </a:cubicBezTo>
                  <a:cubicBezTo>
                    <a:pt x="1754761" y="828666"/>
                    <a:pt x="1759316" y="811883"/>
                    <a:pt x="1761043" y="794696"/>
                  </a:cubicBezTo>
                  <a:cubicBezTo>
                    <a:pt x="1761825" y="777107"/>
                    <a:pt x="1750231" y="758668"/>
                    <a:pt x="1753437" y="741358"/>
                  </a:cubicBezTo>
                  <a:cubicBezTo>
                    <a:pt x="1759034" y="711546"/>
                    <a:pt x="1774085" y="684329"/>
                    <a:pt x="1796361" y="663739"/>
                  </a:cubicBezTo>
                  <a:cubicBezTo>
                    <a:pt x="1801084" y="660350"/>
                    <a:pt x="1804649" y="655588"/>
                    <a:pt x="1806570" y="650101"/>
                  </a:cubicBezTo>
                  <a:cubicBezTo>
                    <a:pt x="1807169" y="645525"/>
                    <a:pt x="1806319" y="640877"/>
                    <a:pt x="1804140" y="636808"/>
                  </a:cubicBezTo>
                  <a:cubicBezTo>
                    <a:pt x="1803900" y="636270"/>
                    <a:pt x="1803559" y="635797"/>
                    <a:pt x="1803307" y="635266"/>
                  </a:cubicBezTo>
                  <a:cubicBezTo>
                    <a:pt x="1806083" y="633507"/>
                    <a:pt x="1808835" y="631696"/>
                    <a:pt x="1811545" y="629796"/>
                  </a:cubicBezTo>
                  <a:cubicBezTo>
                    <a:pt x="1821087" y="623058"/>
                    <a:pt x="1830193" y="615589"/>
                    <a:pt x="1839081" y="608266"/>
                  </a:cubicBezTo>
                  <a:cubicBezTo>
                    <a:pt x="1852739" y="598028"/>
                    <a:pt x="1864794" y="585811"/>
                    <a:pt x="1874848" y="572018"/>
                  </a:cubicBezTo>
                  <a:cubicBezTo>
                    <a:pt x="1884973" y="557978"/>
                    <a:pt x="1888409" y="540195"/>
                    <a:pt x="1884245" y="523393"/>
                  </a:cubicBezTo>
                  <a:close/>
                  <a:moveTo>
                    <a:pt x="570346" y="4449227"/>
                  </a:moveTo>
                  <a:cubicBezTo>
                    <a:pt x="567928" y="4449397"/>
                    <a:pt x="565501" y="4449516"/>
                    <a:pt x="563104" y="4449848"/>
                  </a:cubicBezTo>
                  <a:cubicBezTo>
                    <a:pt x="554121" y="4451073"/>
                    <a:pt x="545361" y="4453589"/>
                    <a:pt x="537097" y="4457317"/>
                  </a:cubicBezTo>
                  <a:cubicBezTo>
                    <a:pt x="536428" y="4457626"/>
                    <a:pt x="535797" y="4458009"/>
                    <a:pt x="535135" y="4458333"/>
                  </a:cubicBezTo>
                  <a:cubicBezTo>
                    <a:pt x="546450" y="4433898"/>
                    <a:pt x="557033" y="4409119"/>
                    <a:pt x="566672" y="4383942"/>
                  </a:cubicBezTo>
                  <a:cubicBezTo>
                    <a:pt x="567820" y="4380970"/>
                    <a:pt x="568903" y="4377961"/>
                    <a:pt x="570026" y="4374975"/>
                  </a:cubicBezTo>
                  <a:cubicBezTo>
                    <a:pt x="569608" y="4380572"/>
                    <a:pt x="569207" y="4386185"/>
                    <a:pt x="568786" y="4391777"/>
                  </a:cubicBezTo>
                  <a:cubicBezTo>
                    <a:pt x="566614" y="4410906"/>
                    <a:pt x="567139" y="4430245"/>
                    <a:pt x="570346" y="4449227"/>
                  </a:cubicBezTo>
                  <a:close/>
                </a:path>
              </a:pathLst>
            </a:custGeom>
            <a:solidFill>
              <a:srgbClr val="808080"/>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4" name="任意多边形: 形状 33">
              <a:extLst>
                <a:ext uri="{FF2B5EF4-FFF2-40B4-BE49-F238E27FC236}">
                  <a16:creationId xmlns:a16="http://schemas.microsoft.com/office/drawing/2014/main" id="{904763EC-FD65-43C6-A43C-68CE3A76D931}"/>
                </a:ext>
              </a:extLst>
            </p:cNvPr>
            <p:cNvSpPr/>
            <p:nvPr/>
          </p:nvSpPr>
          <p:spPr>
            <a:xfrm>
              <a:off x="2887339" y="1216911"/>
              <a:ext cx="400727" cy="364159"/>
            </a:xfrm>
            <a:custGeom>
              <a:avLst/>
              <a:gdLst>
                <a:gd name="connsiteX0" fmla="*/ 331989 w 400727"/>
                <a:gd name="connsiteY0" fmla="*/ 245607 h 364159"/>
                <a:gd name="connsiteX1" fmla="*/ 348598 w 400727"/>
                <a:gd name="connsiteY1" fmla="*/ 363618 h 364159"/>
                <a:gd name="connsiteX2" fmla="*/ -45 w 400727"/>
                <a:gd name="connsiteY2" fmla="*/ 330036 h 364159"/>
                <a:gd name="connsiteX3" fmla="*/ 59907 w 400727"/>
                <a:gd name="connsiteY3" fmla="*/ 234024 h 364159"/>
                <a:gd name="connsiteX4" fmla="*/ 71344 w 400727"/>
                <a:gd name="connsiteY4" fmla="*/ 86511 h 364159"/>
                <a:gd name="connsiteX5" fmla="*/ 69888 w 400727"/>
                <a:gd name="connsiteY5" fmla="*/ 78352 h 364159"/>
                <a:gd name="connsiteX6" fmla="*/ 57431 w 400727"/>
                <a:gd name="connsiteY6" fmla="*/ 16068 h 364159"/>
                <a:gd name="connsiteX7" fmla="*/ 97642 w 400727"/>
                <a:gd name="connsiteY7" fmla="*/ 989 h 364159"/>
                <a:gd name="connsiteX8" fmla="*/ 253971 w 400727"/>
                <a:gd name="connsiteY8" fmla="*/ 21167 h 364159"/>
                <a:gd name="connsiteX9" fmla="*/ 400683 w 400727"/>
                <a:gd name="connsiteY9" fmla="*/ 52856 h 364159"/>
                <a:gd name="connsiteX10" fmla="*/ 343863 w 400727"/>
                <a:gd name="connsiteY10" fmla="*/ 169920 h 364159"/>
                <a:gd name="connsiteX11" fmla="*/ 331989 w 400727"/>
                <a:gd name="connsiteY11" fmla="*/ 245607 h 364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727" h="364159">
                  <a:moveTo>
                    <a:pt x="331989" y="245607"/>
                  </a:moveTo>
                  <a:cubicBezTo>
                    <a:pt x="333009" y="285382"/>
                    <a:pt x="346486" y="323917"/>
                    <a:pt x="348598" y="363618"/>
                  </a:cubicBezTo>
                  <a:cubicBezTo>
                    <a:pt x="231461" y="369446"/>
                    <a:pt x="115927" y="312626"/>
                    <a:pt x="-45" y="330036"/>
                  </a:cubicBezTo>
                  <a:cubicBezTo>
                    <a:pt x="32371" y="309057"/>
                    <a:pt x="49710" y="271249"/>
                    <a:pt x="59907" y="234024"/>
                  </a:cubicBezTo>
                  <a:cubicBezTo>
                    <a:pt x="72902" y="186000"/>
                    <a:pt x="76782" y="135964"/>
                    <a:pt x="71344" y="86511"/>
                  </a:cubicBezTo>
                  <a:cubicBezTo>
                    <a:pt x="71033" y="83763"/>
                    <a:pt x="70547" y="81038"/>
                    <a:pt x="69888" y="78352"/>
                  </a:cubicBezTo>
                  <a:cubicBezTo>
                    <a:pt x="65589" y="58902"/>
                    <a:pt x="54444" y="31366"/>
                    <a:pt x="57431" y="16068"/>
                  </a:cubicBezTo>
                  <a:cubicBezTo>
                    <a:pt x="61365" y="-4183"/>
                    <a:pt x="80451" y="-176"/>
                    <a:pt x="97642" y="989"/>
                  </a:cubicBezTo>
                  <a:cubicBezTo>
                    <a:pt x="150068" y="4982"/>
                    <a:pt x="202249" y="11718"/>
                    <a:pt x="253971" y="21167"/>
                  </a:cubicBezTo>
                  <a:cubicBezTo>
                    <a:pt x="267447" y="23499"/>
                    <a:pt x="398716" y="56280"/>
                    <a:pt x="400683" y="52856"/>
                  </a:cubicBezTo>
                  <a:cubicBezTo>
                    <a:pt x="377674" y="89768"/>
                    <a:pt x="358628" y="129007"/>
                    <a:pt x="343863" y="169920"/>
                  </a:cubicBezTo>
                  <a:cubicBezTo>
                    <a:pt x="335668" y="194300"/>
                    <a:pt x="331654" y="219889"/>
                    <a:pt x="331989" y="2456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5" name="任意多边形: 形状 34">
              <a:extLst>
                <a:ext uri="{FF2B5EF4-FFF2-40B4-BE49-F238E27FC236}">
                  <a16:creationId xmlns:a16="http://schemas.microsoft.com/office/drawing/2014/main" id="{DD553B7F-2429-44BE-AC6B-11EC0611D00E}"/>
                </a:ext>
              </a:extLst>
            </p:cNvPr>
            <p:cNvSpPr/>
            <p:nvPr/>
          </p:nvSpPr>
          <p:spPr>
            <a:xfrm>
              <a:off x="4141347" y="1093162"/>
              <a:ext cx="247553" cy="328030"/>
            </a:xfrm>
            <a:custGeom>
              <a:avLst/>
              <a:gdLst>
                <a:gd name="connsiteX0" fmla="*/ 236384 w 247553"/>
                <a:gd name="connsiteY0" fmla="*/ 246465 h 328030"/>
                <a:gd name="connsiteX1" fmla="*/ 200617 w 247553"/>
                <a:gd name="connsiteY1" fmla="*/ 282524 h 328030"/>
                <a:gd name="connsiteX2" fmla="*/ 173080 w 247553"/>
                <a:gd name="connsiteY2" fmla="*/ 303941 h 328030"/>
                <a:gd name="connsiteX3" fmla="*/ 114512 w 247553"/>
                <a:gd name="connsiteY3" fmla="*/ 327761 h 328030"/>
                <a:gd name="connsiteX4" fmla="*/ 10050 w 247553"/>
                <a:gd name="connsiteY4" fmla="*/ 289371 h 328030"/>
                <a:gd name="connsiteX5" fmla="*/ 70 w 247553"/>
                <a:gd name="connsiteY5" fmla="*/ 249379 h 328030"/>
                <a:gd name="connsiteX6" fmla="*/ 9685 w 247553"/>
                <a:gd name="connsiteY6" fmla="*/ 193432 h 328030"/>
                <a:gd name="connsiteX7" fmla="*/ 54850 w 247553"/>
                <a:gd name="connsiteY7" fmla="*/ 111699 h 328030"/>
                <a:gd name="connsiteX8" fmla="*/ 127478 w 247553"/>
                <a:gd name="connsiteY8" fmla="*/ 39071 h 328030"/>
                <a:gd name="connsiteX9" fmla="*/ 158364 w 247553"/>
                <a:gd name="connsiteY9" fmla="*/ 24866 h 328030"/>
                <a:gd name="connsiteX10" fmla="*/ 212927 w 247553"/>
                <a:gd name="connsiteY10" fmla="*/ 2503 h 328030"/>
                <a:gd name="connsiteX11" fmla="*/ 222833 w 247553"/>
                <a:gd name="connsiteY11" fmla="*/ -120 h 328030"/>
                <a:gd name="connsiteX12" fmla="*/ 231866 w 247553"/>
                <a:gd name="connsiteY12" fmla="*/ 34482 h 328030"/>
                <a:gd name="connsiteX13" fmla="*/ 167398 w 247553"/>
                <a:gd name="connsiteY13" fmla="*/ 93196 h 328030"/>
                <a:gd name="connsiteX14" fmla="*/ 206297 w 247553"/>
                <a:gd name="connsiteY14" fmla="*/ 123354 h 328030"/>
                <a:gd name="connsiteX15" fmla="*/ 211543 w 247553"/>
                <a:gd name="connsiteY15" fmla="*/ 135520 h 328030"/>
                <a:gd name="connsiteX16" fmla="*/ 229318 w 247553"/>
                <a:gd name="connsiteY16" fmla="*/ 140109 h 328030"/>
                <a:gd name="connsiteX17" fmla="*/ 235800 w 247553"/>
                <a:gd name="connsiteY17" fmla="*/ 170632 h 328030"/>
                <a:gd name="connsiteX18" fmla="*/ 245780 w 247553"/>
                <a:gd name="connsiteY18" fmla="*/ 198095 h 328030"/>
                <a:gd name="connsiteX19" fmla="*/ 236384 w 247553"/>
                <a:gd name="connsiteY19" fmla="*/ 246465 h 328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47553" h="328030">
                  <a:moveTo>
                    <a:pt x="236384" y="246465"/>
                  </a:moveTo>
                  <a:cubicBezTo>
                    <a:pt x="226320" y="260196"/>
                    <a:pt x="214265" y="272349"/>
                    <a:pt x="200617" y="282524"/>
                  </a:cubicBezTo>
                  <a:cubicBezTo>
                    <a:pt x="191728" y="289809"/>
                    <a:pt x="182622" y="297239"/>
                    <a:pt x="173080" y="303941"/>
                  </a:cubicBezTo>
                  <a:cubicBezTo>
                    <a:pt x="156086" y="317057"/>
                    <a:pt x="135837" y="325293"/>
                    <a:pt x="114512" y="327761"/>
                  </a:cubicBezTo>
                  <a:cubicBezTo>
                    <a:pt x="86611" y="329655"/>
                    <a:pt x="27387" y="313265"/>
                    <a:pt x="10050" y="289371"/>
                  </a:cubicBezTo>
                  <a:cubicBezTo>
                    <a:pt x="2741" y="277362"/>
                    <a:pt x="-740" y="263414"/>
                    <a:pt x="70" y="249379"/>
                  </a:cubicBezTo>
                  <a:cubicBezTo>
                    <a:pt x="361" y="230345"/>
                    <a:pt x="3605" y="211471"/>
                    <a:pt x="9685" y="193432"/>
                  </a:cubicBezTo>
                  <a:cubicBezTo>
                    <a:pt x="20552" y="164075"/>
                    <a:pt x="35778" y="136522"/>
                    <a:pt x="54850" y="111699"/>
                  </a:cubicBezTo>
                  <a:cubicBezTo>
                    <a:pt x="75028" y="83653"/>
                    <a:pt x="97465" y="56045"/>
                    <a:pt x="127478" y="39071"/>
                  </a:cubicBezTo>
                  <a:cubicBezTo>
                    <a:pt x="137478" y="33719"/>
                    <a:pt x="147792" y="28975"/>
                    <a:pt x="158364" y="24866"/>
                  </a:cubicBezTo>
                  <a:cubicBezTo>
                    <a:pt x="176577" y="17436"/>
                    <a:pt x="194716" y="9932"/>
                    <a:pt x="212927" y="2503"/>
                  </a:cubicBezTo>
                  <a:cubicBezTo>
                    <a:pt x="216026" y="988"/>
                    <a:pt x="219392" y="97"/>
                    <a:pt x="222833" y="-120"/>
                  </a:cubicBezTo>
                  <a:cubicBezTo>
                    <a:pt x="237476" y="25"/>
                    <a:pt x="240172" y="22389"/>
                    <a:pt x="231866" y="34482"/>
                  </a:cubicBezTo>
                  <a:cubicBezTo>
                    <a:pt x="215257" y="58812"/>
                    <a:pt x="177888" y="65587"/>
                    <a:pt x="167398" y="93196"/>
                  </a:cubicBezTo>
                  <a:cubicBezTo>
                    <a:pt x="185530" y="93757"/>
                    <a:pt x="201236" y="105934"/>
                    <a:pt x="206297" y="123354"/>
                  </a:cubicBezTo>
                  <a:cubicBezTo>
                    <a:pt x="206709" y="127864"/>
                    <a:pt x="208546" y="132125"/>
                    <a:pt x="211543" y="135520"/>
                  </a:cubicBezTo>
                  <a:cubicBezTo>
                    <a:pt x="216351" y="139381"/>
                    <a:pt x="223854" y="137195"/>
                    <a:pt x="229318" y="140109"/>
                  </a:cubicBezTo>
                  <a:cubicBezTo>
                    <a:pt x="239005" y="145281"/>
                    <a:pt x="234781" y="159705"/>
                    <a:pt x="235800" y="170632"/>
                  </a:cubicBezTo>
                  <a:cubicBezTo>
                    <a:pt x="238179" y="180103"/>
                    <a:pt x="241523" y="189306"/>
                    <a:pt x="245780" y="198095"/>
                  </a:cubicBezTo>
                  <a:cubicBezTo>
                    <a:pt x="249943" y="214815"/>
                    <a:pt x="246503" y="232519"/>
                    <a:pt x="236384" y="246465"/>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6" name="任意多边形: 形状 35">
              <a:extLst>
                <a:ext uri="{FF2B5EF4-FFF2-40B4-BE49-F238E27FC236}">
                  <a16:creationId xmlns:a16="http://schemas.microsoft.com/office/drawing/2014/main" id="{2B79072E-7F71-410A-839F-77D5E65AAFCA}"/>
                </a:ext>
              </a:extLst>
            </p:cNvPr>
            <p:cNvSpPr/>
            <p:nvPr/>
          </p:nvSpPr>
          <p:spPr>
            <a:xfrm>
              <a:off x="2763102" y="5142476"/>
              <a:ext cx="242428" cy="196149"/>
            </a:xfrm>
            <a:custGeom>
              <a:avLst/>
              <a:gdLst>
                <a:gd name="connsiteX0" fmla="*/ -45 w 242428"/>
                <a:gd name="connsiteY0" fmla="*/ 184990 h 196149"/>
                <a:gd name="connsiteX1" fmla="*/ 36294 w 242428"/>
                <a:gd name="connsiteY1" fmla="*/ 179502 h 196149"/>
                <a:gd name="connsiteX2" fmla="*/ 240613 w 242428"/>
                <a:gd name="connsiteY2" fmla="*/ 196030 h 196149"/>
                <a:gd name="connsiteX3" fmla="*/ 216299 w 242428"/>
                <a:gd name="connsiteY3" fmla="*/ 71594 h 196149"/>
                <a:gd name="connsiteX4" fmla="*/ 208206 w 242428"/>
                <a:gd name="connsiteY4" fmla="*/ 40131 h 196149"/>
                <a:gd name="connsiteX5" fmla="*/ 156434 w 242428"/>
                <a:gd name="connsiteY5" fmla="*/ 8883 h 196149"/>
                <a:gd name="connsiteX6" fmla="*/ 41493 w 242428"/>
                <a:gd name="connsiteY6" fmla="*/ 24640 h 196149"/>
                <a:gd name="connsiteX7" fmla="*/ -45 w 242428"/>
                <a:gd name="connsiteY7" fmla="*/ 184990 h 196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2428" h="196149">
                  <a:moveTo>
                    <a:pt x="-45" y="184990"/>
                  </a:moveTo>
                  <a:cubicBezTo>
                    <a:pt x="8972" y="175980"/>
                    <a:pt x="23703" y="177511"/>
                    <a:pt x="36294" y="179502"/>
                  </a:cubicBezTo>
                  <a:cubicBezTo>
                    <a:pt x="103882" y="190188"/>
                    <a:pt x="172186" y="195713"/>
                    <a:pt x="240613" y="196030"/>
                  </a:cubicBezTo>
                  <a:cubicBezTo>
                    <a:pt x="249179" y="154196"/>
                    <a:pt x="224310" y="113537"/>
                    <a:pt x="216299" y="71594"/>
                  </a:cubicBezTo>
                  <a:cubicBezTo>
                    <a:pt x="215141" y="60769"/>
                    <a:pt x="212415" y="50171"/>
                    <a:pt x="208206" y="40131"/>
                  </a:cubicBezTo>
                  <a:cubicBezTo>
                    <a:pt x="198571" y="21643"/>
                    <a:pt x="176834" y="13186"/>
                    <a:pt x="156434" y="8883"/>
                  </a:cubicBezTo>
                  <a:cubicBezTo>
                    <a:pt x="119614" y="1117"/>
                    <a:pt x="62057" y="-12587"/>
                    <a:pt x="41493" y="24640"/>
                  </a:cubicBezTo>
                  <a:cubicBezTo>
                    <a:pt x="16818" y="69307"/>
                    <a:pt x="8924" y="135279"/>
                    <a:pt x="-45" y="184990"/>
                  </a:cubicBezTo>
                  <a:close/>
                </a:path>
              </a:pathLst>
            </a:custGeom>
            <a:solidFill>
              <a:srgbClr val="65617D"/>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7" name="任意多边形: 形状 36">
              <a:extLst>
                <a:ext uri="{FF2B5EF4-FFF2-40B4-BE49-F238E27FC236}">
                  <a16:creationId xmlns:a16="http://schemas.microsoft.com/office/drawing/2014/main" id="{69806636-5917-41F9-A31C-F2A88AA86435}"/>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8" name="任意多边形: 形状 37">
              <a:extLst>
                <a:ext uri="{FF2B5EF4-FFF2-40B4-BE49-F238E27FC236}">
                  <a16:creationId xmlns:a16="http://schemas.microsoft.com/office/drawing/2014/main" id="{5DFAF17D-AE6D-4E53-A663-47BA7C1ED722}"/>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9" name="任意多边形: 形状 38">
              <a:extLst>
                <a:ext uri="{FF2B5EF4-FFF2-40B4-BE49-F238E27FC236}">
                  <a16:creationId xmlns:a16="http://schemas.microsoft.com/office/drawing/2014/main" id="{2A572BE4-8300-4FC0-A7C1-7A4ECE2D51E2}"/>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0" name="任意多边形: 形状 39">
              <a:extLst>
                <a:ext uri="{FF2B5EF4-FFF2-40B4-BE49-F238E27FC236}">
                  <a16:creationId xmlns:a16="http://schemas.microsoft.com/office/drawing/2014/main" id="{5DE4AC58-A50C-40AC-8A38-F43876292E4F}"/>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1" name="任意多边形: 形状 40">
              <a:extLst>
                <a:ext uri="{FF2B5EF4-FFF2-40B4-BE49-F238E27FC236}">
                  <a16:creationId xmlns:a16="http://schemas.microsoft.com/office/drawing/2014/main" id="{8D3EE513-95F0-4CE7-9C61-264E98106EDB}"/>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2" name="任意多边形: 形状 41">
              <a:extLst>
                <a:ext uri="{FF2B5EF4-FFF2-40B4-BE49-F238E27FC236}">
                  <a16:creationId xmlns:a16="http://schemas.microsoft.com/office/drawing/2014/main" id="{EA631251-8B99-404A-89D7-CC9929BB7557}"/>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3" name="任意多边形: 形状 42">
              <a:extLst>
                <a:ext uri="{FF2B5EF4-FFF2-40B4-BE49-F238E27FC236}">
                  <a16:creationId xmlns:a16="http://schemas.microsoft.com/office/drawing/2014/main" id="{CFD13F4A-5112-4422-A7EF-7D2E9E34E4E8}"/>
                </a:ext>
              </a:extLst>
            </p:cNvPr>
            <p:cNvSpPr/>
            <p:nvPr/>
          </p:nvSpPr>
          <p:spPr>
            <a:xfrm>
              <a:off x="2745182" y="3016810"/>
              <a:ext cx="819579" cy="2248079"/>
            </a:xfrm>
            <a:custGeom>
              <a:avLst/>
              <a:gdLst>
                <a:gd name="connsiteX0" fmla="*/ 791393 w 819579"/>
                <a:gd name="connsiteY0" fmla="*/ 536471 h 2248079"/>
                <a:gd name="connsiteX1" fmla="*/ 781995 w 819579"/>
                <a:gd name="connsiteY1" fmla="*/ 619152 h 2248079"/>
                <a:gd name="connsiteX2" fmla="*/ 676732 w 819579"/>
                <a:gd name="connsiteY2" fmla="*/ 1171983 h 2248079"/>
                <a:gd name="connsiteX3" fmla="*/ 665951 w 819579"/>
                <a:gd name="connsiteY3" fmla="*/ 1219552 h 2248079"/>
                <a:gd name="connsiteX4" fmla="*/ 594635 w 819579"/>
                <a:gd name="connsiteY4" fmla="*/ 1359854 h 2248079"/>
                <a:gd name="connsiteX5" fmla="*/ 341784 w 819579"/>
                <a:gd name="connsiteY5" fmla="*/ 2067629 h 2248079"/>
                <a:gd name="connsiteX6" fmla="*/ 324374 w 819579"/>
                <a:gd name="connsiteY6" fmla="*/ 2114833 h 2248079"/>
                <a:gd name="connsiteX7" fmla="*/ 272434 w 819579"/>
                <a:gd name="connsiteY7" fmla="*/ 2230732 h 2248079"/>
                <a:gd name="connsiteX8" fmla="*/ 261726 w 819579"/>
                <a:gd name="connsiteY8" fmla="*/ 2244572 h 2248079"/>
                <a:gd name="connsiteX9" fmla="*/ 244826 w 819579"/>
                <a:gd name="connsiteY9" fmla="*/ 2247851 h 2248079"/>
                <a:gd name="connsiteX10" fmla="*/ 26068 w 819579"/>
                <a:gd name="connsiteY10" fmla="*/ 2198097 h 2248079"/>
                <a:gd name="connsiteX11" fmla="*/ 2831 w 819579"/>
                <a:gd name="connsiteY11" fmla="*/ 2178793 h 2248079"/>
                <a:gd name="connsiteX12" fmla="*/ 354 w 819579"/>
                <a:gd name="connsiteY12" fmla="*/ 2156574 h 2248079"/>
                <a:gd name="connsiteX13" fmla="*/ 27598 w 819579"/>
                <a:gd name="connsiteY13" fmla="*/ 2021736 h 2248079"/>
                <a:gd name="connsiteX14" fmla="*/ 81504 w 819579"/>
                <a:gd name="connsiteY14" fmla="*/ 1956392 h 2248079"/>
                <a:gd name="connsiteX15" fmla="*/ 134317 w 819579"/>
                <a:gd name="connsiteY15" fmla="*/ 1523976 h 2248079"/>
                <a:gd name="connsiteX16" fmla="*/ 213064 w 819579"/>
                <a:gd name="connsiteY16" fmla="*/ 1316947 h 2248079"/>
                <a:gd name="connsiteX17" fmla="*/ 283143 w 819579"/>
                <a:gd name="connsiteY17" fmla="*/ 1172493 h 2248079"/>
                <a:gd name="connsiteX18" fmla="*/ 290209 w 819579"/>
                <a:gd name="connsiteY18" fmla="*/ 1104600 h 2248079"/>
                <a:gd name="connsiteX19" fmla="*/ 317088 w 819579"/>
                <a:gd name="connsiteY19" fmla="*/ 1088792 h 2248079"/>
                <a:gd name="connsiteX20" fmla="*/ 320876 w 819579"/>
                <a:gd name="connsiteY20" fmla="*/ 1075243 h 2248079"/>
                <a:gd name="connsiteX21" fmla="*/ 313957 w 819579"/>
                <a:gd name="connsiteY21" fmla="*/ 963278 h 2248079"/>
                <a:gd name="connsiteX22" fmla="*/ 297274 w 819579"/>
                <a:gd name="connsiteY22" fmla="*/ 890286 h 2248079"/>
                <a:gd name="connsiteX23" fmla="*/ 315632 w 819579"/>
                <a:gd name="connsiteY23" fmla="*/ 819771 h 2248079"/>
                <a:gd name="connsiteX24" fmla="*/ 316287 w 819579"/>
                <a:gd name="connsiteY24" fmla="*/ 668469 h 2248079"/>
                <a:gd name="connsiteX25" fmla="*/ 309293 w 819579"/>
                <a:gd name="connsiteY25" fmla="*/ 583967 h 2248079"/>
                <a:gd name="connsiteX26" fmla="*/ 296837 w 819579"/>
                <a:gd name="connsiteY26" fmla="*/ 545140 h 2248079"/>
                <a:gd name="connsiteX27" fmla="*/ 281467 w 819579"/>
                <a:gd name="connsiteY27" fmla="*/ 401997 h 2248079"/>
                <a:gd name="connsiteX28" fmla="*/ 231786 w 819579"/>
                <a:gd name="connsiteY28" fmla="*/ 367030 h 2248079"/>
                <a:gd name="connsiteX29" fmla="*/ 163601 w 819579"/>
                <a:gd name="connsiteY29" fmla="*/ 268979 h 2248079"/>
                <a:gd name="connsiteX30" fmla="*/ 144297 w 819579"/>
                <a:gd name="connsiteY30" fmla="*/ 148929 h 2248079"/>
                <a:gd name="connsiteX31" fmla="*/ 144005 w 819579"/>
                <a:gd name="connsiteY31" fmla="*/ 122995 h 2248079"/>
                <a:gd name="connsiteX32" fmla="*/ 147502 w 819579"/>
                <a:gd name="connsiteY32" fmla="*/ 110029 h 2248079"/>
                <a:gd name="connsiteX33" fmla="*/ 205998 w 819579"/>
                <a:gd name="connsiteY33" fmla="*/ 74480 h 2248079"/>
                <a:gd name="connsiteX34" fmla="*/ 652692 w 819579"/>
                <a:gd name="connsiteY34" fmla="*/ 22249 h 2248079"/>
                <a:gd name="connsiteX35" fmla="*/ 763272 w 819579"/>
                <a:gd name="connsiteY35" fmla="*/ 38057 h 2248079"/>
                <a:gd name="connsiteX36" fmla="*/ 794743 w 819579"/>
                <a:gd name="connsiteY36" fmla="*/ 114910 h 2248079"/>
                <a:gd name="connsiteX37" fmla="*/ 816669 w 819579"/>
                <a:gd name="connsiteY37" fmla="*/ 362441 h 2248079"/>
                <a:gd name="connsiteX38" fmla="*/ 791393 w 819579"/>
                <a:gd name="connsiteY38" fmla="*/ 536471 h 2248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819579" h="2248079">
                  <a:moveTo>
                    <a:pt x="791393" y="536471"/>
                  </a:moveTo>
                  <a:cubicBezTo>
                    <a:pt x="790840" y="564264"/>
                    <a:pt x="787694" y="591944"/>
                    <a:pt x="781995" y="619152"/>
                  </a:cubicBezTo>
                  <a:cubicBezTo>
                    <a:pt x="749069" y="803818"/>
                    <a:pt x="713981" y="988095"/>
                    <a:pt x="676732" y="1171983"/>
                  </a:cubicBezTo>
                  <a:cubicBezTo>
                    <a:pt x="673454" y="1187936"/>
                    <a:pt x="670249" y="1203890"/>
                    <a:pt x="665951" y="1219552"/>
                  </a:cubicBezTo>
                  <a:cubicBezTo>
                    <a:pt x="652073" y="1270723"/>
                    <a:pt x="627796" y="1318484"/>
                    <a:pt x="594635" y="1359854"/>
                  </a:cubicBezTo>
                  <a:cubicBezTo>
                    <a:pt x="439399" y="1553334"/>
                    <a:pt x="425994" y="1834302"/>
                    <a:pt x="341784" y="2067629"/>
                  </a:cubicBezTo>
                  <a:cubicBezTo>
                    <a:pt x="336103" y="2083436"/>
                    <a:pt x="330421" y="2099244"/>
                    <a:pt x="324374" y="2114833"/>
                  </a:cubicBezTo>
                  <a:cubicBezTo>
                    <a:pt x="309156" y="2154372"/>
                    <a:pt x="291817" y="2193060"/>
                    <a:pt x="272434" y="2230732"/>
                  </a:cubicBezTo>
                  <a:cubicBezTo>
                    <a:pt x="270170" y="2236222"/>
                    <a:pt x="266472" y="2241002"/>
                    <a:pt x="261726" y="2244572"/>
                  </a:cubicBezTo>
                  <a:cubicBezTo>
                    <a:pt x="256502" y="2247200"/>
                    <a:pt x="250654" y="2248335"/>
                    <a:pt x="244826" y="2247851"/>
                  </a:cubicBezTo>
                  <a:cubicBezTo>
                    <a:pt x="169053" y="2248286"/>
                    <a:pt x="94198" y="2231262"/>
                    <a:pt x="26068" y="2198097"/>
                  </a:cubicBezTo>
                  <a:cubicBezTo>
                    <a:pt x="16342" y="2194510"/>
                    <a:pt x="8140" y="2187697"/>
                    <a:pt x="2831" y="2178793"/>
                  </a:cubicBezTo>
                  <a:cubicBezTo>
                    <a:pt x="218" y="2171697"/>
                    <a:pt x="-632" y="2164071"/>
                    <a:pt x="354" y="2156574"/>
                  </a:cubicBezTo>
                  <a:cubicBezTo>
                    <a:pt x="2685" y="2110317"/>
                    <a:pt x="5525" y="2062384"/>
                    <a:pt x="27598" y="2021736"/>
                  </a:cubicBezTo>
                  <a:cubicBezTo>
                    <a:pt x="42245" y="1997415"/>
                    <a:pt x="60410" y="1975395"/>
                    <a:pt x="81504" y="1956392"/>
                  </a:cubicBezTo>
                  <a:cubicBezTo>
                    <a:pt x="88060" y="1811210"/>
                    <a:pt x="102411" y="1665736"/>
                    <a:pt x="134317" y="1523976"/>
                  </a:cubicBezTo>
                  <a:cubicBezTo>
                    <a:pt x="150708" y="1451494"/>
                    <a:pt x="170959" y="1378211"/>
                    <a:pt x="213064" y="1316947"/>
                  </a:cubicBezTo>
                  <a:cubicBezTo>
                    <a:pt x="244097" y="1271710"/>
                    <a:pt x="288607" y="1227055"/>
                    <a:pt x="283143" y="1172493"/>
                  </a:cubicBezTo>
                  <a:cubicBezTo>
                    <a:pt x="280739" y="1148526"/>
                    <a:pt x="270686" y="1118659"/>
                    <a:pt x="290209" y="1104600"/>
                  </a:cubicBezTo>
                  <a:cubicBezTo>
                    <a:pt x="298731" y="1098409"/>
                    <a:pt x="311334" y="1097607"/>
                    <a:pt x="317088" y="1088792"/>
                  </a:cubicBezTo>
                  <a:cubicBezTo>
                    <a:pt x="319407" y="1084640"/>
                    <a:pt x="320706" y="1079996"/>
                    <a:pt x="320876" y="1075243"/>
                  </a:cubicBezTo>
                  <a:cubicBezTo>
                    <a:pt x="324888" y="1037798"/>
                    <a:pt x="322548" y="999944"/>
                    <a:pt x="313957" y="963278"/>
                  </a:cubicBezTo>
                  <a:cubicBezTo>
                    <a:pt x="306858" y="939325"/>
                    <a:pt x="301286" y="914945"/>
                    <a:pt x="297274" y="890286"/>
                  </a:cubicBezTo>
                  <a:cubicBezTo>
                    <a:pt x="294797" y="865372"/>
                    <a:pt x="299023" y="838420"/>
                    <a:pt x="315632" y="819771"/>
                  </a:cubicBezTo>
                  <a:cubicBezTo>
                    <a:pt x="316651" y="769944"/>
                    <a:pt x="315267" y="718223"/>
                    <a:pt x="316287" y="668469"/>
                  </a:cubicBezTo>
                  <a:cubicBezTo>
                    <a:pt x="318250" y="640110"/>
                    <a:pt x="315892" y="611618"/>
                    <a:pt x="309293" y="583967"/>
                  </a:cubicBezTo>
                  <a:cubicBezTo>
                    <a:pt x="305506" y="570927"/>
                    <a:pt x="299751" y="558471"/>
                    <a:pt x="296837" y="545140"/>
                  </a:cubicBezTo>
                  <a:cubicBezTo>
                    <a:pt x="286420" y="497280"/>
                    <a:pt x="312427" y="439950"/>
                    <a:pt x="281467" y="401997"/>
                  </a:cubicBezTo>
                  <a:cubicBezTo>
                    <a:pt x="268573" y="386262"/>
                    <a:pt x="248687" y="378395"/>
                    <a:pt x="231786" y="367030"/>
                  </a:cubicBezTo>
                  <a:cubicBezTo>
                    <a:pt x="198058" y="344521"/>
                    <a:pt x="175912" y="307661"/>
                    <a:pt x="163601" y="268979"/>
                  </a:cubicBezTo>
                  <a:cubicBezTo>
                    <a:pt x="152677" y="229815"/>
                    <a:pt x="146201" y="189544"/>
                    <a:pt x="144297" y="148929"/>
                  </a:cubicBezTo>
                  <a:cubicBezTo>
                    <a:pt x="143290" y="140318"/>
                    <a:pt x="143193" y="131626"/>
                    <a:pt x="144005" y="122995"/>
                  </a:cubicBezTo>
                  <a:cubicBezTo>
                    <a:pt x="144551" y="118529"/>
                    <a:pt x="145728" y="114164"/>
                    <a:pt x="147502" y="110029"/>
                  </a:cubicBezTo>
                  <a:cubicBezTo>
                    <a:pt x="157118" y="88393"/>
                    <a:pt x="182979" y="80015"/>
                    <a:pt x="205998" y="74480"/>
                  </a:cubicBezTo>
                  <a:cubicBezTo>
                    <a:pt x="352294" y="39393"/>
                    <a:pt x="502248" y="21859"/>
                    <a:pt x="652692" y="22249"/>
                  </a:cubicBezTo>
                  <a:cubicBezTo>
                    <a:pt x="708346" y="-15631"/>
                    <a:pt x="739670" y="-2082"/>
                    <a:pt x="763272" y="38057"/>
                  </a:cubicBezTo>
                  <a:cubicBezTo>
                    <a:pt x="776307" y="62557"/>
                    <a:pt x="786850" y="88304"/>
                    <a:pt x="794743" y="114910"/>
                  </a:cubicBezTo>
                  <a:cubicBezTo>
                    <a:pt x="805524" y="147472"/>
                    <a:pt x="806179" y="329733"/>
                    <a:pt x="816669" y="362441"/>
                  </a:cubicBezTo>
                  <a:cubicBezTo>
                    <a:pt x="830292" y="404984"/>
                    <a:pt x="790883" y="491816"/>
                    <a:pt x="791393" y="536471"/>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4" name="任意多边形: 形状 43">
              <a:extLst>
                <a:ext uri="{FF2B5EF4-FFF2-40B4-BE49-F238E27FC236}">
                  <a16:creationId xmlns:a16="http://schemas.microsoft.com/office/drawing/2014/main" id="{CB8869F9-1815-4BE8-A131-639917EF6F4E}"/>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5" name="任意多边形: 形状 44">
              <a:extLst>
                <a:ext uri="{FF2B5EF4-FFF2-40B4-BE49-F238E27FC236}">
                  <a16:creationId xmlns:a16="http://schemas.microsoft.com/office/drawing/2014/main" id="{BC472F44-5E51-41A3-863F-C5232BE437C7}"/>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6" name="任意多边形: 形状 45">
              <a:extLst>
                <a:ext uri="{FF2B5EF4-FFF2-40B4-BE49-F238E27FC236}">
                  <a16:creationId xmlns:a16="http://schemas.microsoft.com/office/drawing/2014/main" id="{2D76C00E-F890-494F-8987-12353F23D2BF}"/>
                </a:ext>
              </a:extLst>
            </p:cNvPr>
            <p:cNvSpPr/>
            <p:nvPr/>
          </p:nvSpPr>
          <p:spPr>
            <a:xfrm>
              <a:off x="2944583" y="1216911"/>
              <a:ext cx="343483" cy="177834"/>
            </a:xfrm>
            <a:custGeom>
              <a:avLst/>
              <a:gdLst>
                <a:gd name="connsiteX0" fmla="*/ 343439 w 343483"/>
                <a:gd name="connsiteY0" fmla="*/ 52856 h 177834"/>
                <a:gd name="connsiteX1" fmla="*/ 286619 w 343483"/>
                <a:gd name="connsiteY1" fmla="*/ 169920 h 177834"/>
                <a:gd name="connsiteX2" fmla="*/ 222078 w 343483"/>
                <a:gd name="connsiteY2" fmla="*/ 177714 h 177834"/>
                <a:gd name="connsiteX3" fmla="*/ 28239 w 343483"/>
                <a:gd name="connsiteY3" fmla="*/ 68993 h 177834"/>
                <a:gd name="connsiteX4" fmla="*/ 187 w 343483"/>
                <a:gd name="connsiteY4" fmla="*/ 16068 h 177834"/>
                <a:gd name="connsiteX5" fmla="*/ 40399 w 343483"/>
                <a:gd name="connsiteY5" fmla="*/ 989 h 177834"/>
                <a:gd name="connsiteX6" fmla="*/ 196728 w 343483"/>
                <a:gd name="connsiteY6" fmla="*/ 21167 h 177834"/>
                <a:gd name="connsiteX7" fmla="*/ 343439 w 343483"/>
                <a:gd name="connsiteY7" fmla="*/ 52856 h 1778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483" h="177834">
                  <a:moveTo>
                    <a:pt x="343439" y="52856"/>
                  </a:moveTo>
                  <a:cubicBezTo>
                    <a:pt x="320430" y="89768"/>
                    <a:pt x="301385" y="129007"/>
                    <a:pt x="286619" y="169920"/>
                  </a:cubicBezTo>
                  <a:cubicBezTo>
                    <a:pt x="265498" y="175113"/>
                    <a:pt x="243827" y="177730"/>
                    <a:pt x="222078" y="177714"/>
                  </a:cubicBezTo>
                  <a:cubicBezTo>
                    <a:pt x="137648" y="177714"/>
                    <a:pt x="77847" y="129674"/>
                    <a:pt x="28239" y="68993"/>
                  </a:cubicBezTo>
                  <a:cubicBezTo>
                    <a:pt x="23940" y="49543"/>
                    <a:pt x="-2800" y="31366"/>
                    <a:pt x="187" y="16068"/>
                  </a:cubicBezTo>
                  <a:cubicBezTo>
                    <a:pt x="4121" y="-4183"/>
                    <a:pt x="23207" y="-176"/>
                    <a:pt x="40399" y="989"/>
                  </a:cubicBezTo>
                  <a:cubicBezTo>
                    <a:pt x="92825" y="4982"/>
                    <a:pt x="145006" y="11718"/>
                    <a:pt x="196728" y="21167"/>
                  </a:cubicBezTo>
                  <a:cubicBezTo>
                    <a:pt x="210203" y="23499"/>
                    <a:pt x="341472" y="56280"/>
                    <a:pt x="343439" y="5285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7" name="任意多边形: 形状 46">
              <a:extLst>
                <a:ext uri="{FF2B5EF4-FFF2-40B4-BE49-F238E27FC236}">
                  <a16:creationId xmlns:a16="http://schemas.microsoft.com/office/drawing/2014/main" id="{668456B9-4D6A-401C-987D-41461BC7AA80}"/>
                </a:ext>
              </a:extLst>
            </p:cNvPr>
            <p:cNvSpPr/>
            <p:nvPr/>
          </p:nvSpPr>
          <p:spPr>
            <a:xfrm>
              <a:off x="2896225" y="846413"/>
              <a:ext cx="541013" cy="541013"/>
            </a:xfrm>
            <a:custGeom>
              <a:avLst/>
              <a:gdLst>
                <a:gd name="connsiteX0" fmla="*/ 541013 w 541013"/>
                <a:gd name="connsiteY0" fmla="*/ 270507 h 541013"/>
                <a:gd name="connsiteX1" fmla="*/ 270507 w 541013"/>
                <a:gd name="connsiteY1" fmla="*/ 541013 h 541013"/>
                <a:gd name="connsiteX2" fmla="*/ 0 w 541013"/>
                <a:gd name="connsiteY2" fmla="*/ 270507 h 541013"/>
                <a:gd name="connsiteX3" fmla="*/ 270507 w 541013"/>
                <a:gd name="connsiteY3" fmla="*/ 0 h 541013"/>
                <a:gd name="connsiteX4" fmla="*/ 541013 w 541013"/>
                <a:gd name="connsiteY4" fmla="*/ 270507 h 541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13" h="541013">
                  <a:moveTo>
                    <a:pt x="541013" y="270507"/>
                  </a:moveTo>
                  <a:cubicBezTo>
                    <a:pt x="541013" y="419903"/>
                    <a:pt x="419903" y="541013"/>
                    <a:pt x="270507" y="541013"/>
                  </a:cubicBezTo>
                  <a:cubicBezTo>
                    <a:pt x="121110" y="541013"/>
                    <a:pt x="0" y="419903"/>
                    <a:pt x="0" y="270507"/>
                  </a:cubicBezTo>
                  <a:cubicBezTo>
                    <a:pt x="0" y="121110"/>
                    <a:pt x="121110" y="0"/>
                    <a:pt x="270507" y="0"/>
                  </a:cubicBezTo>
                  <a:cubicBezTo>
                    <a:pt x="419903" y="0"/>
                    <a:pt x="541013" y="121110"/>
                    <a:pt x="541013" y="2705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8" name="任意多边形: 形状 47">
              <a:extLst>
                <a:ext uri="{FF2B5EF4-FFF2-40B4-BE49-F238E27FC236}">
                  <a16:creationId xmlns:a16="http://schemas.microsoft.com/office/drawing/2014/main" id="{EF240226-DF69-4A4C-B2D3-87EFF390B68B}"/>
                </a:ext>
              </a:extLst>
            </p:cNvPr>
            <p:cNvSpPr/>
            <p:nvPr/>
          </p:nvSpPr>
          <p:spPr>
            <a:xfrm>
              <a:off x="2889233" y="3016810"/>
              <a:ext cx="619266" cy="123114"/>
            </a:xfrm>
            <a:custGeom>
              <a:avLst/>
              <a:gdLst>
                <a:gd name="connsiteX0" fmla="*/ 619222 w 619266"/>
                <a:gd name="connsiteY0" fmla="*/ 38057 h 123114"/>
                <a:gd name="connsiteX1" fmla="*/ 478265 w 619266"/>
                <a:gd name="connsiteY1" fmla="*/ 39076 h 123114"/>
                <a:gd name="connsiteX2" fmla="*/ 390777 w 619266"/>
                <a:gd name="connsiteY2" fmla="*/ 48036 h 123114"/>
                <a:gd name="connsiteX3" fmla="*/ 286970 w 619266"/>
                <a:gd name="connsiteY3" fmla="*/ 82420 h 123114"/>
                <a:gd name="connsiteX4" fmla="*/ 113523 w 619266"/>
                <a:gd name="connsiteY4" fmla="*/ 105220 h 123114"/>
                <a:gd name="connsiteX5" fmla="*/ -45 w 619266"/>
                <a:gd name="connsiteY5" fmla="*/ 122995 h 123114"/>
                <a:gd name="connsiteX6" fmla="*/ 3451 w 619266"/>
                <a:gd name="connsiteY6" fmla="*/ 110028 h 123114"/>
                <a:gd name="connsiteX7" fmla="*/ 61947 w 619266"/>
                <a:gd name="connsiteY7" fmla="*/ 74479 h 123114"/>
                <a:gd name="connsiteX8" fmla="*/ 508641 w 619266"/>
                <a:gd name="connsiteY8" fmla="*/ 22248 h 123114"/>
                <a:gd name="connsiteX9" fmla="*/ 619222 w 619266"/>
                <a:gd name="connsiteY9" fmla="*/ 38057 h 12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266" h="123114">
                  <a:moveTo>
                    <a:pt x="619222" y="38057"/>
                  </a:moveTo>
                  <a:cubicBezTo>
                    <a:pt x="572382" y="35288"/>
                    <a:pt x="525251" y="37182"/>
                    <a:pt x="478265" y="39076"/>
                  </a:cubicBezTo>
                  <a:cubicBezTo>
                    <a:pt x="448888" y="39355"/>
                    <a:pt x="419600" y="42355"/>
                    <a:pt x="390777" y="48036"/>
                  </a:cubicBezTo>
                  <a:cubicBezTo>
                    <a:pt x="355227" y="56122"/>
                    <a:pt x="322009" y="72293"/>
                    <a:pt x="286970" y="82420"/>
                  </a:cubicBezTo>
                  <a:cubicBezTo>
                    <a:pt x="230877" y="98737"/>
                    <a:pt x="171654" y="99466"/>
                    <a:pt x="113523" y="105220"/>
                  </a:cubicBezTo>
                  <a:cubicBezTo>
                    <a:pt x="75352" y="108921"/>
                    <a:pt x="37431" y="114856"/>
                    <a:pt x="-45" y="122995"/>
                  </a:cubicBezTo>
                  <a:cubicBezTo>
                    <a:pt x="501" y="118529"/>
                    <a:pt x="1678" y="114164"/>
                    <a:pt x="3451" y="110028"/>
                  </a:cubicBezTo>
                  <a:cubicBezTo>
                    <a:pt x="13068" y="88393"/>
                    <a:pt x="38929" y="80015"/>
                    <a:pt x="61947" y="74479"/>
                  </a:cubicBezTo>
                  <a:cubicBezTo>
                    <a:pt x="208243" y="39392"/>
                    <a:pt x="358197" y="21859"/>
                    <a:pt x="508641" y="22248"/>
                  </a:cubicBezTo>
                  <a:cubicBezTo>
                    <a:pt x="564296" y="-15631"/>
                    <a:pt x="595620" y="-2082"/>
                    <a:pt x="619222" y="38057"/>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9" name="任意多边形: 形状 48">
              <a:extLst>
                <a:ext uri="{FF2B5EF4-FFF2-40B4-BE49-F238E27FC236}">
                  <a16:creationId xmlns:a16="http://schemas.microsoft.com/office/drawing/2014/main" id="{3B78E57C-0CA4-40D4-9F64-FC41E83AB3FF}"/>
                </a:ext>
              </a:extLst>
            </p:cNvPr>
            <p:cNvSpPr/>
            <p:nvPr/>
          </p:nvSpPr>
          <p:spPr>
            <a:xfrm>
              <a:off x="2566790" y="1481999"/>
              <a:ext cx="1054353" cy="1688174"/>
            </a:xfrm>
            <a:custGeom>
              <a:avLst/>
              <a:gdLst>
                <a:gd name="connsiteX0" fmla="*/ 757318 w 1054353"/>
                <a:gd name="connsiteY0" fmla="*/ 77622 h 1688174"/>
                <a:gd name="connsiteX1" fmla="*/ 712210 w 1054353"/>
                <a:gd name="connsiteY1" fmla="*/ 101906 h 1688174"/>
                <a:gd name="connsiteX2" fmla="*/ 694656 w 1054353"/>
                <a:gd name="connsiteY2" fmla="*/ 92510 h 1688174"/>
                <a:gd name="connsiteX3" fmla="*/ 588514 w 1054353"/>
                <a:gd name="connsiteY3" fmla="*/ 62170 h 1688174"/>
                <a:gd name="connsiteX4" fmla="*/ 369922 w 1054353"/>
                <a:gd name="connsiteY4" fmla="*/ 13026 h 1688174"/>
                <a:gd name="connsiteX5" fmla="*/ 305267 w 1054353"/>
                <a:gd name="connsiteY5" fmla="*/ -120 h 1688174"/>
                <a:gd name="connsiteX6" fmla="*/ 190055 w 1054353"/>
                <a:gd name="connsiteY6" fmla="*/ 66323 h 1688174"/>
                <a:gd name="connsiteX7" fmla="*/ 112774 w 1054353"/>
                <a:gd name="connsiteY7" fmla="*/ 180016 h 1688174"/>
                <a:gd name="connsiteX8" fmla="*/ 50006 w 1054353"/>
                <a:gd name="connsiteY8" fmla="*/ 255218 h 1688174"/>
                <a:gd name="connsiteX9" fmla="*/ 4693 w 1054353"/>
                <a:gd name="connsiteY9" fmla="*/ 492376 h 1688174"/>
                <a:gd name="connsiteX10" fmla="*/ 81795 w 1054353"/>
                <a:gd name="connsiteY10" fmla="*/ 726721 h 1688174"/>
                <a:gd name="connsiteX11" fmla="*/ 144747 w 1054353"/>
                <a:gd name="connsiteY11" fmla="*/ 853648 h 1688174"/>
                <a:gd name="connsiteX12" fmla="*/ 169069 w 1054353"/>
                <a:gd name="connsiteY12" fmla="*/ 1042073 h 1688174"/>
                <a:gd name="connsiteX13" fmla="*/ 193599 w 1054353"/>
                <a:gd name="connsiteY13" fmla="*/ 1098076 h 1688174"/>
                <a:gd name="connsiteX14" fmla="*/ 191899 w 1054353"/>
                <a:gd name="connsiteY14" fmla="*/ 1139148 h 1688174"/>
                <a:gd name="connsiteX15" fmla="*/ 178131 w 1054353"/>
                <a:gd name="connsiteY15" fmla="*/ 1237082 h 1688174"/>
                <a:gd name="connsiteX16" fmla="*/ 164316 w 1054353"/>
                <a:gd name="connsiteY16" fmla="*/ 1326355 h 1688174"/>
                <a:gd name="connsiteX17" fmla="*/ 166004 w 1054353"/>
                <a:gd name="connsiteY17" fmla="*/ 1488469 h 1688174"/>
                <a:gd name="connsiteX18" fmla="*/ 172392 w 1054353"/>
                <a:gd name="connsiteY18" fmla="*/ 1688054 h 1688174"/>
                <a:gd name="connsiteX19" fmla="*/ 435986 w 1054353"/>
                <a:gd name="connsiteY19" fmla="*/ 1625429 h 1688174"/>
                <a:gd name="connsiteX20" fmla="*/ 609413 w 1054353"/>
                <a:gd name="connsiteY20" fmla="*/ 1602692 h 1688174"/>
                <a:gd name="connsiteX21" fmla="*/ 713216 w 1054353"/>
                <a:gd name="connsiteY21" fmla="*/ 1568243 h 1688174"/>
                <a:gd name="connsiteX22" fmla="*/ 800744 w 1054353"/>
                <a:gd name="connsiteY22" fmla="*/ 1559308 h 1688174"/>
                <a:gd name="connsiteX23" fmla="*/ 995006 w 1054353"/>
                <a:gd name="connsiteY23" fmla="*/ 1563656 h 1688174"/>
                <a:gd name="connsiteX24" fmla="*/ 1009640 w 1054353"/>
                <a:gd name="connsiteY24" fmla="*/ 1560613 h 1688174"/>
                <a:gd name="connsiteX25" fmla="*/ 1011589 w 1054353"/>
                <a:gd name="connsiteY25" fmla="*/ 1552965 h 1688174"/>
                <a:gd name="connsiteX26" fmla="*/ 995002 w 1054353"/>
                <a:gd name="connsiteY26" fmla="*/ 1484101 h 1688174"/>
                <a:gd name="connsiteX27" fmla="*/ 975772 w 1054353"/>
                <a:gd name="connsiteY27" fmla="*/ 1438952 h 1688174"/>
                <a:gd name="connsiteX28" fmla="*/ 981391 w 1054353"/>
                <a:gd name="connsiteY28" fmla="*/ 1416534 h 1688174"/>
                <a:gd name="connsiteX29" fmla="*/ 1009822 w 1054353"/>
                <a:gd name="connsiteY29" fmla="*/ 1340712 h 1688174"/>
                <a:gd name="connsiteX30" fmla="*/ 1034865 w 1054353"/>
                <a:gd name="connsiteY30" fmla="*/ 1135142 h 1688174"/>
                <a:gd name="connsiteX31" fmla="*/ 1053551 w 1054353"/>
                <a:gd name="connsiteY31" fmla="*/ 976114 h 1688174"/>
                <a:gd name="connsiteX32" fmla="*/ 1026902 w 1054353"/>
                <a:gd name="connsiteY32" fmla="*/ 844663 h 1688174"/>
                <a:gd name="connsiteX33" fmla="*/ 1006107 w 1054353"/>
                <a:gd name="connsiteY33" fmla="*/ 815745 h 1688174"/>
                <a:gd name="connsiteX34" fmla="*/ 1001155 w 1054353"/>
                <a:gd name="connsiteY34" fmla="*/ 781163 h 1688174"/>
                <a:gd name="connsiteX35" fmla="*/ 1008667 w 1054353"/>
                <a:gd name="connsiteY35" fmla="*/ 507496 h 1688174"/>
                <a:gd name="connsiteX36" fmla="*/ 935645 w 1054353"/>
                <a:gd name="connsiteY36" fmla="*/ 377204 h 1688174"/>
                <a:gd name="connsiteX37" fmla="*/ 868116 w 1054353"/>
                <a:gd name="connsiteY37" fmla="*/ 219544 h 1688174"/>
                <a:gd name="connsiteX38" fmla="*/ 855570 w 1054353"/>
                <a:gd name="connsiteY38" fmla="*/ 106277 h 1688174"/>
                <a:gd name="connsiteX39" fmla="*/ 846005 w 1054353"/>
                <a:gd name="connsiteY39" fmla="*/ 79826 h 1688174"/>
                <a:gd name="connsiteX40" fmla="*/ 807500 w 1054353"/>
                <a:gd name="connsiteY40" fmla="*/ 68390 h 1688174"/>
                <a:gd name="connsiteX41" fmla="*/ 757318 w 1054353"/>
                <a:gd name="connsiteY41" fmla="*/ 77622 h 1688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054353" h="1688174">
                  <a:moveTo>
                    <a:pt x="757318" y="77622"/>
                  </a:moveTo>
                  <a:cubicBezTo>
                    <a:pt x="745525" y="91268"/>
                    <a:pt x="729701" y="106306"/>
                    <a:pt x="712210" y="101906"/>
                  </a:cubicBezTo>
                  <a:cubicBezTo>
                    <a:pt x="705888" y="99746"/>
                    <a:pt x="699960" y="96573"/>
                    <a:pt x="694656" y="92510"/>
                  </a:cubicBezTo>
                  <a:cubicBezTo>
                    <a:pt x="663473" y="72413"/>
                    <a:pt x="625198" y="67697"/>
                    <a:pt x="588514" y="62170"/>
                  </a:cubicBezTo>
                  <a:cubicBezTo>
                    <a:pt x="514570" y="51028"/>
                    <a:pt x="441519" y="34605"/>
                    <a:pt x="369922" y="13026"/>
                  </a:cubicBezTo>
                  <a:cubicBezTo>
                    <a:pt x="349141" y="5462"/>
                    <a:pt x="327351" y="1031"/>
                    <a:pt x="305267" y="-120"/>
                  </a:cubicBezTo>
                  <a:cubicBezTo>
                    <a:pt x="259418" y="117"/>
                    <a:pt x="218786" y="30594"/>
                    <a:pt x="190055" y="66323"/>
                  </a:cubicBezTo>
                  <a:cubicBezTo>
                    <a:pt x="161323" y="102052"/>
                    <a:pt x="140968" y="143860"/>
                    <a:pt x="112774" y="180016"/>
                  </a:cubicBezTo>
                  <a:cubicBezTo>
                    <a:pt x="92686" y="205776"/>
                    <a:pt x="68765" y="228475"/>
                    <a:pt x="50006" y="255218"/>
                  </a:cubicBezTo>
                  <a:cubicBezTo>
                    <a:pt x="2646" y="322734"/>
                    <a:pt x="-7533" y="410817"/>
                    <a:pt x="4693" y="492376"/>
                  </a:cubicBezTo>
                  <a:cubicBezTo>
                    <a:pt x="16920" y="573934"/>
                    <a:pt x="49505" y="650836"/>
                    <a:pt x="81795" y="726721"/>
                  </a:cubicBezTo>
                  <a:cubicBezTo>
                    <a:pt x="99052" y="770778"/>
                    <a:pt x="120115" y="813248"/>
                    <a:pt x="144747" y="853648"/>
                  </a:cubicBezTo>
                  <a:cubicBezTo>
                    <a:pt x="133854" y="915615"/>
                    <a:pt x="139603" y="986481"/>
                    <a:pt x="169069" y="1042073"/>
                  </a:cubicBezTo>
                  <a:cubicBezTo>
                    <a:pt x="178666" y="1060178"/>
                    <a:pt x="190426" y="1077833"/>
                    <a:pt x="193599" y="1098076"/>
                  </a:cubicBezTo>
                  <a:cubicBezTo>
                    <a:pt x="195053" y="1111776"/>
                    <a:pt x="194481" y="1125615"/>
                    <a:pt x="191899" y="1139148"/>
                  </a:cubicBezTo>
                  <a:lnTo>
                    <a:pt x="178131" y="1237082"/>
                  </a:lnTo>
                  <a:cubicBezTo>
                    <a:pt x="173939" y="1266903"/>
                    <a:pt x="169745" y="1296735"/>
                    <a:pt x="164316" y="1326355"/>
                  </a:cubicBezTo>
                  <a:cubicBezTo>
                    <a:pt x="154379" y="1380568"/>
                    <a:pt x="140898" y="1439404"/>
                    <a:pt x="166004" y="1488469"/>
                  </a:cubicBezTo>
                  <a:cubicBezTo>
                    <a:pt x="196071" y="1547226"/>
                    <a:pt x="164492" y="1622526"/>
                    <a:pt x="172392" y="1688054"/>
                  </a:cubicBezTo>
                  <a:cubicBezTo>
                    <a:pt x="257023" y="1655365"/>
                    <a:pt x="345695" y="1634298"/>
                    <a:pt x="435986" y="1625429"/>
                  </a:cubicBezTo>
                  <a:cubicBezTo>
                    <a:pt x="494116" y="1619730"/>
                    <a:pt x="553331" y="1619010"/>
                    <a:pt x="609413" y="1602692"/>
                  </a:cubicBezTo>
                  <a:cubicBezTo>
                    <a:pt x="644439" y="1592501"/>
                    <a:pt x="677654" y="1576368"/>
                    <a:pt x="713216" y="1568243"/>
                  </a:cubicBezTo>
                  <a:cubicBezTo>
                    <a:pt x="742055" y="1562583"/>
                    <a:pt x="771355" y="1559592"/>
                    <a:pt x="800744" y="1559308"/>
                  </a:cubicBezTo>
                  <a:cubicBezTo>
                    <a:pt x="865563" y="1556693"/>
                    <a:pt x="930841" y="1554101"/>
                    <a:pt x="995006" y="1563656"/>
                  </a:cubicBezTo>
                  <a:cubicBezTo>
                    <a:pt x="1000202" y="1564429"/>
                    <a:pt x="1006531" y="1564847"/>
                    <a:pt x="1009640" y="1560613"/>
                  </a:cubicBezTo>
                  <a:cubicBezTo>
                    <a:pt x="1011027" y="1558311"/>
                    <a:pt x="1011705" y="1555651"/>
                    <a:pt x="1011589" y="1552965"/>
                  </a:cubicBezTo>
                  <a:cubicBezTo>
                    <a:pt x="1012575" y="1528914"/>
                    <a:pt x="1006831" y="1505065"/>
                    <a:pt x="995002" y="1484101"/>
                  </a:cubicBezTo>
                  <a:cubicBezTo>
                    <a:pt x="986822" y="1469664"/>
                    <a:pt x="975457" y="1455542"/>
                    <a:pt x="975772" y="1438952"/>
                  </a:cubicBezTo>
                  <a:cubicBezTo>
                    <a:pt x="976364" y="1431215"/>
                    <a:pt x="978264" y="1423635"/>
                    <a:pt x="981391" y="1416534"/>
                  </a:cubicBezTo>
                  <a:lnTo>
                    <a:pt x="1009822" y="1340712"/>
                  </a:lnTo>
                  <a:cubicBezTo>
                    <a:pt x="1033822" y="1276704"/>
                    <a:pt x="1022401" y="1202355"/>
                    <a:pt x="1034865" y="1135142"/>
                  </a:cubicBezTo>
                  <a:cubicBezTo>
                    <a:pt x="1044607" y="1082605"/>
                    <a:pt x="1050849" y="1029479"/>
                    <a:pt x="1053551" y="976114"/>
                  </a:cubicBezTo>
                  <a:cubicBezTo>
                    <a:pt x="1055859" y="930503"/>
                    <a:pt x="1054425" y="881109"/>
                    <a:pt x="1026902" y="844663"/>
                  </a:cubicBezTo>
                  <a:cubicBezTo>
                    <a:pt x="1018855" y="835878"/>
                    <a:pt x="1011875" y="826171"/>
                    <a:pt x="1006107" y="815745"/>
                  </a:cubicBezTo>
                  <a:cubicBezTo>
                    <a:pt x="1002156" y="804666"/>
                    <a:pt x="1000472" y="792906"/>
                    <a:pt x="1001155" y="781163"/>
                  </a:cubicBezTo>
                  <a:cubicBezTo>
                    <a:pt x="1000542" y="689891"/>
                    <a:pt x="1003046" y="598668"/>
                    <a:pt x="1008667" y="507496"/>
                  </a:cubicBezTo>
                  <a:cubicBezTo>
                    <a:pt x="984667" y="464392"/>
                    <a:pt x="959644" y="420309"/>
                    <a:pt x="935645" y="377204"/>
                  </a:cubicBezTo>
                  <a:cubicBezTo>
                    <a:pt x="907713" y="327040"/>
                    <a:pt x="879393" y="275842"/>
                    <a:pt x="868116" y="219544"/>
                  </a:cubicBezTo>
                  <a:cubicBezTo>
                    <a:pt x="860651" y="182279"/>
                    <a:pt x="860910" y="143905"/>
                    <a:pt x="855570" y="106277"/>
                  </a:cubicBezTo>
                  <a:cubicBezTo>
                    <a:pt x="855009" y="96720"/>
                    <a:pt x="851686" y="87532"/>
                    <a:pt x="846005" y="79826"/>
                  </a:cubicBezTo>
                  <a:cubicBezTo>
                    <a:pt x="836840" y="69444"/>
                    <a:pt x="821342" y="67958"/>
                    <a:pt x="807500" y="68390"/>
                  </a:cubicBezTo>
                  <a:cubicBezTo>
                    <a:pt x="790404" y="68932"/>
                    <a:pt x="773487" y="72044"/>
                    <a:pt x="757318" y="7762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0" name="任意多边形: 形状 49">
              <a:extLst>
                <a:ext uri="{FF2B5EF4-FFF2-40B4-BE49-F238E27FC236}">
                  <a16:creationId xmlns:a16="http://schemas.microsoft.com/office/drawing/2014/main" id="{A5B8D102-F44C-461B-A4B2-ED7774C66175}"/>
                </a:ext>
              </a:extLst>
            </p:cNvPr>
            <p:cNvSpPr/>
            <p:nvPr/>
          </p:nvSpPr>
          <p:spPr>
            <a:xfrm>
              <a:off x="4141347" y="1338559"/>
              <a:ext cx="173124" cy="82633"/>
            </a:xfrm>
            <a:custGeom>
              <a:avLst/>
              <a:gdLst>
                <a:gd name="connsiteX0" fmla="*/ 173080 w 173124"/>
                <a:gd name="connsiteY0" fmla="*/ 58544 h 82633"/>
                <a:gd name="connsiteX1" fmla="*/ 114512 w 173124"/>
                <a:gd name="connsiteY1" fmla="*/ 82364 h 82633"/>
                <a:gd name="connsiteX2" fmla="*/ 10050 w 173124"/>
                <a:gd name="connsiteY2" fmla="*/ 43975 h 82633"/>
                <a:gd name="connsiteX3" fmla="*/ 70 w 173124"/>
                <a:gd name="connsiteY3" fmla="*/ 3982 h 82633"/>
                <a:gd name="connsiteX4" fmla="*/ 11725 w 173124"/>
                <a:gd name="connsiteY4" fmla="*/ 1724 h 82633"/>
                <a:gd name="connsiteX5" fmla="*/ 102491 w 173124"/>
                <a:gd name="connsiteY5" fmla="*/ 5366 h 82633"/>
                <a:gd name="connsiteX6" fmla="*/ 172934 w 173124"/>
                <a:gd name="connsiteY6" fmla="*/ 58252 h 82633"/>
                <a:gd name="connsiteX7" fmla="*/ 173080 w 173124"/>
                <a:gd name="connsiteY7" fmla="*/ 58544 h 8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124" h="82633">
                  <a:moveTo>
                    <a:pt x="173080" y="58544"/>
                  </a:moveTo>
                  <a:cubicBezTo>
                    <a:pt x="156086" y="71660"/>
                    <a:pt x="135837" y="79896"/>
                    <a:pt x="114512" y="82364"/>
                  </a:cubicBezTo>
                  <a:cubicBezTo>
                    <a:pt x="86611" y="84259"/>
                    <a:pt x="27386" y="67868"/>
                    <a:pt x="10050" y="43975"/>
                  </a:cubicBezTo>
                  <a:cubicBezTo>
                    <a:pt x="2741" y="31966"/>
                    <a:pt x="-740" y="18017"/>
                    <a:pt x="70" y="3982"/>
                  </a:cubicBezTo>
                  <a:cubicBezTo>
                    <a:pt x="3848" y="2756"/>
                    <a:pt x="7763" y="1998"/>
                    <a:pt x="11725" y="1724"/>
                  </a:cubicBezTo>
                  <a:cubicBezTo>
                    <a:pt x="41992" y="-1631"/>
                    <a:pt x="72591" y="-403"/>
                    <a:pt x="102491" y="5366"/>
                  </a:cubicBezTo>
                  <a:cubicBezTo>
                    <a:pt x="131994" y="12578"/>
                    <a:pt x="160478" y="30498"/>
                    <a:pt x="172934" y="58252"/>
                  </a:cubicBezTo>
                  <a:cubicBezTo>
                    <a:pt x="173007" y="58325"/>
                    <a:pt x="173007" y="58471"/>
                    <a:pt x="173080" y="5854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1" name="任意多边形: 形状 50">
              <a:extLst>
                <a:ext uri="{FF2B5EF4-FFF2-40B4-BE49-F238E27FC236}">
                  <a16:creationId xmlns:a16="http://schemas.microsoft.com/office/drawing/2014/main" id="{6912F354-B965-43FB-801B-3FF8A0DBD961}"/>
                </a:ext>
              </a:extLst>
            </p:cNvPr>
            <p:cNvSpPr/>
            <p:nvPr/>
          </p:nvSpPr>
          <p:spPr>
            <a:xfrm>
              <a:off x="3344611" y="1345824"/>
              <a:ext cx="965073" cy="703983"/>
            </a:xfrm>
            <a:custGeom>
              <a:avLst/>
              <a:gdLst>
                <a:gd name="connsiteX0" fmla="*/ 69846 w 965073"/>
                <a:gd name="connsiteY0" fmla="*/ 636299 h 703983"/>
                <a:gd name="connsiteX1" fmla="*/ 126827 w 965073"/>
                <a:gd name="connsiteY1" fmla="*/ 690058 h 703983"/>
                <a:gd name="connsiteX2" fmla="*/ 215622 w 965073"/>
                <a:gd name="connsiteY2" fmla="*/ 703680 h 703983"/>
                <a:gd name="connsiteX3" fmla="*/ 586674 w 965073"/>
                <a:gd name="connsiteY3" fmla="*/ 662920 h 703983"/>
                <a:gd name="connsiteX4" fmla="*/ 627540 w 965073"/>
                <a:gd name="connsiteY4" fmla="*/ 651966 h 703983"/>
                <a:gd name="connsiteX5" fmla="*/ 668842 w 965073"/>
                <a:gd name="connsiteY5" fmla="*/ 626206 h 703983"/>
                <a:gd name="connsiteX6" fmla="*/ 780505 w 965073"/>
                <a:gd name="connsiteY6" fmla="*/ 528808 h 703983"/>
                <a:gd name="connsiteX7" fmla="*/ 846698 w 965073"/>
                <a:gd name="connsiteY7" fmla="*/ 366471 h 703983"/>
                <a:gd name="connsiteX8" fmla="*/ 905835 w 965073"/>
                <a:gd name="connsiteY8" fmla="*/ 264731 h 703983"/>
                <a:gd name="connsiteX9" fmla="*/ 919315 w 965073"/>
                <a:gd name="connsiteY9" fmla="*/ 215319 h 703983"/>
                <a:gd name="connsiteX10" fmla="*/ 911710 w 965073"/>
                <a:gd name="connsiteY10" fmla="*/ 162260 h 703983"/>
                <a:gd name="connsiteX11" fmla="*/ 954633 w 965073"/>
                <a:gd name="connsiteY11" fmla="*/ 85046 h 703983"/>
                <a:gd name="connsiteX12" fmla="*/ 964842 w 965073"/>
                <a:gd name="connsiteY12" fmla="*/ 71479 h 703983"/>
                <a:gd name="connsiteX13" fmla="*/ 962411 w 965073"/>
                <a:gd name="connsiteY13" fmla="*/ 58255 h 703983"/>
                <a:gd name="connsiteX14" fmla="*/ 891942 w 965073"/>
                <a:gd name="connsiteY14" fmla="*/ 5350 h 703983"/>
                <a:gd name="connsiteX15" fmla="*/ 801146 w 965073"/>
                <a:gd name="connsiteY15" fmla="*/ 1745 h 703983"/>
                <a:gd name="connsiteX16" fmla="*/ 771406 w 965073"/>
                <a:gd name="connsiteY16" fmla="*/ 9644 h 703983"/>
                <a:gd name="connsiteX17" fmla="*/ 750252 w 965073"/>
                <a:gd name="connsiteY17" fmla="*/ 65347 h 703983"/>
                <a:gd name="connsiteX18" fmla="*/ 736430 w 965073"/>
                <a:gd name="connsiteY18" fmla="*/ 90757 h 703983"/>
                <a:gd name="connsiteX19" fmla="*/ 721412 w 965073"/>
                <a:gd name="connsiteY19" fmla="*/ 102500 h 703983"/>
                <a:gd name="connsiteX20" fmla="*/ 691646 w 965073"/>
                <a:gd name="connsiteY20" fmla="*/ 177573 h 703983"/>
                <a:gd name="connsiteX21" fmla="*/ 643943 w 965073"/>
                <a:gd name="connsiteY21" fmla="*/ 277160 h 703983"/>
                <a:gd name="connsiteX22" fmla="*/ 574192 w 965073"/>
                <a:gd name="connsiteY22" fmla="*/ 338566 h 703983"/>
                <a:gd name="connsiteX23" fmla="*/ 565082 w 965073"/>
                <a:gd name="connsiteY23" fmla="*/ 357678 h 703983"/>
                <a:gd name="connsiteX24" fmla="*/ 540727 w 965073"/>
                <a:gd name="connsiteY24" fmla="*/ 365162 h 703983"/>
                <a:gd name="connsiteX25" fmla="*/ 474259 w 965073"/>
                <a:gd name="connsiteY25" fmla="*/ 375254 h 703983"/>
                <a:gd name="connsiteX26" fmla="*/ 395312 w 965073"/>
                <a:gd name="connsiteY26" fmla="*/ 364220 h 703983"/>
                <a:gd name="connsiteX27" fmla="*/ 378466 w 965073"/>
                <a:gd name="connsiteY27" fmla="*/ 365714 h 703983"/>
                <a:gd name="connsiteX28" fmla="*/ 364650 w 965073"/>
                <a:gd name="connsiteY28" fmla="*/ 360899 h 703983"/>
                <a:gd name="connsiteX29" fmla="*/ 333314 w 965073"/>
                <a:gd name="connsiteY29" fmla="*/ 348571 h 703983"/>
                <a:gd name="connsiteX30" fmla="*/ 303585 w 965073"/>
                <a:gd name="connsiteY30" fmla="*/ 360054 h 703983"/>
                <a:gd name="connsiteX31" fmla="*/ 284567 w 965073"/>
                <a:gd name="connsiteY31" fmla="*/ 332197 h 703983"/>
                <a:gd name="connsiteX32" fmla="*/ 255727 w 965073"/>
                <a:gd name="connsiteY32" fmla="*/ 318435 h 703983"/>
                <a:gd name="connsiteX33" fmla="*/ 246199 w 965073"/>
                <a:gd name="connsiteY33" fmla="*/ 296916 h 703983"/>
                <a:gd name="connsiteX34" fmla="*/ 217426 w 965073"/>
                <a:gd name="connsiteY34" fmla="*/ 297958 h 703983"/>
                <a:gd name="connsiteX35" fmla="*/ 148910 w 965073"/>
                <a:gd name="connsiteY35" fmla="*/ 269165 h 703983"/>
                <a:gd name="connsiteX36" fmla="*/ 85350 w 965073"/>
                <a:gd name="connsiteY36" fmla="*/ 250274 h 703983"/>
                <a:gd name="connsiteX37" fmla="*/ 73587 w 965073"/>
                <a:gd name="connsiteY37" fmla="*/ 229286 h 703983"/>
                <a:gd name="connsiteX38" fmla="*/ 58495 w 965073"/>
                <a:gd name="connsiteY38" fmla="*/ 227537 h 703983"/>
                <a:gd name="connsiteX39" fmla="*/ 12854 w 965073"/>
                <a:gd name="connsiteY39" fmla="*/ 241389 h 703983"/>
                <a:gd name="connsiteX40" fmla="*/ 19568 w 965073"/>
                <a:gd name="connsiteY40" fmla="*/ 521032 h 703983"/>
                <a:gd name="connsiteX41" fmla="*/ 69846 w 965073"/>
                <a:gd name="connsiteY41" fmla="*/ 636299 h 703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965073" h="703983">
                  <a:moveTo>
                    <a:pt x="69846" y="636299"/>
                  </a:moveTo>
                  <a:cubicBezTo>
                    <a:pt x="86311" y="656826"/>
                    <a:pt x="103471" y="677935"/>
                    <a:pt x="126827" y="690058"/>
                  </a:cubicBezTo>
                  <a:cubicBezTo>
                    <a:pt x="153699" y="704006"/>
                    <a:pt x="185352" y="704324"/>
                    <a:pt x="215622" y="703680"/>
                  </a:cubicBezTo>
                  <a:cubicBezTo>
                    <a:pt x="340263" y="701021"/>
                    <a:pt x="464427" y="687381"/>
                    <a:pt x="586674" y="662920"/>
                  </a:cubicBezTo>
                  <a:cubicBezTo>
                    <a:pt x="600602" y="660522"/>
                    <a:pt x="614280" y="656856"/>
                    <a:pt x="627540" y="651966"/>
                  </a:cubicBezTo>
                  <a:cubicBezTo>
                    <a:pt x="642237" y="644969"/>
                    <a:pt x="656093" y="636327"/>
                    <a:pt x="668842" y="626206"/>
                  </a:cubicBezTo>
                  <a:cubicBezTo>
                    <a:pt x="709086" y="597273"/>
                    <a:pt x="749903" y="567799"/>
                    <a:pt x="780505" y="528808"/>
                  </a:cubicBezTo>
                  <a:cubicBezTo>
                    <a:pt x="816913" y="481717"/>
                    <a:pt x="839797" y="425593"/>
                    <a:pt x="846698" y="366471"/>
                  </a:cubicBezTo>
                  <a:cubicBezTo>
                    <a:pt x="875806" y="339652"/>
                    <a:pt x="891263" y="301531"/>
                    <a:pt x="905835" y="264731"/>
                  </a:cubicBezTo>
                  <a:cubicBezTo>
                    <a:pt x="913031" y="249120"/>
                    <a:pt x="917586" y="232422"/>
                    <a:pt x="919315" y="215319"/>
                  </a:cubicBezTo>
                  <a:cubicBezTo>
                    <a:pt x="920098" y="197822"/>
                    <a:pt x="908503" y="179479"/>
                    <a:pt x="911710" y="162260"/>
                  </a:cubicBezTo>
                  <a:cubicBezTo>
                    <a:pt x="917325" y="132569"/>
                    <a:pt x="932380" y="105487"/>
                    <a:pt x="954633" y="85046"/>
                  </a:cubicBezTo>
                  <a:cubicBezTo>
                    <a:pt x="959351" y="81681"/>
                    <a:pt x="962917" y="76944"/>
                    <a:pt x="964842" y="71479"/>
                  </a:cubicBezTo>
                  <a:cubicBezTo>
                    <a:pt x="965441" y="66925"/>
                    <a:pt x="964590" y="62298"/>
                    <a:pt x="962411" y="58255"/>
                  </a:cubicBezTo>
                  <a:cubicBezTo>
                    <a:pt x="949955" y="30510"/>
                    <a:pt x="921473" y="12621"/>
                    <a:pt x="891942" y="5350"/>
                  </a:cubicBezTo>
                  <a:cubicBezTo>
                    <a:pt x="862031" y="-418"/>
                    <a:pt x="831420" y="-1633"/>
                    <a:pt x="801146" y="1745"/>
                  </a:cubicBezTo>
                  <a:cubicBezTo>
                    <a:pt x="791054" y="3655"/>
                    <a:pt x="781116" y="6295"/>
                    <a:pt x="771406" y="9644"/>
                  </a:cubicBezTo>
                  <a:lnTo>
                    <a:pt x="750252" y="65347"/>
                  </a:lnTo>
                  <a:cubicBezTo>
                    <a:pt x="747410" y="74664"/>
                    <a:pt x="742708" y="83308"/>
                    <a:pt x="736430" y="90757"/>
                  </a:cubicBezTo>
                  <a:cubicBezTo>
                    <a:pt x="731719" y="95034"/>
                    <a:pt x="726700" y="98959"/>
                    <a:pt x="721412" y="102500"/>
                  </a:cubicBezTo>
                  <a:cubicBezTo>
                    <a:pt x="699612" y="121010"/>
                    <a:pt x="688453" y="149154"/>
                    <a:pt x="691646" y="177573"/>
                  </a:cubicBezTo>
                  <a:cubicBezTo>
                    <a:pt x="651958" y="192980"/>
                    <a:pt x="631074" y="236577"/>
                    <a:pt x="643943" y="277160"/>
                  </a:cubicBezTo>
                  <a:cubicBezTo>
                    <a:pt x="611591" y="284096"/>
                    <a:pt x="585173" y="307354"/>
                    <a:pt x="574192" y="338566"/>
                  </a:cubicBezTo>
                  <a:cubicBezTo>
                    <a:pt x="572686" y="345559"/>
                    <a:pt x="569566" y="352104"/>
                    <a:pt x="565082" y="357678"/>
                  </a:cubicBezTo>
                  <a:cubicBezTo>
                    <a:pt x="558102" y="362970"/>
                    <a:pt x="549474" y="365621"/>
                    <a:pt x="540727" y="365162"/>
                  </a:cubicBezTo>
                  <a:cubicBezTo>
                    <a:pt x="516823" y="366641"/>
                    <a:pt x="495922" y="385466"/>
                    <a:pt x="474259" y="375254"/>
                  </a:cubicBezTo>
                  <a:cubicBezTo>
                    <a:pt x="449651" y="363721"/>
                    <a:pt x="422139" y="359876"/>
                    <a:pt x="395312" y="364220"/>
                  </a:cubicBezTo>
                  <a:cubicBezTo>
                    <a:pt x="389796" y="365518"/>
                    <a:pt x="384123" y="366021"/>
                    <a:pt x="378466" y="365714"/>
                  </a:cubicBezTo>
                  <a:cubicBezTo>
                    <a:pt x="373626" y="364883"/>
                    <a:pt x="368958" y="363256"/>
                    <a:pt x="364650" y="360899"/>
                  </a:cubicBezTo>
                  <a:cubicBezTo>
                    <a:pt x="354895" y="355214"/>
                    <a:pt x="344327" y="351056"/>
                    <a:pt x="333314" y="348571"/>
                  </a:cubicBezTo>
                  <a:cubicBezTo>
                    <a:pt x="322007" y="346213"/>
                    <a:pt x="310370" y="350708"/>
                    <a:pt x="303585" y="360054"/>
                  </a:cubicBezTo>
                  <a:cubicBezTo>
                    <a:pt x="295999" y="351736"/>
                    <a:pt x="291479" y="341083"/>
                    <a:pt x="284567" y="332197"/>
                  </a:cubicBezTo>
                  <a:cubicBezTo>
                    <a:pt x="278319" y="322537"/>
                    <a:pt x="267167" y="317215"/>
                    <a:pt x="255727" y="318435"/>
                  </a:cubicBezTo>
                  <a:cubicBezTo>
                    <a:pt x="262928" y="312019"/>
                    <a:pt x="255557" y="299250"/>
                    <a:pt x="246199" y="296916"/>
                  </a:cubicBezTo>
                  <a:cubicBezTo>
                    <a:pt x="236600" y="296127"/>
                    <a:pt x="226942" y="296477"/>
                    <a:pt x="217426" y="297958"/>
                  </a:cubicBezTo>
                  <a:cubicBezTo>
                    <a:pt x="192408" y="297827"/>
                    <a:pt x="173212" y="275111"/>
                    <a:pt x="148910" y="269165"/>
                  </a:cubicBezTo>
                  <a:cubicBezTo>
                    <a:pt x="126573" y="263699"/>
                    <a:pt x="96801" y="270217"/>
                    <a:pt x="85350" y="250274"/>
                  </a:cubicBezTo>
                  <a:cubicBezTo>
                    <a:pt x="81291" y="243204"/>
                    <a:pt x="80497" y="233615"/>
                    <a:pt x="73587" y="229286"/>
                  </a:cubicBezTo>
                  <a:cubicBezTo>
                    <a:pt x="68907" y="226987"/>
                    <a:pt x="63577" y="226369"/>
                    <a:pt x="58495" y="227537"/>
                  </a:cubicBezTo>
                  <a:cubicBezTo>
                    <a:pt x="42631" y="229648"/>
                    <a:pt x="27216" y="234327"/>
                    <a:pt x="12854" y="241389"/>
                  </a:cubicBezTo>
                  <a:cubicBezTo>
                    <a:pt x="-10569" y="333011"/>
                    <a:pt x="1720" y="428162"/>
                    <a:pt x="19568" y="521032"/>
                  </a:cubicBezTo>
                  <a:cubicBezTo>
                    <a:pt x="26089" y="563152"/>
                    <a:pt x="43411" y="602865"/>
                    <a:pt x="69846" y="636299"/>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2" name="任意多边形: 形状 51">
              <a:extLst>
                <a:ext uri="{FF2B5EF4-FFF2-40B4-BE49-F238E27FC236}">
                  <a16:creationId xmlns:a16="http://schemas.microsoft.com/office/drawing/2014/main" id="{2C36C5BB-15AF-437B-BE8A-C2709CD4CB55}"/>
                </a:ext>
              </a:extLst>
            </p:cNvPr>
            <p:cNvSpPr/>
            <p:nvPr/>
          </p:nvSpPr>
          <p:spPr>
            <a:xfrm>
              <a:off x="3297316" y="2279710"/>
              <a:ext cx="143431" cy="265743"/>
            </a:xfrm>
            <a:custGeom>
              <a:avLst/>
              <a:gdLst>
                <a:gd name="connsiteX0" fmla="*/ 116437 w 143431"/>
                <a:gd name="connsiteY0" fmla="*/ 30743 h 265743"/>
                <a:gd name="connsiteX1" fmla="*/ -45 w 143431"/>
                <a:gd name="connsiteY1" fmla="*/ 265623 h 265743"/>
                <a:gd name="connsiteX2" fmla="*/ 60036 w 143431"/>
                <a:gd name="connsiteY2" fmla="*/ 221538 h 265743"/>
                <a:gd name="connsiteX3" fmla="*/ 117520 w 143431"/>
                <a:gd name="connsiteY3" fmla="*/ 144315 h 265743"/>
                <a:gd name="connsiteX4" fmla="*/ 139516 w 143431"/>
                <a:gd name="connsiteY4" fmla="*/ 49171 h 265743"/>
                <a:gd name="connsiteX5" fmla="*/ 139630 w 143431"/>
                <a:gd name="connsiteY5" fmla="*/ -120 h 265743"/>
                <a:gd name="connsiteX6" fmla="*/ 116437 w 143431"/>
                <a:gd name="connsiteY6" fmla="*/ 30743 h 265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3431" h="265743">
                  <a:moveTo>
                    <a:pt x="116437" y="30743"/>
                  </a:moveTo>
                  <a:lnTo>
                    <a:pt x="-45" y="265623"/>
                  </a:lnTo>
                  <a:cubicBezTo>
                    <a:pt x="12544" y="243859"/>
                    <a:pt x="39095" y="235455"/>
                    <a:pt x="60036" y="221538"/>
                  </a:cubicBezTo>
                  <a:cubicBezTo>
                    <a:pt x="86706" y="202345"/>
                    <a:pt x="106785" y="175371"/>
                    <a:pt x="117520" y="144315"/>
                  </a:cubicBezTo>
                  <a:cubicBezTo>
                    <a:pt x="128105" y="113442"/>
                    <a:pt x="135476" y="81558"/>
                    <a:pt x="139516" y="49171"/>
                  </a:cubicBezTo>
                  <a:cubicBezTo>
                    <a:pt x="141897" y="34264"/>
                    <a:pt x="146825" y="13378"/>
                    <a:pt x="139630" y="-120"/>
                  </a:cubicBezTo>
                  <a:cubicBezTo>
                    <a:pt x="126240" y="2634"/>
                    <a:pt x="121910" y="19708"/>
                    <a:pt x="116437" y="30743"/>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3" name="任意多边形: 形状 52">
              <a:extLst>
                <a:ext uri="{FF2B5EF4-FFF2-40B4-BE49-F238E27FC236}">
                  <a16:creationId xmlns:a16="http://schemas.microsoft.com/office/drawing/2014/main" id="{12ADA458-CF9F-4C8C-BC0B-D4506CFAAD46}"/>
                </a:ext>
              </a:extLst>
            </p:cNvPr>
            <p:cNvSpPr/>
            <p:nvPr/>
          </p:nvSpPr>
          <p:spPr>
            <a:xfrm>
              <a:off x="2795254" y="2464108"/>
              <a:ext cx="331780" cy="376626"/>
            </a:xfrm>
            <a:custGeom>
              <a:avLst/>
              <a:gdLst>
                <a:gd name="connsiteX0" fmla="*/ 283330 w 331780"/>
                <a:gd name="connsiteY0" fmla="*/ 45739 h 376626"/>
                <a:gd name="connsiteX1" fmla="*/ 195944 w 331780"/>
                <a:gd name="connsiteY1" fmla="*/ 113931 h 376626"/>
                <a:gd name="connsiteX2" fmla="*/ 33208 w 331780"/>
                <a:gd name="connsiteY2" fmla="*/ 314007 h 376626"/>
                <a:gd name="connsiteX3" fmla="*/ -45 w 331780"/>
                <a:gd name="connsiteY3" fmla="*/ 374593 h 376626"/>
                <a:gd name="connsiteX4" fmla="*/ 19143 w 331780"/>
                <a:gd name="connsiteY4" fmla="*/ 369628 h 376626"/>
                <a:gd name="connsiteX5" fmla="*/ 110616 w 331780"/>
                <a:gd name="connsiteY5" fmla="*/ 289238 h 376626"/>
                <a:gd name="connsiteX6" fmla="*/ 141123 w 331780"/>
                <a:gd name="connsiteY6" fmla="*/ 258364 h 376626"/>
                <a:gd name="connsiteX7" fmla="*/ 178461 w 331780"/>
                <a:gd name="connsiteY7" fmla="*/ 187884 h 376626"/>
                <a:gd name="connsiteX8" fmla="*/ 234049 w 331780"/>
                <a:gd name="connsiteY8" fmla="*/ 131233 h 376626"/>
                <a:gd name="connsiteX9" fmla="*/ 328064 w 331780"/>
                <a:gd name="connsiteY9" fmla="*/ -120 h 376626"/>
                <a:gd name="connsiteX10" fmla="*/ 283330 w 331780"/>
                <a:gd name="connsiteY10" fmla="*/ 45739 h 376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1780" h="376626">
                  <a:moveTo>
                    <a:pt x="283330" y="45739"/>
                  </a:moveTo>
                  <a:cubicBezTo>
                    <a:pt x="257049" y="71756"/>
                    <a:pt x="224865" y="90883"/>
                    <a:pt x="195944" y="113931"/>
                  </a:cubicBezTo>
                  <a:cubicBezTo>
                    <a:pt x="128403" y="167757"/>
                    <a:pt x="80209" y="241550"/>
                    <a:pt x="33208" y="314007"/>
                  </a:cubicBezTo>
                  <a:cubicBezTo>
                    <a:pt x="19932" y="332919"/>
                    <a:pt x="8780" y="353238"/>
                    <a:pt x="-45" y="374593"/>
                  </a:cubicBezTo>
                  <a:cubicBezTo>
                    <a:pt x="5456" y="379306"/>
                    <a:pt x="13703" y="374410"/>
                    <a:pt x="19143" y="369628"/>
                  </a:cubicBezTo>
                  <a:lnTo>
                    <a:pt x="110616" y="289238"/>
                  </a:lnTo>
                  <a:cubicBezTo>
                    <a:pt x="121843" y="280049"/>
                    <a:pt x="132069" y="269700"/>
                    <a:pt x="141123" y="258364"/>
                  </a:cubicBezTo>
                  <a:cubicBezTo>
                    <a:pt x="156995" y="236983"/>
                    <a:pt x="164037" y="210267"/>
                    <a:pt x="178461" y="187884"/>
                  </a:cubicBezTo>
                  <a:cubicBezTo>
                    <a:pt x="194167" y="166423"/>
                    <a:pt x="212889" y="147343"/>
                    <a:pt x="234049" y="131233"/>
                  </a:cubicBezTo>
                  <a:cubicBezTo>
                    <a:pt x="255037" y="113224"/>
                    <a:pt x="351609" y="31576"/>
                    <a:pt x="328064" y="-120"/>
                  </a:cubicBezTo>
                  <a:cubicBezTo>
                    <a:pt x="311090" y="8432"/>
                    <a:pt x="297217" y="31992"/>
                    <a:pt x="283330" y="45739"/>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4" name="任意多边形: 形状 53">
              <a:extLst>
                <a:ext uri="{FF2B5EF4-FFF2-40B4-BE49-F238E27FC236}">
                  <a16:creationId xmlns:a16="http://schemas.microsoft.com/office/drawing/2014/main" id="{C38204BB-F8DC-4C27-A8EC-BA9B0FFDA93B}"/>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5" name="任意多边形: 形状 54">
              <a:extLst>
                <a:ext uri="{FF2B5EF4-FFF2-40B4-BE49-F238E27FC236}">
                  <a16:creationId xmlns:a16="http://schemas.microsoft.com/office/drawing/2014/main" id="{668569DC-2C9A-4BF5-84F1-F21E45279744}"/>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6" name="任意多边形: 形状 55">
              <a:extLst>
                <a:ext uri="{FF2B5EF4-FFF2-40B4-BE49-F238E27FC236}">
                  <a16:creationId xmlns:a16="http://schemas.microsoft.com/office/drawing/2014/main" id="{704EFE3D-F0C0-4A20-94EB-4E8D5628E208}"/>
                </a:ext>
              </a:extLst>
            </p:cNvPr>
            <p:cNvSpPr/>
            <p:nvPr/>
          </p:nvSpPr>
          <p:spPr>
            <a:xfrm>
              <a:off x="2700122" y="5196663"/>
              <a:ext cx="741221" cy="283677"/>
            </a:xfrm>
            <a:custGeom>
              <a:avLst/>
              <a:gdLst>
                <a:gd name="connsiteX0" fmla="*/ 719097 w 741221"/>
                <a:gd name="connsiteY0" fmla="*/ 215658 h 283677"/>
                <a:gd name="connsiteX1" fmla="*/ 646396 w 741221"/>
                <a:gd name="connsiteY1" fmla="*/ 247637 h 283677"/>
                <a:gd name="connsiteX2" fmla="*/ 465445 w 741221"/>
                <a:gd name="connsiteY2" fmla="*/ 270001 h 283677"/>
                <a:gd name="connsiteX3" fmla="*/ 406367 w 741221"/>
                <a:gd name="connsiteY3" fmla="*/ 274517 h 283677"/>
                <a:gd name="connsiteX4" fmla="*/ 232993 w 741221"/>
                <a:gd name="connsiteY4" fmla="*/ 283551 h 283677"/>
                <a:gd name="connsiteX5" fmla="*/ 19772 w 741221"/>
                <a:gd name="connsiteY5" fmla="*/ 265120 h 283677"/>
                <a:gd name="connsiteX6" fmla="*/ 38 w 741221"/>
                <a:gd name="connsiteY6" fmla="*/ 248840 h 283677"/>
                <a:gd name="connsiteX7" fmla="*/ 322 w 741221"/>
                <a:gd name="connsiteY7" fmla="*/ 243486 h 283677"/>
                <a:gd name="connsiteX8" fmla="*/ 26546 w 741221"/>
                <a:gd name="connsiteY8" fmla="*/ 29463 h 283677"/>
                <a:gd name="connsiteX9" fmla="*/ 87300 w 741221"/>
                <a:gd name="connsiteY9" fmla="*/ 67998 h 283677"/>
                <a:gd name="connsiteX10" fmla="*/ 134286 w 741221"/>
                <a:gd name="connsiteY10" fmla="*/ 92984 h 283677"/>
                <a:gd name="connsiteX11" fmla="*/ 307733 w 741221"/>
                <a:gd name="connsiteY11" fmla="*/ 27860 h 283677"/>
                <a:gd name="connsiteX12" fmla="*/ 339858 w 741221"/>
                <a:gd name="connsiteY12" fmla="*/ 7973 h 283677"/>
                <a:gd name="connsiteX13" fmla="*/ 365865 w 741221"/>
                <a:gd name="connsiteY13" fmla="*/ 543 h 283677"/>
                <a:gd name="connsiteX14" fmla="*/ 454373 w 741221"/>
                <a:gd name="connsiteY14" fmla="*/ 18463 h 283677"/>
                <a:gd name="connsiteX15" fmla="*/ 556285 w 741221"/>
                <a:gd name="connsiteY15" fmla="*/ 79581 h 283677"/>
                <a:gd name="connsiteX16" fmla="*/ 647634 w 741221"/>
                <a:gd name="connsiteY16" fmla="*/ 108501 h 283677"/>
                <a:gd name="connsiteX17" fmla="*/ 734832 w 741221"/>
                <a:gd name="connsiteY17" fmla="*/ 142957 h 283677"/>
                <a:gd name="connsiteX18" fmla="*/ 734905 w 741221"/>
                <a:gd name="connsiteY18" fmla="*/ 143176 h 283677"/>
                <a:gd name="connsiteX19" fmla="*/ 719097 w 741221"/>
                <a:gd name="connsiteY19" fmla="*/ 215658 h 283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41221" h="283677">
                  <a:moveTo>
                    <a:pt x="719097" y="215658"/>
                  </a:moveTo>
                  <a:cubicBezTo>
                    <a:pt x="699501" y="233943"/>
                    <a:pt x="672548" y="241955"/>
                    <a:pt x="646396" y="247637"/>
                  </a:cubicBezTo>
                  <a:cubicBezTo>
                    <a:pt x="586671" y="259284"/>
                    <a:pt x="526208" y="266757"/>
                    <a:pt x="465445" y="270001"/>
                  </a:cubicBezTo>
                  <a:cubicBezTo>
                    <a:pt x="445777" y="271458"/>
                    <a:pt x="426035" y="272988"/>
                    <a:pt x="406367" y="274517"/>
                  </a:cubicBezTo>
                  <a:cubicBezTo>
                    <a:pt x="348673" y="278889"/>
                    <a:pt x="290905" y="283332"/>
                    <a:pt x="232993" y="283551"/>
                  </a:cubicBezTo>
                  <a:cubicBezTo>
                    <a:pt x="161511" y="283793"/>
                    <a:pt x="90152" y="277625"/>
                    <a:pt x="19772" y="265120"/>
                  </a:cubicBezTo>
                  <a:cubicBezTo>
                    <a:pt x="9827" y="266074"/>
                    <a:pt x="991" y="258785"/>
                    <a:pt x="38" y="248840"/>
                  </a:cubicBezTo>
                  <a:cubicBezTo>
                    <a:pt x="-134" y="247051"/>
                    <a:pt x="-38" y="245246"/>
                    <a:pt x="322" y="243486"/>
                  </a:cubicBezTo>
                  <a:cubicBezTo>
                    <a:pt x="1574" y="171425"/>
                    <a:pt x="10363" y="99694"/>
                    <a:pt x="26546" y="29463"/>
                  </a:cubicBezTo>
                  <a:cubicBezTo>
                    <a:pt x="33249" y="616"/>
                    <a:pt x="84968" y="65303"/>
                    <a:pt x="87300" y="67998"/>
                  </a:cubicBezTo>
                  <a:cubicBezTo>
                    <a:pt x="101651" y="84316"/>
                    <a:pt x="112505" y="91819"/>
                    <a:pt x="134286" y="92984"/>
                  </a:cubicBezTo>
                  <a:cubicBezTo>
                    <a:pt x="193801" y="96263"/>
                    <a:pt x="260456" y="60058"/>
                    <a:pt x="307733" y="27860"/>
                  </a:cubicBezTo>
                  <a:cubicBezTo>
                    <a:pt x="317857" y="20330"/>
                    <a:pt x="328604" y="13677"/>
                    <a:pt x="339858" y="7973"/>
                  </a:cubicBezTo>
                  <a:cubicBezTo>
                    <a:pt x="348126" y="4263"/>
                    <a:pt x="356884" y="1761"/>
                    <a:pt x="365865" y="543"/>
                  </a:cubicBezTo>
                  <a:cubicBezTo>
                    <a:pt x="396486" y="-2280"/>
                    <a:pt x="427262" y="3952"/>
                    <a:pt x="454373" y="18463"/>
                  </a:cubicBezTo>
                  <a:cubicBezTo>
                    <a:pt x="489922" y="36091"/>
                    <a:pt x="521101" y="61442"/>
                    <a:pt x="556285" y="79581"/>
                  </a:cubicBezTo>
                  <a:cubicBezTo>
                    <a:pt x="584895" y="94281"/>
                    <a:pt x="615776" y="104058"/>
                    <a:pt x="647634" y="108501"/>
                  </a:cubicBezTo>
                  <a:cubicBezTo>
                    <a:pt x="679833" y="112944"/>
                    <a:pt x="718295" y="115057"/>
                    <a:pt x="734832" y="142957"/>
                  </a:cubicBezTo>
                  <a:cubicBezTo>
                    <a:pt x="734888" y="143015"/>
                    <a:pt x="734915" y="143096"/>
                    <a:pt x="734905" y="143176"/>
                  </a:cubicBezTo>
                  <a:cubicBezTo>
                    <a:pt x="748454" y="166268"/>
                    <a:pt x="738619" y="197446"/>
                    <a:pt x="719097" y="215658"/>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7" name="任意多边形: 形状 56">
              <a:extLst>
                <a:ext uri="{FF2B5EF4-FFF2-40B4-BE49-F238E27FC236}">
                  <a16:creationId xmlns:a16="http://schemas.microsoft.com/office/drawing/2014/main" id="{F3D9F590-0590-43D1-AC87-7B05EC6E76A0}"/>
                </a:ext>
              </a:extLst>
            </p:cNvPr>
            <p:cNvSpPr/>
            <p:nvPr/>
          </p:nvSpPr>
          <p:spPr>
            <a:xfrm>
              <a:off x="2689828" y="5197325"/>
              <a:ext cx="755498" cy="293676"/>
            </a:xfrm>
            <a:custGeom>
              <a:avLst/>
              <a:gdLst>
                <a:gd name="connsiteX0" fmla="*/ 729391 w 755498"/>
                <a:gd name="connsiteY0" fmla="*/ 225656 h 293676"/>
                <a:gd name="connsiteX1" fmla="*/ 656690 w 755498"/>
                <a:gd name="connsiteY1" fmla="*/ 257636 h 293676"/>
                <a:gd name="connsiteX2" fmla="*/ 475739 w 755498"/>
                <a:gd name="connsiteY2" fmla="*/ 280000 h 293676"/>
                <a:gd name="connsiteX3" fmla="*/ 416662 w 755498"/>
                <a:gd name="connsiteY3" fmla="*/ 284516 h 293676"/>
                <a:gd name="connsiteX4" fmla="*/ 243287 w 755498"/>
                <a:gd name="connsiteY4" fmla="*/ 293549 h 293676"/>
                <a:gd name="connsiteX5" fmla="*/ 30066 w 755498"/>
                <a:gd name="connsiteY5" fmla="*/ 275119 h 293676"/>
                <a:gd name="connsiteX6" fmla="*/ 13165 w 755498"/>
                <a:gd name="connsiteY6" fmla="*/ 266960 h 293676"/>
                <a:gd name="connsiteX7" fmla="*/ -45 w 755498"/>
                <a:gd name="connsiteY7" fmla="*/ 242822 h 293676"/>
                <a:gd name="connsiteX8" fmla="*/ 36840 w 755498"/>
                <a:gd name="connsiteY8" fmla="*/ 28800 h 293676"/>
                <a:gd name="connsiteX9" fmla="*/ 97594 w 755498"/>
                <a:gd name="connsiteY9" fmla="*/ 67335 h 293676"/>
                <a:gd name="connsiteX10" fmla="*/ 144580 w 755498"/>
                <a:gd name="connsiteY10" fmla="*/ 92321 h 293676"/>
                <a:gd name="connsiteX11" fmla="*/ 318027 w 755498"/>
                <a:gd name="connsiteY11" fmla="*/ 27197 h 293676"/>
                <a:gd name="connsiteX12" fmla="*/ 350152 w 755498"/>
                <a:gd name="connsiteY12" fmla="*/ 7310 h 293676"/>
                <a:gd name="connsiteX13" fmla="*/ 376159 w 755498"/>
                <a:gd name="connsiteY13" fmla="*/ -120 h 293676"/>
                <a:gd name="connsiteX14" fmla="*/ 275411 w 755498"/>
                <a:gd name="connsiteY14" fmla="*/ 110169 h 293676"/>
                <a:gd name="connsiteX15" fmla="*/ 63576 w 755498"/>
                <a:gd name="connsiteY15" fmla="*/ 129838 h 293676"/>
                <a:gd name="connsiteX16" fmla="*/ 48569 w 755498"/>
                <a:gd name="connsiteY16" fmla="*/ 133480 h 293676"/>
                <a:gd name="connsiteX17" fmla="*/ 39755 w 755498"/>
                <a:gd name="connsiteY17" fmla="*/ 161599 h 293676"/>
                <a:gd name="connsiteX18" fmla="*/ 57310 w 755498"/>
                <a:gd name="connsiteY18" fmla="*/ 207346 h 293676"/>
                <a:gd name="connsiteX19" fmla="*/ 81058 w 755498"/>
                <a:gd name="connsiteY19" fmla="*/ 212300 h 293676"/>
                <a:gd name="connsiteX20" fmla="*/ 609267 w 755498"/>
                <a:gd name="connsiteY20" fmla="*/ 193796 h 293676"/>
                <a:gd name="connsiteX21" fmla="*/ 695299 w 755498"/>
                <a:gd name="connsiteY21" fmla="*/ 174637 h 293676"/>
                <a:gd name="connsiteX22" fmla="*/ 745198 w 755498"/>
                <a:gd name="connsiteY22" fmla="*/ 142513 h 293676"/>
                <a:gd name="connsiteX23" fmla="*/ 729391 w 755498"/>
                <a:gd name="connsiteY23" fmla="*/ 225656 h 293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55498" h="293676">
                  <a:moveTo>
                    <a:pt x="729391" y="225656"/>
                  </a:moveTo>
                  <a:cubicBezTo>
                    <a:pt x="709795" y="243941"/>
                    <a:pt x="682842" y="251954"/>
                    <a:pt x="656690" y="257636"/>
                  </a:cubicBezTo>
                  <a:cubicBezTo>
                    <a:pt x="596965" y="269283"/>
                    <a:pt x="536502" y="276756"/>
                    <a:pt x="475739" y="280000"/>
                  </a:cubicBezTo>
                  <a:cubicBezTo>
                    <a:pt x="456071" y="281457"/>
                    <a:pt x="436330" y="282987"/>
                    <a:pt x="416662" y="284516"/>
                  </a:cubicBezTo>
                  <a:cubicBezTo>
                    <a:pt x="358967" y="288887"/>
                    <a:pt x="301199" y="293331"/>
                    <a:pt x="243287" y="293549"/>
                  </a:cubicBezTo>
                  <a:cubicBezTo>
                    <a:pt x="171806" y="293792"/>
                    <a:pt x="100446" y="287623"/>
                    <a:pt x="30066" y="275119"/>
                  </a:cubicBezTo>
                  <a:cubicBezTo>
                    <a:pt x="23544" y="274861"/>
                    <a:pt x="17423" y="271906"/>
                    <a:pt x="13165" y="266960"/>
                  </a:cubicBezTo>
                  <a:cubicBezTo>
                    <a:pt x="7608" y="259602"/>
                    <a:pt x="3158" y="251469"/>
                    <a:pt x="-45" y="242822"/>
                  </a:cubicBezTo>
                  <a:cubicBezTo>
                    <a:pt x="1193" y="170850"/>
                    <a:pt x="20668" y="98951"/>
                    <a:pt x="36840" y="28800"/>
                  </a:cubicBezTo>
                  <a:cubicBezTo>
                    <a:pt x="43543" y="-47"/>
                    <a:pt x="95263" y="64640"/>
                    <a:pt x="97594" y="67335"/>
                  </a:cubicBezTo>
                  <a:cubicBezTo>
                    <a:pt x="111945" y="83653"/>
                    <a:pt x="122799" y="91156"/>
                    <a:pt x="144580" y="92321"/>
                  </a:cubicBezTo>
                  <a:cubicBezTo>
                    <a:pt x="204095" y="95600"/>
                    <a:pt x="270750" y="59395"/>
                    <a:pt x="318027" y="27197"/>
                  </a:cubicBezTo>
                  <a:cubicBezTo>
                    <a:pt x="328151" y="19667"/>
                    <a:pt x="338898" y="13014"/>
                    <a:pt x="350152" y="7310"/>
                  </a:cubicBezTo>
                  <a:cubicBezTo>
                    <a:pt x="358420" y="3600"/>
                    <a:pt x="367179" y="1098"/>
                    <a:pt x="376159" y="-120"/>
                  </a:cubicBezTo>
                  <a:cubicBezTo>
                    <a:pt x="368509" y="42713"/>
                    <a:pt x="307100" y="94434"/>
                    <a:pt x="275411" y="110169"/>
                  </a:cubicBezTo>
                  <a:cubicBezTo>
                    <a:pt x="211307" y="142003"/>
                    <a:pt x="135110" y="126122"/>
                    <a:pt x="63576" y="129838"/>
                  </a:cubicBezTo>
                  <a:cubicBezTo>
                    <a:pt x="58339" y="129700"/>
                    <a:pt x="53160" y="130957"/>
                    <a:pt x="48569" y="133480"/>
                  </a:cubicBezTo>
                  <a:cubicBezTo>
                    <a:pt x="39973" y="139162"/>
                    <a:pt x="39463" y="151327"/>
                    <a:pt x="39755" y="161599"/>
                  </a:cubicBezTo>
                  <a:cubicBezTo>
                    <a:pt x="40337" y="178645"/>
                    <a:pt x="42522" y="198677"/>
                    <a:pt x="57310" y="207346"/>
                  </a:cubicBezTo>
                  <a:cubicBezTo>
                    <a:pt x="64708" y="210897"/>
                    <a:pt x="72858" y="212597"/>
                    <a:pt x="81058" y="212300"/>
                  </a:cubicBezTo>
                  <a:cubicBezTo>
                    <a:pt x="257340" y="220017"/>
                    <a:pt x="433957" y="213830"/>
                    <a:pt x="609267" y="193796"/>
                  </a:cubicBezTo>
                  <a:cubicBezTo>
                    <a:pt x="638752" y="191824"/>
                    <a:pt x="667764" y="185363"/>
                    <a:pt x="695299" y="174637"/>
                  </a:cubicBezTo>
                  <a:cubicBezTo>
                    <a:pt x="713291" y="166204"/>
                    <a:pt x="730073" y="155399"/>
                    <a:pt x="745198" y="142513"/>
                  </a:cubicBezTo>
                  <a:cubicBezTo>
                    <a:pt x="767717" y="160206"/>
                    <a:pt x="748913" y="207445"/>
                    <a:pt x="729391" y="225656"/>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8" name="任意多边形: 形状 57">
              <a:extLst>
                <a:ext uri="{FF2B5EF4-FFF2-40B4-BE49-F238E27FC236}">
                  <a16:creationId xmlns:a16="http://schemas.microsoft.com/office/drawing/2014/main" id="{25F9C9C9-5CC8-4D8B-ADB7-DB4B073CFF0C}"/>
                </a:ext>
              </a:extLst>
            </p:cNvPr>
            <p:cNvSpPr/>
            <p:nvPr/>
          </p:nvSpPr>
          <p:spPr>
            <a:xfrm>
              <a:off x="2857280" y="828932"/>
              <a:ext cx="498126" cy="504805"/>
            </a:xfrm>
            <a:custGeom>
              <a:avLst/>
              <a:gdLst>
                <a:gd name="connsiteX0" fmla="*/ 414644 w 498126"/>
                <a:gd name="connsiteY0" fmla="*/ 284945 h 504805"/>
                <a:gd name="connsiteX1" fmla="*/ 380406 w 498126"/>
                <a:gd name="connsiteY1" fmla="*/ 352036 h 504805"/>
                <a:gd name="connsiteX2" fmla="*/ 300857 w 498126"/>
                <a:gd name="connsiteY2" fmla="*/ 314301 h 504805"/>
                <a:gd name="connsiteX3" fmla="*/ 238793 w 498126"/>
                <a:gd name="connsiteY3" fmla="*/ 403174 h 504805"/>
                <a:gd name="connsiteX4" fmla="*/ 115536 w 498126"/>
                <a:gd name="connsiteY4" fmla="*/ 502755 h 504805"/>
                <a:gd name="connsiteX5" fmla="*/ 81591 w 498126"/>
                <a:gd name="connsiteY5" fmla="*/ 502682 h 504805"/>
                <a:gd name="connsiteX6" fmla="*/ 31108 w 498126"/>
                <a:gd name="connsiteY6" fmla="*/ 444696 h 504805"/>
                <a:gd name="connsiteX7" fmla="*/ 8744 w 498126"/>
                <a:gd name="connsiteY7" fmla="*/ 381029 h 504805"/>
                <a:gd name="connsiteX8" fmla="*/ 657 w 498126"/>
                <a:gd name="connsiteY8" fmla="*/ 334334 h 504805"/>
                <a:gd name="connsiteX9" fmla="*/ 658 w 498126"/>
                <a:gd name="connsiteY9" fmla="*/ 334261 h 504805"/>
                <a:gd name="connsiteX10" fmla="*/ 512 w 498126"/>
                <a:gd name="connsiteY10" fmla="*/ 301990 h 504805"/>
                <a:gd name="connsiteX11" fmla="*/ 87783 w 498126"/>
                <a:gd name="connsiteY11" fmla="*/ 136557 h 504805"/>
                <a:gd name="connsiteX12" fmla="*/ 246004 w 498126"/>
                <a:gd name="connsiteY12" fmla="*/ 29764 h 504805"/>
                <a:gd name="connsiteX13" fmla="*/ 304354 w 498126"/>
                <a:gd name="connsiteY13" fmla="*/ 3757 h 504805"/>
                <a:gd name="connsiteX14" fmla="*/ 365983 w 498126"/>
                <a:gd name="connsiteY14" fmla="*/ 1208 h 504805"/>
                <a:gd name="connsiteX15" fmla="*/ 444366 w 498126"/>
                <a:gd name="connsiteY15" fmla="*/ 19638 h 504805"/>
                <a:gd name="connsiteX16" fmla="*/ 471974 w 498126"/>
                <a:gd name="connsiteY16" fmla="*/ 39015 h 504805"/>
                <a:gd name="connsiteX17" fmla="*/ 495867 w 498126"/>
                <a:gd name="connsiteY17" fmla="*/ 78935 h 504805"/>
                <a:gd name="connsiteX18" fmla="*/ 458425 w 498126"/>
                <a:gd name="connsiteY18" fmla="*/ 189515 h 504805"/>
                <a:gd name="connsiteX19" fmla="*/ 414644 w 498126"/>
                <a:gd name="connsiteY19" fmla="*/ 284945 h 504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98126" h="504805">
                  <a:moveTo>
                    <a:pt x="414644" y="284945"/>
                  </a:moveTo>
                  <a:cubicBezTo>
                    <a:pt x="413623" y="312917"/>
                    <a:pt x="432709" y="367188"/>
                    <a:pt x="380406" y="352036"/>
                  </a:cubicBezTo>
                  <a:cubicBezTo>
                    <a:pt x="349227" y="343003"/>
                    <a:pt x="340413" y="306070"/>
                    <a:pt x="300857" y="314301"/>
                  </a:cubicBezTo>
                  <a:cubicBezTo>
                    <a:pt x="260937" y="322679"/>
                    <a:pt x="252196" y="371267"/>
                    <a:pt x="238793" y="403174"/>
                  </a:cubicBezTo>
                  <a:cubicBezTo>
                    <a:pt x="216626" y="454650"/>
                    <a:pt x="170521" y="491899"/>
                    <a:pt x="115536" y="502755"/>
                  </a:cubicBezTo>
                  <a:cubicBezTo>
                    <a:pt x="104367" y="505354"/>
                    <a:pt x="92748" y="505329"/>
                    <a:pt x="81591" y="502682"/>
                  </a:cubicBezTo>
                  <a:cubicBezTo>
                    <a:pt x="56094" y="495398"/>
                    <a:pt x="41525" y="469100"/>
                    <a:pt x="31108" y="444696"/>
                  </a:cubicBezTo>
                  <a:cubicBezTo>
                    <a:pt x="22087" y="424057"/>
                    <a:pt x="14612" y="402776"/>
                    <a:pt x="8744" y="381029"/>
                  </a:cubicBezTo>
                  <a:cubicBezTo>
                    <a:pt x="4679" y="365732"/>
                    <a:pt x="1973" y="350107"/>
                    <a:pt x="657" y="334334"/>
                  </a:cubicBezTo>
                  <a:lnTo>
                    <a:pt x="658" y="334261"/>
                  </a:lnTo>
                  <a:cubicBezTo>
                    <a:pt x="-228" y="323524"/>
                    <a:pt x="-277" y="312735"/>
                    <a:pt x="512" y="301990"/>
                  </a:cubicBezTo>
                  <a:cubicBezTo>
                    <a:pt x="5248" y="238396"/>
                    <a:pt x="41452" y="180410"/>
                    <a:pt x="87783" y="136557"/>
                  </a:cubicBezTo>
                  <a:cubicBezTo>
                    <a:pt x="134112" y="92703"/>
                    <a:pt x="190423" y="61015"/>
                    <a:pt x="246004" y="29764"/>
                  </a:cubicBezTo>
                  <a:cubicBezTo>
                    <a:pt x="264156" y="18435"/>
                    <a:pt x="283794" y="9682"/>
                    <a:pt x="304354" y="3757"/>
                  </a:cubicBezTo>
                  <a:cubicBezTo>
                    <a:pt x="324634" y="-334"/>
                    <a:pt x="345434" y="-1194"/>
                    <a:pt x="365983" y="1208"/>
                  </a:cubicBezTo>
                  <a:cubicBezTo>
                    <a:pt x="393038" y="2363"/>
                    <a:pt x="419631" y="8616"/>
                    <a:pt x="444366" y="19638"/>
                  </a:cubicBezTo>
                  <a:cubicBezTo>
                    <a:pt x="454507" y="24645"/>
                    <a:pt x="463818" y="31180"/>
                    <a:pt x="471974" y="39015"/>
                  </a:cubicBezTo>
                  <a:cubicBezTo>
                    <a:pt x="483581" y="49772"/>
                    <a:pt x="491871" y="63623"/>
                    <a:pt x="495867" y="78935"/>
                  </a:cubicBezTo>
                  <a:cubicBezTo>
                    <a:pt x="505921" y="120020"/>
                    <a:pt x="479695" y="157026"/>
                    <a:pt x="458425" y="189515"/>
                  </a:cubicBezTo>
                  <a:cubicBezTo>
                    <a:pt x="439483" y="218363"/>
                    <a:pt x="416027" y="248958"/>
                    <a:pt x="414644" y="284945"/>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9" name="任意多边形: 形状 58">
              <a:extLst>
                <a:ext uri="{FF2B5EF4-FFF2-40B4-BE49-F238E27FC236}">
                  <a16:creationId xmlns:a16="http://schemas.microsoft.com/office/drawing/2014/main" id="{BFB7E0FA-EAB7-4287-8828-73A63AF17D88}"/>
                </a:ext>
              </a:extLst>
            </p:cNvPr>
            <p:cNvSpPr/>
            <p:nvPr/>
          </p:nvSpPr>
          <p:spPr>
            <a:xfrm>
              <a:off x="4105167" y="1581430"/>
              <a:ext cx="47026" cy="132906"/>
            </a:xfrm>
            <a:custGeom>
              <a:avLst/>
              <a:gdLst>
                <a:gd name="connsiteX0" fmla="*/ 46981 w 47026"/>
                <a:gd name="connsiteY0" fmla="*/ 132786 h 132906"/>
                <a:gd name="connsiteX1" fmla="*/ 2402 w 47026"/>
                <a:gd name="connsiteY1" fmla="*/ -120 h 132906"/>
                <a:gd name="connsiteX2" fmla="*/ 38146 w 47026"/>
                <a:gd name="connsiteY2" fmla="*/ 63809 h 132906"/>
                <a:gd name="connsiteX3" fmla="*/ 46981 w 47026"/>
                <a:gd name="connsiteY3" fmla="*/ 132786 h 132906"/>
              </a:gdLst>
              <a:ahLst/>
              <a:cxnLst>
                <a:cxn ang="0">
                  <a:pos x="connsiteX0" y="connsiteY0"/>
                </a:cxn>
                <a:cxn ang="0">
                  <a:pos x="connsiteX1" y="connsiteY1"/>
                </a:cxn>
                <a:cxn ang="0">
                  <a:pos x="connsiteX2" y="connsiteY2"/>
                </a:cxn>
                <a:cxn ang="0">
                  <a:pos x="connsiteX3" y="connsiteY3"/>
                </a:cxn>
              </a:cxnLst>
              <a:rect l="l" t="t" r="r" b="b"/>
              <a:pathLst>
                <a:path w="47026" h="132906">
                  <a:moveTo>
                    <a:pt x="46981" y="132786"/>
                  </a:moveTo>
                  <a:cubicBezTo>
                    <a:pt x="35786" y="104594"/>
                    <a:pt x="-11194" y="26680"/>
                    <a:pt x="2402" y="-120"/>
                  </a:cubicBezTo>
                  <a:cubicBezTo>
                    <a:pt x="16515" y="19884"/>
                    <a:pt x="28495" y="41310"/>
                    <a:pt x="38146" y="63809"/>
                  </a:cubicBezTo>
                  <a:cubicBezTo>
                    <a:pt x="47024" y="85604"/>
                    <a:pt x="39772" y="114826"/>
                    <a:pt x="46981" y="13278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0" name="任意多边形: 形状 59">
              <a:extLst>
                <a:ext uri="{FF2B5EF4-FFF2-40B4-BE49-F238E27FC236}">
                  <a16:creationId xmlns:a16="http://schemas.microsoft.com/office/drawing/2014/main" id="{93CFBA69-2B2C-43AA-9B89-54855D6A9207}"/>
                </a:ext>
              </a:extLst>
            </p:cNvPr>
            <p:cNvSpPr/>
            <p:nvPr/>
          </p:nvSpPr>
          <p:spPr>
            <a:xfrm>
              <a:off x="2901409" y="862431"/>
              <a:ext cx="455206" cy="471307"/>
            </a:xfrm>
            <a:custGeom>
              <a:avLst/>
              <a:gdLst>
                <a:gd name="connsiteX0" fmla="*/ 415455 w 455206"/>
                <a:gd name="connsiteY0" fmla="*/ 156005 h 471307"/>
                <a:gd name="connsiteX1" fmla="*/ 452952 w 455206"/>
                <a:gd name="connsiteY1" fmla="*/ 45406 h 471307"/>
                <a:gd name="connsiteX2" fmla="*/ 422529 w 455206"/>
                <a:gd name="connsiteY2" fmla="*/ -120 h 471307"/>
                <a:gd name="connsiteX3" fmla="*/ 430238 w 455206"/>
                <a:gd name="connsiteY3" fmla="*/ 19073 h 471307"/>
                <a:gd name="connsiteX4" fmla="*/ 392740 w 455206"/>
                <a:gd name="connsiteY4" fmla="*/ 129671 h 471307"/>
                <a:gd name="connsiteX5" fmla="*/ 349002 w 455206"/>
                <a:gd name="connsiteY5" fmla="*/ 225110 h 471307"/>
                <a:gd name="connsiteX6" fmla="*/ 314720 w 455206"/>
                <a:gd name="connsiteY6" fmla="*/ 292210 h 471307"/>
                <a:gd name="connsiteX7" fmla="*/ 235189 w 455206"/>
                <a:gd name="connsiteY7" fmla="*/ 254483 h 471307"/>
                <a:gd name="connsiteX8" fmla="*/ 173143 w 455206"/>
                <a:gd name="connsiteY8" fmla="*/ 343349 h 471307"/>
                <a:gd name="connsiteX9" fmla="*/ 49860 w 455206"/>
                <a:gd name="connsiteY9" fmla="*/ 442937 h 471307"/>
                <a:gd name="connsiteX10" fmla="*/ 15938 w 455206"/>
                <a:gd name="connsiteY10" fmla="*/ 442853 h 471307"/>
                <a:gd name="connsiteX11" fmla="*/ -45 w 455206"/>
                <a:gd name="connsiteY11" fmla="*/ 435005 h 471307"/>
                <a:gd name="connsiteX12" fmla="*/ 38652 w 455206"/>
                <a:gd name="connsiteY12" fmla="*/ 469187 h 471307"/>
                <a:gd name="connsiteX13" fmla="*/ 72574 w 455206"/>
                <a:gd name="connsiteY13" fmla="*/ 469271 h 471307"/>
                <a:gd name="connsiteX14" fmla="*/ 195859 w 455206"/>
                <a:gd name="connsiteY14" fmla="*/ 369683 h 471307"/>
                <a:gd name="connsiteX15" fmla="*/ 257904 w 455206"/>
                <a:gd name="connsiteY15" fmla="*/ 280817 h 471307"/>
                <a:gd name="connsiteX16" fmla="*/ 337434 w 455206"/>
                <a:gd name="connsiteY16" fmla="*/ 318544 h 471307"/>
                <a:gd name="connsiteX17" fmla="*/ 371717 w 455206"/>
                <a:gd name="connsiteY17" fmla="*/ 251443 h 471307"/>
                <a:gd name="connsiteX18" fmla="*/ 415455 w 455206"/>
                <a:gd name="connsiteY18" fmla="*/ 156005 h 47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5206" h="471307">
                  <a:moveTo>
                    <a:pt x="415455" y="156005"/>
                  </a:moveTo>
                  <a:cubicBezTo>
                    <a:pt x="436766" y="123497"/>
                    <a:pt x="462992" y="86495"/>
                    <a:pt x="452952" y="45406"/>
                  </a:cubicBezTo>
                  <a:cubicBezTo>
                    <a:pt x="448026" y="27329"/>
                    <a:pt x="437346" y="11348"/>
                    <a:pt x="422529" y="-120"/>
                  </a:cubicBezTo>
                  <a:cubicBezTo>
                    <a:pt x="425969" y="5893"/>
                    <a:pt x="428563" y="12351"/>
                    <a:pt x="430238" y="19073"/>
                  </a:cubicBezTo>
                  <a:cubicBezTo>
                    <a:pt x="440278" y="60161"/>
                    <a:pt x="414052" y="97164"/>
                    <a:pt x="392740" y="129671"/>
                  </a:cubicBezTo>
                  <a:cubicBezTo>
                    <a:pt x="373828" y="158519"/>
                    <a:pt x="350352" y="189147"/>
                    <a:pt x="349002" y="225110"/>
                  </a:cubicBezTo>
                  <a:cubicBezTo>
                    <a:pt x="347953" y="253061"/>
                    <a:pt x="367073" y="307371"/>
                    <a:pt x="314720" y="292210"/>
                  </a:cubicBezTo>
                  <a:cubicBezTo>
                    <a:pt x="283575" y="283192"/>
                    <a:pt x="274765" y="246230"/>
                    <a:pt x="235189" y="254483"/>
                  </a:cubicBezTo>
                  <a:cubicBezTo>
                    <a:pt x="195265" y="262810"/>
                    <a:pt x="186549" y="311412"/>
                    <a:pt x="173143" y="343349"/>
                  </a:cubicBezTo>
                  <a:cubicBezTo>
                    <a:pt x="150950" y="394817"/>
                    <a:pt x="104843" y="432062"/>
                    <a:pt x="49860" y="442937"/>
                  </a:cubicBezTo>
                  <a:cubicBezTo>
                    <a:pt x="38697" y="445521"/>
                    <a:pt x="27088" y="445492"/>
                    <a:pt x="15938" y="442853"/>
                  </a:cubicBezTo>
                  <a:cubicBezTo>
                    <a:pt x="10194" y="441187"/>
                    <a:pt x="4786" y="438531"/>
                    <a:pt x="-45" y="435005"/>
                  </a:cubicBezTo>
                  <a:cubicBezTo>
                    <a:pt x="7942" y="450980"/>
                    <a:pt x="21814" y="463233"/>
                    <a:pt x="38652" y="469187"/>
                  </a:cubicBezTo>
                  <a:cubicBezTo>
                    <a:pt x="49802" y="471826"/>
                    <a:pt x="61411" y="471855"/>
                    <a:pt x="72574" y="469271"/>
                  </a:cubicBezTo>
                  <a:cubicBezTo>
                    <a:pt x="127558" y="458396"/>
                    <a:pt x="173665" y="421151"/>
                    <a:pt x="195859" y="369683"/>
                  </a:cubicBezTo>
                  <a:cubicBezTo>
                    <a:pt x="209263" y="337746"/>
                    <a:pt x="217978" y="289144"/>
                    <a:pt x="257904" y="280817"/>
                  </a:cubicBezTo>
                  <a:cubicBezTo>
                    <a:pt x="297480" y="272563"/>
                    <a:pt x="306291" y="309526"/>
                    <a:pt x="337434" y="318544"/>
                  </a:cubicBezTo>
                  <a:cubicBezTo>
                    <a:pt x="389788" y="333704"/>
                    <a:pt x="370668" y="279395"/>
                    <a:pt x="371717" y="251443"/>
                  </a:cubicBezTo>
                  <a:cubicBezTo>
                    <a:pt x="373067" y="215481"/>
                    <a:pt x="396543" y="184853"/>
                    <a:pt x="415455" y="156005"/>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1" name="任意多边形: 形状 60">
              <a:extLst>
                <a:ext uri="{FF2B5EF4-FFF2-40B4-BE49-F238E27FC236}">
                  <a16:creationId xmlns:a16="http://schemas.microsoft.com/office/drawing/2014/main" id="{684FFAC1-F75D-4B49-9CC8-A7FA3EB11F6F}"/>
                </a:ext>
              </a:extLst>
            </p:cNvPr>
            <p:cNvSpPr/>
            <p:nvPr/>
          </p:nvSpPr>
          <p:spPr>
            <a:xfrm>
              <a:off x="2857279" y="828932"/>
              <a:ext cx="488172" cy="381148"/>
            </a:xfrm>
            <a:custGeom>
              <a:avLst/>
              <a:gdLst>
                <a:gd name="connsiteX0" fmla="*/ 471173 w 488172"/>
                <a:gd name="connsiteY0" fmla="*/ 133934 h 381148"/>
                <a:gd name="connsiteX1" fmla="*/ 455147 w 488172"/>
                <a:gd name="connsiteY1" fmla="*/ 156808 h 381148"/>
                <a:gd name="connsiteX2" fmla="*/ 418140 w 488172"/>
                <a:gd name="connsiteY2" fmla="*/ 195125 h 381148"/>
                <a:gd name="connsiteX3" fmla="*/ 393155 w 488172"/>
                <a:gd name="connsiteY3" fmla="*/ 214720 h 381148"/>
                <a:gd name="connsiteX4" fmla="*/ 342672 w 488172"/>
                <a:gd name="connsiteY4" fmla="*/ 244879 h 381148"/>
                <a:gd name="connsiteX5" fmla="*/ 181098 w 488172"/>
                <a:gd name="connsiteY5" fmla="*/ 302792 h 381148"/>
                <a:gd name="connsiteX6" fmla="*/ 73068 w 488172"/>
                <a:gd name="connsiteY6" fmla="*/ 334189 h 381148"/>
                <a:gd name="connsiteX7" fmla="*/ 8744 w 488172"/>
                <a:gd name="connsiteY7" fmla="*/ 381029 h 381148"/>
                <a:gd name="connsiteX8" fmla="*/ 658 w 488172"/>
                <a:gd name="connsiteY8" fmla="*/ 334334 h 381148"/>
                <a:gd name="connsiteX9" fmla="*/ 658 w 488172"/>
                <a:gd name="connsiteY9" fmla="*/ 334261 h 381148"/>
                <a:gd name="connsiteX10" fmla="*/ 512 w 488172"/>
                <a:gd name="connsiteY10" fmla="*/ 301990 h 381148"/>
                <a:gd name="connsiteX11" fmla="*/ 87783 w 488172"/>
                <a:gd name="connsiteY11" fmla="*/ 136557 h 381148"/>
                <a:gd name="connsiteX12" fmla="*/ 246005 w 488172"/>
                <a:gd name="connsiteY12" fmla="*/ 29764 h 381148"/>
                <a:gd name="connsiteX13" fmla="*/ 304355 w 488172"/>
                <a:gd name="connsiteY13" fmla="*/ 3757 h 381148"/>
                <a:gd name="connsiteX14" fmla="*/ 365984 w 488172"/>
                <a:gd name="connsiteY14" fmla="*/ 1208 h 381148"/>
                <a:gd name="connsiteX15" fmla="*/ 444367 w 488172"/>
                <a:gd name="connsiteY15" fmla="*/ 19638 h 381148"/>
                <a:gd name="connsiteX16" fmla="*/ 471975 w 488172"/>
                <a:gd name="connsiteY16" fmla="*/ 39015 h 381148"/>
                <a:gd name="connsiteX17" fmla="*/ 485816 w 488172"/>
                <a:gd name="connsiteY17" fmla="*/ 68300 h 381148"/>
                <a:gd name="connsiteX18" fmla="*/ 471173 w 488172"/>
                <a:gd name="connsiteY18" fmla="*/ 133934 h 381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8172" h="381148">
                  <a:moveTo>
                    <a:pt x="471173" y="133934"/>
                  </a:moveTo>
                  <a:cubicBezTo>
                    <a:pt x="466282" y="141865"/>
                    <a:pt x="460931" y="149503"/>
                    <a:pt x="455147" y="156808"/>
                  </a:cubicBezTo>
                  <a:cubicBezTo>
                    <a:pt x="444102" y="170766"/>
                    <a:pt x="431706" y="183601"/>
                    <a:pt x="418140" y="195125"/>
                  </a:cubicBezTo>
                  <a:cubicBezTo>
                    <a:pt x="410154" y="202082"/>
                    <a:pt x="401815" y="208623"/>
                    <a:pt x="393155" y="214720"/>
                  </a:cubicBezTo>
                  <a:cubicBezTo>
                    <a:pt x="377103" y="226019"/>
                    <a:pt x="360229" y="236100"/>
                    <a:pt x="342672" y="244879"/>
                  </a:cubicBezTo>
                  <a:cubicBezTo>
                    <a:pt x="291534" y="270666"/>
                    <a:pt x="236171" y="286839"/>
                    <a:pt x="181098" y="302792"/>
                  </a:cubicBezTo>
                  <a:cubicBezTo>
                    <a:pt x="145113" y="313282"/>
                    <a:pt x="109103" y="323747"/>
                    <a:pt x="73068" y="334189"/>
                  </a:cubicBezTo>
                  <a:cubicBezTo>
                    <a:pt x="59810" y="344242"/>
                    <a:pt x="35552" y="362307"/>
                    <a:pt x="8744" y="381029"/>
                  </a:cubicBezTo>
                  <a:cubicBezTo>
                    <a:pt x="4680" y="365732"/>
                    <a:pt x="1973" y="350107"/>
                    <a:pt x="658" y="334334"/>
                  </a:cubicBezTo>
                  <a:lnTo>
                    <a:pt x="658" y="334261"/>
                  </a:lnTo>
                  <a:cubicBezTo>
                    <a:pt x="-228" y="323524"/>
                    <a:pt x="-277" y="312735"/>
                    <a:pt x="512" y="301990"/>
                  </a:cubicBezTo>
                  <a:cubicBezTo>
                    <a:pt x="5248" y="238396"/>
                    <a:pt x="41452" y="180410"/>
                    <a:pt x="87783" y="136557"/>
                  </a:cubicBezTo>
                  <a:cubicBezTo>
                    <a:pt x="134113" y="92703"/>
                    <a:pt x="190423" y="61015"/>
                    <a:pt x="246005" y="29764"/>
                  </a:cubicBezTo>
                  <a:cubicBezTo>
                    <a:pt x="264157" y="18435"/>
                    <a:pt x="283795" y="9682"/>
                    <a:pt x="304355" y="3757"/>
                  </a:cubicBezTo>
                  <a:cubicBezTo>
                    <a:pt x="324635" y="-334"/>
                    <a:pt x="345434" y="-1194"/>
                    <a:pt x="365984" y="1208"/>
                  </a:cubicBezTo>
                  <a:cubicBezTo>
                    <a:pt x="393038" y="2363"/>
                    <a:pt x="419632" y="8616"/>
                    <a:pt x="444367" y="19638"/>
                  </a:cubicBezTo>
                  <a:cubicBezTo>
                    <a:pt x="454507" y="24645"/>
                    <a:pt x="463819" y="31180"/>
                    <a:pt x="471975" y="39015"/>
                  </a:cubicBezTo>
                  <a:cubicBezTo>
                    <a:pt x="478071" y="48005"/>
                    <a:pt x="482740" y="57883"/>
                    <a:pt x="485816" y="68300"/>
                  </a:cubicBezTo>
                  <a:cubicBezTo>
                    <a:pt x="492662" y="90445"/>
                    <a:pt x="483264" y="114265"/>
                    <a:pt x="471173" y="13393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2" name="任意多边形: 形状 61">
              <a:extLst>
                <a:ext uri="{FF2B5EF4-FFF2-40B4-BE49-F238E27FC236}">
                  <a16:creationId xmlns:a16="http://schemas.microsoft.com/office/drawing/2014/main" id="{5BFF7C54-98CE-4D29-98AB-D135237E54AD}"/>
                </a:ext>
              </a:extLst>
            </p:cNvPr>
            <p:cNvSpPr/>
            <p:nvPr/>
          </p:nvSpPr>
          <p:spPr>
            <a:xfrm>
              <a:off x="2742316" y="770599"/>
              <a:ext cx="603135" cy="496646"/>
            </a:xfrm>
            <a:custGeom>
              <a:avLst/>
              <a:gdLst>
                <a:gd name="connsiteX0" fmla="*/ 586136 w 603135"/>
                <a:gd name="connsiteY0" fmla="*/ 184982 h 496646"/>
                <a:gd name="connsiteX1" fmla="*/ 570110 w 603135"/>
                <a:gd name="connsiteY1" fmla="*/ 207856 h 496646"/>
                <a:gd name="connsiteX2" fmla="*/ 533104 w 603135"/>
                <a:gd name="connsiteY2" fmla="*/ 246173 h 496646"/>
                <a:gd name="connsiteX3" fmla="*/ 508118 w 603135"/>
                <a:gd name="connsiteY3" fmla="*/ 265769 h 496646"/>
                <a:gd name="connsiteX4" fmla="*/ 457636 w 603135"/>
                <a:gd name="connsiteY4" fmla="*/ 295927 h 496646"/>
                <a:gd name="connsiteX5" fmla="*/ 296062 w 603135"/>
                <a:gd name="connsiteY5" fmla="*/ 353840 h 496646"/>
                <a:gd name="connsiteX6" fmla="*/ 188031 w 603135"/>
                <a:gd name="connsiteY6" fmla="*/ 385237 h 496646"/>
                <a:gd name="connsiteX7" fmla="*/ 3001 w 603135"/>
                <a:gd name="connsiteY7" fmla="*/ 495526 h 496646"/>
                <a:gd name="connsiteX8" fmla="*/ 114935 w 603135"/>
                <a:gd name="connsiteY8" fmla="*/ 384829 h 496646"/>
                <a:gd name="connsiteX9" fmla="*/ 121231 w 603135"/>
                <a:gd name="connsiteY9" fmla="*/ 389608 h 496646"/>
                <a:gd name="connsiteX10" fmla="*/ 86192 w 603135"/>
                <a:gd name="connsiteY10" fmla="*/ 322516 h 496646"/>
                <a:gd name="connsiteX11" fmla="*/ 85099 w 603135"/>
                <a:gd name="connsiteY11" fmla="*/ 185565 h 496646"/>
                <a:gd name="connsiteX12" fmla="*/ 163628 w 603135"/>
                <a:gd name="connsiteY12" fmla="*/ 77461 h 496646"/>
                <a:gd name="connsiteX13" fmla="*/ 216879 w 603135"/>
                <a:gd name="connsiteY13" fmla="*/ 47448 h 496646"/>
                <a:gd name="connsiteX14" fmla="*/ 222051 w 603135"/>
                <a:gd name="connsiteY14" fmla="*/ 40455 h 496646"/>
                <a:gd name="connsiteX15" fmla="*/ 224091 w 603135"/>
                <a:gd name="connsiteY15" fmla="*/ 36740 h 496646"/>
                <a:gd name="connsiteX16" fmla="*/ 229846 w 603135"/>
                <a:gd name="connsiteY16" fmla="*/ 25595 h 496646"/>
                <a:gd name="connsiteX17" fmla="*/ 262335 w 603135"/>
                <a:gd name="connsiteY17" fmla="*/ 20933 h 496646"/>
                <a:gd name="connsiteX18" fmla="*/ 265977 w 603135"/>
                <a:gd name="connsiteY18" fmla="*/ 21297 h 496646"/>
                <a:gd name="connsiteX19" fmla="*/ 272095 w 603135"/>
                <a:gd name="connsiteY19" fmla="*/ 21588 h 496646"/>
                <a:gd name="connsiteX20" fmla="*/ 393094 w 603135"/>
                <a:gd name="connsiteY20" fmla="*/ -120 h 496646"/>
                <a:gd name="connsiteX21" fmla="*/ 516058 w 603135"/>
                <a:gd name="connsiteY21" fmla="*/ 43661 h 496646"/>
                <a:gd name="connsiteX22" fmla="*/ 538787 w 603135"/>
                <a:gd name="connsiteY22" fmla="*/ 53932 h 496646"/>
                <a:gd name="connsiteX23" fmla="*/ 600779 w 603135"/>
                <a:gd name="connsiteY23" fmla="*/ 119348 h 496646"/>
                <a:gd name="connsiteX24" fmla="*/ 586136 w 603135"/>
                <a:gd name="connsiteY24" fmla="*/ 184982 h 496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03135" h="496646">
                  <a:moveTo>
                    <a:pt x="586136" y="184982"/>
                  </a:moveTo>
                  <a:cubicBezTo>
                    <a:pt x="581246" y="192913"/>
                    <a:pt x="575895" y="200551"/>
                    <a:pt x="570110" y="207856"/>
                  </a:cubicBezTo>
                  <a:cubicBezTo>
                    <a:pt x="559065" y="221814"/>
                    <a:pt x="546669" y="234649"/>
                    <a:pt x="533104" y="246173"/>
                  </a:cubicBezTo>
                  <a:cubicBezTo>
                    <a:pt x="525118" y="253130"/>
                    <a:pt x="516778" y="259671"/>
                    <a:pt x="508118" y="265769"/>
                  </a:cubicBezTo>
                  <a:cubicBezTo>
                    <a:pt x="492067" y="277067"/>
                    <a:pt x="475192" y="287148"/>
                    <a:pt x="457636" y="295927"/>
                  </a:cubicBezTo>
                  <a:cubicBezTo>
                    <a:pt x="406497" y="321715"/>
                    <a:pt x="351134" y="337887"/>
                    <a:pt x="296062" y="353840"/>
                  </a:cubicBezTo>
                  <a:cubicBezTo>
                    <a:pt x="260076" y="364330"/>
                    <a:pt x="224066" y="374796"/>
                    <a:pt x="188031" y="385237"/>
                  </a:cubicBezTo>
                  <a:cubicBezTo>
                    <a:pt x="150369" y="413720"/>
                    <a:pt x="24199" y="507182"/>
                    <a:pt x="3001" y="495526"/>
                  </a:cubicBezTo>
                  <a:cubicBezTo>
                    <a:pt x="-21984" y="481758"/>
                    <a:pt x="114935" y="384829"/>
                    <a:pt x="114935" y="384829"/>
                  </a:cubicBezTo>
                  <a:lnTo>
                    <a:pt x="121231" y="389608"/>
                  </a:lnTo>
                  <a:cubicBezTo>
                    <a:pt x="101198" y="377005"/>
                    <a:pt x="90709" y="347794"/>
                    <a:pt x="86192" y="322516"/>
                  </a:cubicBezTo>
                  <a:cubicBezTo>
                    <a:pt x="78179" y="277279"/>
                    <a:pt x="74391" y="230293"/>
                    <a:pt x="85099" y="185565"/>
                  </a:cubicBezTo>
                  <a:cubicBezTo>
                    <a:pt x="95807" y="140910"/>
                    <a:pt x="122688" y="98368"/>
                    <a:pt x="163628" y="77461"/>
                  </a:cubicBezTo>
                  <a:cubicBezTo>
                    <a:pt x="181767" y="68136"/>
                    <a:pt x="203766" y="61799"/>
                    <a:pt x="216879" y="47448"/>
                  </a:cubicBezTo>
                  <a:cubicBezTo>
                    <a:pt x="218866" y="45324"/>
                    <a:pt x="220602" y="42978"/>
                    <a:pt x="222051" y="40455"/>
                  </a:cubicBezTo>
                  <a:cubicBezTo>
                    <a:pt x="222844" y="39282"/>
                    <a:pt x="223527" y="38039"/>
                    <a:pt x="224091" y="36740"/>
                  </a:cubicBezTo>
                  <a:cubicBezTo>
                    <a:pt x="225538" y="32800"/>
                    <a:pt x="227471" y="29056"/>
                    <a:pt x="229846" y="25595"/>
                  </a:cubicBezTo>
                  <a:cubicBezTo>
                    <a:pt x="237349" y="16926"/>
                    <a:pt x="250971" y="19549"/>
                    <a:pt x="262335" y="20933"/>
                  </a:cubicBezTo>
                  <a:cubicBezTo>
                    <a:pt x="263573" y="21078"/>
                    <a:pt x="264738" y="21224"/>
                    <a:pt x="265977" y="21297"/>
                  </a:cubicBezTo>
                  <a:cubicBezTo>
                    <a:pt x="268010" y="21503"/>
                    <a:pt x="270052" y="21600"/>
                    <a:pt x="272095" y="21588"/>
                  </a:cubicBezTo>
                  <a:cubicBezTo>
                    <a:pt x="312671" y="22462"/>
                    <a:pt x="352009" y="-120"/>
                    <a:pt x="393094" y="-120"/>
                  </a:cubicBezTo>
                  <a:cubicBezTo>
                    <a:pt x="438113" y="-193"/>
                    <a:pt x="476429" y="25886"/>
                    <a:pt x="516058" y="43661"/>
                  </a:cubicBezTo>
                  <a:cubicBezTo>
                    <a:pt x="524071" y="47303"/>
                    <a:pt x="531648" y="50581"/>
                    <a:pt x="538787" y="53932"/>
                  </a:cubicBezTo>
                  <a:cubicBezTo>
                    <a:pt x="567415" y="67263"/>
                    <a:pt x="588977" y="81468"/>
                    <a:pt x="600779" y="119348"/>
                  </a:cubicBezTo>
                  <a:cubicBezTo>
                    <a:pt x="607626" y="141493"/>
                    <a:pt x="598228" y="165314"/>
                    <a:pt x="586136" y="18498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3" name="任意多边形: 形状 62">
              <a:extLst>
                <a:ext uri="{FF2B5EF4-FFF2-40B4-BE49-F238E27FC236}">
                  <a16:creationId xmlns:a16="http://schemas.microsoft.com/office/drawing/2014/main" id="{AED01D7C-27FD-4555-8A7C-5FA4F83C095E}"/>
                </a:ext>
              </a:extLst>
            </p:cNvPr>
            <p:cNvSpPr/>
            <p:nvPr/>
          </p:nvSpPr>
          <p:spPr>
            <a:xfrm>
              <a:off x="2959239" y="792015"/>
              <a:ext cx="57769" cy="31222"/>
            </a:xfrm>
            <a:custGeom>
              <a:avLst/>
              <a:gdLst>
                <a:gd name="connsiteX0" fmla="*/ 55173 w 57769"/>
                <a:gd name="connsiteY0" fmla="*/ 172 h 31222"/>
                <a:gd name="connsiteX1" fmla="*/ 50875 w 57769"/>
                <a:gd name="connsiteY1" fmla="*/ 23920 h 31222"/>
                <a:gd name="connsiteX2" fmla="*/ 33829 w 57769"/>
                <a:gd name="connsiteY2" fmla="*/ 29966 h 31222"/>
                <a:gd name="connsiteX3" fmla="*/ 20571 w 57769"/>
                <a:gd name="connsiteY3" fmla="*/ 30986 h 31222"/>
                <a:gd name="connsiteX4" fmla="*/ 3015 w 57769"/>
                <a:gd name="connsiteY4" fmla="*/ 27999 h 31222"/>
                <a:gd name="connsiteX5" fmla="*/ -45 w 57769"/>
                <a:gd name="connsiteY5" fmla="*/ 26032 h 31222"/>
                <a:gd name="connsiteX6" fmla="*/ 5127 w 57769"/>
                <a:gd name="connsiteY6" fmla="*/ 19039 h 31222"/>
                <a:gd name="connsiteX7" fmla="*/ 11246 w 57769"/>
                <a:gd name="connsiteY7" fmla="*/ 19330 h 31222"/>
                <a:gd name="connsiteX8" fmla="*/ 33100 w 57769"/>
                <a:gd name="connsiteY8" fmla="*/ 15615 h 31222"/>
                <a:gd name="connsiteX9" fmla="*/ 41332 w 57769"/>
                <a:gd name="connsiteY9" fmla="*/ 11682 h 31222"/>
                <a:gd name="connsiteX10" fmla="*/ 49053 w 57769"/>
                <a:gd name="connsiteY10" fmla="*/ -120 h 31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69" h="31222">
                  <a:moveTo>
                    <a:pt x="55173" y="172"/>
                  </a:moveTo>
                  <a:cubicBezTo>
                    <a:pt x="59809" y="8062"/>
                    <a:pt x="57982" y="18155"/>
                    <a:pt x="50875" y="23920"/>
                  </a:cubicBezTo>
                  <a:cubicBezTo>
                    <a:pt x="45862" y="27473"/>
                    <a:pt x="39961" y="29567"/>
                    <a:pt x="33829" y="29966"/>
                  </a:cubicBezTo>
                  <a:cubicBezTo>
                    <a:pt x="29433" y="30562"/>
                    <a:pt x="25006" y="30902"/>
                    <a:pt x="20571" y="30986"/>
                  </a:cubicBezTo>
                  <a:cubicBezTo>
                    <a:pt x="14561" y="31470"/>
                    <a:pt x="8526" y="30443"/>
                    <a:pt x="3015" y="27999"/>
                  </a:cubicBezTo>
                  <a:cubicBezTo>
                    <a:pt x="1942" y="27429"/>
                    <a:pt x="919" y="26771"/>
                    <a:pt x="-45" y="26032"/>
                  </a:cubicBezTo>
                  <a:cubicBezTo>
                    <a:pt x="1943" y="23908"/>
                    <a:pt x="3678" y="21561"/>
                    <a:pt x="5127" y="19039"/>
                  </a:cubicBezTo>
                  <a:cubicBezTo>
                    <a:pt x="6147" y="19840"/>
                    <a:pt x="7167" y="19622"/>
                    <a:pt x="11246" y="19330"/>
                  </a:cubicBezTo>
                  <a:cubicBezTo>
                    <a:pt x="18653" y="18970"/>
                    <a:pt x="25990" y="17723"/>
                    <a:pt x="33100" y="15615"/>
                  </a:cubicBezTo>
                  <a:cubicBezTo>
                    <a:pt x="36066" y="14830"/>
                    <a:pt x="38858" y="13496"/>
                    <a:pt x="41332" y="11682"/>
                  </a:cubicBezTo>
                  <a:cubicBezTo>
                    <a:pt x="44977" y="8563"/>
                    <a:pt x="47656" y="4469"/>
                    <a:pt x="49053" y="-120"/>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4" name="任意多边形: 形状 63">
              <a:extLst>
                <a:ext uri="{FF2B5EF4-FFF2-40B4-BE49-F238E27FC236}">
                  <a16:creationId xmlns:a16="http://schemas.microsoft.com/office/drawing/2014/main" id="{327404C5-9674-4874-B649-0AC10D3A8070}"/>
                </a:ext>
              </a:extLst>
            </p:cNvPr>
            <p:cNvSpPr/>
            <p:nvPr/>
          </p:nvSpPr>
          <p:spPr>
            <a:xfrm>
              <a:off x="2859995" y="1153962"/>
              <a:ext cx="68540" cy="9864"/>
            </a:xfrm>
            <a:custGeom>
              <a:avLst/>
              <a:gdLst>
                <a:gd name="connsiteX0" fmla="*/ -45 w 68540"/>
                <a:gd name="connsiteY0" fmla="*/ 393 h 9864"/>
                <a:gd name="connsiteX1" fmla="*/ 18643 w 68540"/>
                <a:gd name="connsiteY1" fmla="*/ 7350 h 9864"/>
                <a:gd name="connsiteX2" fmla="*/ 68495 w 68540"/>
                <a:gd name="connsiteY2" fmla="*/ -120 h 9864"/>
              </a:gdLst>
              <a:ahLst/>
              <a:cxnLst>
                <a:cxn ang="0">
                  <a:pos x="connsiteX0" y="connsiteY0"/>
                </a:cxn>
                <a:cxn ang="0">
                  <a:pos x="connsiteX1" y="connsiteY1"/>
                </a:cxn>
                <a:cxn ang="0">
                  <a:pos x="connsiteX2" y="connsiteY2"/>
                </a:cxn>
              </a:cxnLst>
              <a:rect l="l" t="t" r="r" b="b"/>
              <a:pathLst>
                <a:path w="68540" h="9864">
                  <a:moveTo>
                    <a:pt x="-45" y="393"/>
                  </a:moveTo>
                  <a:cubicBezTo>
                    <a:pt x="5654" y="3944"/>
                    <a:pt x="12009" y="6310"/>
                    <a:pt x="18643" y="7350"/>
                  </a:cubicBezTo>
                  <a:cubicBezTo>
                    <a:pt x="35553" y="12266"/>
                    <a:pt x="53768" y="9536"/>
                    <a:pt x="68495" y="-120"/>
                  </a:cubicBezTo>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grpSp>
      <p:graphicFrame>
        <p:nvGraphicFramePr>
          <p:cNvPr id="86" name="表格 7">
            <a:extLst>
              <a:ext uri="{FF2B5EF4-FFF2-40B4-BE49-F238E27FC236}">
                <a16:creationId xmlns:a16="http://schemas.microsoft.com/office/drawing/2014/main" id="{475FC0CE-E034-45B2-86AE-D06148751B19}"/>
              </a:ext>
            </a:extLst>
          </p:cNvPr>
          <p:cNvGraphicFramePr>
            <a:graphicFrameLocks noGrp="1"/>
          </p:cNvGraphicFramePr>
          <p:nvPr/>
        </p:nvGraphicFramePr>
        <p:xfrm>
          <a:off x="667394" y="2686060"/>
          <a:ext cx="7964901" cy="432000"/>
        </p:xfrm>
        <a:graphic>
          <a:graphicData uri="http://schemas.openxmlformats.org/drawingml/2006/table">
            <a:tbl>
              <a:tblPr bandRow="1">
                <a:tableStyleId>{2D5ABB26-0587-4C30-8999-92F81FD0307C}</a:tableStyleId>
              </a:tblPr>
              <a:tblGrid>
                <a:gridCol w="884989">
                  <a:extLst>
                    <a:ext uri="{9D8B030D-6E8A-4147-A177-3AD203B41FA5}">
                      <a16:colId xmlns:a16="http://schemas.microsoft.com/office/drawing/2014/main" val="627451869"/>
                    </a:ext>
                  </a:extLst>
                </a:gridCol>
                <a:gridCol w="884989">
                  <a:extLst>
                    <a:ext uri="{9D8B030D-6E8A-4147-A177-3AD203B41FA5}">
                      <a16:colId xmlns:a16="http://schemas.microsoft.com/office/drawing/2014/main" val="2701557470"/>
                    </a:ext>
                  </a:extLst>
                </a:gridCol>
                <a:gridCol w="884989">
                  <a:extLst>
                    <a:ext uri="{9D8B030D-6E8A-4147-A177-3AD203B41FA5}">
                      <a16:colId xmlns:a16="http://schemas.microsoft.com/office/drawing/2014/main" val="3426837699"/>
                    </a:ext>
                  </a:extLst>
                </a:gridCol>
                <a:gridCol w="884989">
                  <a:extLst>
                    <a:ext uri="{9D8B030D-6E8A-4147-A177-3AD203B41FA5}">
                      <a16:colId xmlns:a16="http://schemas.microsoft.com/office/drawing/2014/main" val="3335785818"/>
                    </a:ext>
                  </a:extLst>
                </a:gridCol>
                <a:gridCol w="884989">
                  <a:extLst>
                    <a:ext uri="{9D8B030D-6E8A-4147-A177-3AD203B41FA5}">
                      <a16:colId xmlns:a16="http://schemas.microsoft.com/office/drawing/2014/main" val="3433684863"/>
                    </a:ext>
                  </a:extLst>
                </a:gridCol>
                <a:gridCol w="884989">
                  <a:extLst>
                    <a:ext uri="{9D8B030D-6E8A-4147-A177-3AD203B41FA5}">
                      <a16:colId xmlns:a16="http://schemas.microsoft.com/office/drawing/2014/main" val="2105610774"/>
                    </a:ext>
                  </a:extLst>
                </a:gridCol>
                <a:gridCol w="884989">
                  <a:extLst>
                    <a:ext uri="{9D8B030D-6E8A-4147-A177-3AD203B41FA5}">
                      <a16:colId xmlns:a16="http://schemas.microsoft.com/office/drawing/2014/main" val="1081253309"/>
                    </a:ext>
                  </a:extLst>
                </a:gridCol>
                <a:gridCol w="884989">
                  <a:extLst>
                    <a:ext uri="{9D8B030D-6E8A-4147-A177-3AD203B41FA5}">
                      <a16:colId xmlns:a16="http://schemas.microsoft.com/office/drawing/2014/main" val="4121762353"/>
                    </a:ext>
                  </a:extLst>
                </a:gridCol>
                <a:gridCol w="884989">
                  <a:extLst>
                    <a:ext uri="{9D8B030D-6E8A-4147-A177-3AD203B41FA5}">
                      <a16:colId xmlns:a16="http://schemas.microsoft.com/office/drawing/2014/main" val="2640679520"/>
                    </a:ext>
                  </a:extLst>
                </a:gridCol>
              </a:tblGrid>
              <a:tr h="432000">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EOH</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chemeClr val="accent6">
                        <a:lumMod val="75000"/>
                      </a:schemeClr>
                    </a:solidFill>
                  </a:tcPr>
                </a:tc>
                <a:tc>
                  <a:txBody>
                    <a:bodyPr/>
                    <a:lstStyle/>
                    <a:p>
                      <a:pPr algn="ctr"/>
                      <a:endParaRPr lang="zh-CN" altLang="en-US" sz="1800" kern="1200" baseline="0" dirty="0">
                        <a:solidFill>
                          <a:schemeClr val="bg1"/>
                        </a:solidFill>
                        <a:latin typeface="微软雅黑 Light" panose="020B0502040204020203" pitchFamily="34" charset="-122"/>
                        <a:ea typeface="微软雅黑" panose="020B0503020204020204" pitchFamily="34" charset="-122"/>
                        <a:cs typeface="+mn-cs"/>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SOH</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ESC</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EOH</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SOH</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2856997385"/>
                  </a:ext>
                </a:extLst>
              </a:tr>
            </a:tbl>
          </a:graphicData>
        </a:graphic>
      </p:graphicFrame>
      <p:graphicFrame>
        <p:nvGraphicFramePr>
          <p:cNvPr id="87" name="表格 7">
            <a:extLst>
              <a:ext uri="{FF2B5EF4-FFF2-40B4-BE49-F238E27FC236}">
                <a16:creationId xmlns:a16="http://schemas.microsoft.com/office/drawing/2014/main" id="{D0BAB184-D365-42A3-A9BC-8ABE0ED0E567}"/>
              </a:ext>
            </a:extLst>
          </p:cNvPr>
          <p:cNvGraphicFramePr>
            <a:graphicFrameLocks noGrp="1"/>
          </p:cNvGraphicFramePr>
          <p:nvPr/>
        </p:nvGraphicFramePr>
        <p:xfrm>
          <a:off x="667387" y="3812894"/>
          <a:ext cx="10643232" cy="432000"/>
        </p:xfrm>
        <a:graphic>
          <a:graphicData uri="http://schemas.openxmlformats.org/drawingml/2006/table">
            <a:tbl>
              <a:tblPr bandRow="1">
                <a:tableStyleId>{2D5ABB26-0587-4C30-8999-92F81FD0307C}</a:tableStyleId>
              </a:tblPr>
              <a:tblGrid>
                <a:gridCol w="886936">
                  <a:extLst>
                    <a:ext uri="{9D8B030D-6E8A-4147-A177-3AD203B41FA5}">
                      <a16:colId xmlns:a16="http://schemas.microsoft.com/office/drawing/2014/main" val="627451869"/>
                    </a:ext>
                  </a:extLst>
                </a:gridCol>
                <a:gridCol w="886936">
                  <a:extLst>
                    <a:ext uri="{9D8B030D-6E8A-4147-A177-3AD203B41FA5}">
                      <a16:colId xmlns:a16="http://schemas.microsoft.com/office/drawing/2014/main" val="2701557470"/>
                    </a:ext>
                  </a:extLst>
                </a:gridCol>
                <a:gridCol w="886936">
                  <a:extLst>
                    <a:ext uri="{9D8B030D-6E8A-4147-A177-3AD203B41FA5}">
                      <a16:colId xmlns:a16="http://schemas.microsoft.com/office/drawing/2014/main" val="2164808900"/>
                    </a:ext>
                  </a:extLst>
                </a:gridCol>
                <a:gridCol w="886936">
                  <a:extLst>
                    <a:ext uri="{9D8B030D-6E8A-4147-A177-3AD203B41FA5}">
                      <a16:colId xmlns:a16="http://schemas.microsoft.com/office/drawing/2014/main" val="3426837699"/>
                    </a:ext>
                  </a:extLst>
                </a:gridCol>
                <a:gridCol w="886936">
                  <a:extLst>
                    <a:ext uri="{9D8B030D-6E8A-4147-A177-3AD203B41FA5}">
                      <a16:colId xmlns:a16="http://schemas.microsoft.com/office/drawing/2014/main" val="3335785818"/>
                    </a:ext>
                  </a:extLst>
                </a:gridCol>
                <a:gridCol w="886936">
                  <a:extLst>
                    <a:ext uri="{9D8B030D-6E8A-4147-A177-3AD203B41FA5}">
                      <a16:colId xmlns:a16="http://schemas.microsoft.com/office/drawing/2014/main" val="2058146982"/>
                    </a:ext>
                  </a:extLst>
                </a:gridCol>
                <a:gridCol w="886936">
                  <a:extLst>
                    <a:ext uri="{9D8B030D-6E8A-4147-A177-3AD203B41FA5}">
                      <a16:colId xmlns:a16="http://schemas.microsoft.com/office/drawing/2014/main" val="3433684863"/>
                    </a:ext>
                  </a:extLst>
                </a:gridCol>
                <a:gridCol w="886936">
                  <a:extLst>
                    <a:ext uri="{9D8B030D-6E8A-4147-A177-3AD203B41FA5}">
                      <a16:colId xmlns:a16="http://schemas.microsoft.com/office/drawing/2014/main" val="2105610774"/>
                    </a:ext>
                  </a:extLst>
                </a:gridCol>
                <a:gridCol w="886936">
                  <a:extLst>
                    <a:ext uri="{9D8B030D-6E8A-4147-A177-3AD203B41FA5}">
                      <a16:colId xmlns:a16="http://schemas.microsoft.com/office/drawing/2014/main" val="3708000651"/>
                    </a:ext>
                  </a:extLst>
                </a:gridCol>
                <a:gridCol w="886936">
                  <a:extLst>
                    <a:ext uri="{9D8B030D-6E8A-4147-A177-3AD203B41FA5}">
                      <a16:colId xmlns:a16="http://schemas.microsoft.com/office/drawing/2014/main" val="1081253309"/>
                    </a:ext>
                  </a:extLst>
                </a:gridCol>
                <a:gridCol w="886936">
                  <a:extLst>
                    <a:ext uri="{9D8B030D-6E8A-4147-A177-3AD203B41FA5}">
                      <a16:colId xmlns:a16="http://schemas.microsoft.com/office/drawing/2014/main" val="4121762353"/>
                    </a:ext>
                  </a:extLst>
                </a:gridCol>
                <a:gridCol w="886936">
                  <a:extLst>
                    <a:ext uri="{9D8B030D-6E8A-4147-A177-3AD203B41FA5}">
                      <a16:colId xmlns:a16="http://schemas.microsoft.com/office/drawing/2014/main" val="2640679520"/>
                    </a:ext>
                  </a:extLst>
                </a:gridCol>
              </a:tblGrid>
              <a:tr h="432000">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EOH</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chemeClr val="accent6">
                        <a:lumMod val="75000"/>
                      </a:schemeClr>
                    </a:solidFill>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ESC</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SOH</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ESC</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ESC</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ESC</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EOH</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SOH</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2856997385"/>
                  </a:ext>
                </a:extLst>
              </a:tr>
            </a:tbl>
          </a:graphicData>
        </a:graphic>
      </p:graphicFrame>
    </p:spTree>
    <p:extLst>
      <p:ext uri="{BB962C8B-B14F-4D97-AF65-F5344CB8AC3E}">
        <p14:creationId xmlns:p14="http://schemas.microsoft.com/office/powerpoint/2010/main" val="32012412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zh-CN" altLang="en-US" dirty="0"/>
              <a:t>差错控制</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Error </a:t>
            </a:r>
            <a:r>
              <a:rPr lang="en-US" altLang="zh-CN" dirty="0" err="1"/>
              <a:t>controling</a:t>
            </a:r>
            <a:endParaRPr lang="zh-CN" altLang="en-US" dirty="0"/>
          </a:p>
        </p:txBody>
      </p:sp>
      <p:sp>
        <p:nvSpPr>
          <p:cNvPr id="5" name="文本占位符 4">
            <a:extLst>
              <a:ext uri="{FF2B5EF4-FFF2-40B4-BE49-F238E27FC236}">
                <a16:creationId xmlns:a16="http://schemas.microsoft.com/office/drawing/2014/main" id="{805008EC-68DB-4A85-A1FF-489BD91A2533}"/>
              </a:ext>
            </a:extLst>
          </p:cNvPr>
          <p:cNvSpPr>
            <a:spLocks noGrp="1"/>
          </p:cNvSpPr>
          <p:nvPr>
            <p:ph type="body" sz="quarter" idx="12"/>
          </p:nvPr>
        </p:nvSpPr>
        <p:spPr/>
        <p:txBody>
          <a:bodyPr/>
          <a:lstStyle/>
          <a:p>
            <a:r>
              <a:rPr lang="zh-CN" altLang="en-US" dirty="0"/>
              <a:t>原因</a:t>
            </a:r>
            <a:endParaRPr lang="en-US" altLang="zh-CN" dirty="0"/>
          </a:p>
          <a:p>
            <a:pPr lvl="1"/>
            <a:r>
              <a:rPr lang="zh-CN" altLang="en-US" dirty="0"/>
              <a:t>数据传输没有百分百的准确，总是有误差存在的</a:t>
            </a:r>
            <a:endParaRPr lang="en-US" altLang="zh-CN" dirty="0"/>
          </a:p>
          <a:p>
            <a:pPr lvl="1"/>
            <a:r>
              <a:rPr lang="zh-CN" altLang="en-US" dirty="0"/>
              <a:t>你发的</a:t>
            </a:r>
            <a:r>
              <a:rPr lang="en-US" altLang="zh-CN" dirty="0"/>
              <a:t>1</a:t>
            </a:r>
            <a:r>
              <a:rPr lang="zh-CN" altLang="en-US" dirty="0"/>
              <a:t>，我收到的是</a:t>
            </a:r>
            <a:r>
              <a:rPr lang="en-US" altLang="zh-CN" dirty="0"/>
              <a:t>0</a:t>
            </a:r>
            <a:r>
              <a:rPr lang="zh-CN" altLang="en-US" dirty="0"/>
              <a:t>，这就是产生的比特差错</a:t>
            </a:r>
            <a:endParaRPr lang="en-US" altLang="zh-CN" dirty="0"/>
          </a:p>
          <a:p>
            <a:r>
              <a:rPr lang="zh-CN" altLang="en-US" dirty="0"/>
              <a:t>误码率</a:t>
            </a:r>
            <a:endParaRPr lang="en-US" altLang="zh-CN" dirty="0"/>
          </a:p>
          <a:p>
            <a:pPr lvl="1"/>
            <a:r>
              <a:rPr lang="en-US" altLang="zh-CN" dirty="0"/>
              <a:t>BER - Bit Error Rate</a:t>
            </a:r>
          </a:p>
          <a:p>
            <a:pPr lvl="1"/>
            <a:r>
              <a:rPr lang="zh-CN" altLang="en-US" dirty="0"/>
              <a:t>某段时间内，传输错误的比特占传输比特总数的比率</a:t>
            </a:r>
            <a:endParaRPr lang="en-US" altLang="zh-CN" dirty="0"/>
          </a:p>
          <a:p>
            <a:r>
              <a:rPr lang="zh-CN" altLang="en-US" dirty="0"/>
              <a:t>措施</a:t>
            </a:r>
            <a:endParaRPr lang="en-US" altLang="zh-CN" dirty="0"/>
          </a:p>
          <a:p>
            <a:pPr lvl="1"/>
            <a:r>
              <a:rPr lang="zh-CN" altLang="en-US" dirty="0"/>
              <a:t>循环冗余检测</a:t>
            </a:r>
            <a:endParaRPr lang="en-US" altLang="zh-CN" dirty="0"/>
          </a:p>
          <a:p>
            <a:pPr lvl="1"/>
            <a:r>
              <a:rPr lang="en-US" altLang="zh-CN" dirty="0"/>
              <a:t>CRC - Cyclic Redundance Check</a:t>
            </a:r>
          </a:p>
          <a:p>
            <a:pPr lvl="1"/>
            <a:r>
              <a:rPr lang="zh-CN" altLang="en-US" dirty="0"/>
              <a:t>在数据</a:t>
            </a:r>
            <a:r>
              <a:rPr lang="en-US" altLang="zh-CN" dirty="0"/>
              <a:t>M</a:t>
            </a:r>
            <a:r>
              <a:rPr lang="zh-CN" altLang="en-US" dirty="0"/>
              <a:t>的后面附加上供检测用的</a:t>
            </a:r>
            <a:r>
              <a:rPr lang="en-US" altLang="zh-CN" dirty="0"/>
              <a:t>n</a:t>
            </a:r>
            <a:r>
              <a:rPr lang="zh-CN" altLang="en-US" dirty="0"/>
              <a:t>位冗余码再发送出去</a:t>
            </a:r>
            <a:endParaRPr lang="en-US" altLang="zh-CN" dirty="0"/>
          </a:p>
        </p:txBody>
      </p:sp>
    </p:spTree>
    <p:extLst>
      <p:ext uri="{BB962C8B-B14F-4D97-AF65-F5344CB8AC3E}">
        <p14:creationId xmlns:p14="http://schemas.microsoft.com/office/powerpoint/2010/main" val="2433459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zh-CN" altLang="en-US" dirty="0"/>
              <a:t>差错控制之冗余码</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CRC</a:t>
            </a:r>
            <a:endParaRPr lang="zh-CN" altLang="en-US" dirty="0"/>
          </a:p>
        </p:txBody>
      </p:sp>
      <p:sp>
        <p:nvSpPr>
          <p:cNvPr id="6" name="文本占位符 5">
            <a:extLst>
              <a:ext uri="{FF2B5EF4-FFF2-40B4-BE49-F238E27FC236}">
                <a16:creationId xmlns:a16="http://schemas.microsoft.com/office/drawing/2014/main" id="{7DA04B6E-3270-45AF-972E-04C66C35B155}"/>
              </a:ext>
            </a:extLst>
          </p:cNvPr>
          <p:cNvSpPr>
            <a:spLocks noGrp="1"/>
          </p:cNvSpPr>
          <p:nvPr>
            <p:ph type="body" sz="quarter" idx="12"/>
          </p:nvPr>
        </p:nvSpPr>
        <p:spPr/>
        <p:txBody>
          <a:bodyPr/>
          <a:lstStyle/>
          <a:p>
            <a:r>
              <a:rPr lang="zh-CN" altLang="en-US" dirty="0"/>
              <a:t>冗余码</a:t>
            </a:r>
            <a:endParaRPr lang="en-US" altLang="zh-CN" dirty="0"/>
          </a:p>
          <a:p>
            <a:pPr lvl="1"/>
            <a:r>
              <a:rPr lang="zh-CN" altLang="en-US" dirty="0"/>
              <a:t>帧校验序列</a:t>
            </a:r>
            <a:endParaRPr lang="en-US" altLang="zh-CN" dirty="0"/>
          </a:p>
          <a:p>
            <a:pPr lvl="1"/>
            <a:r>
              <a:rPr lang="en-US" altLang="zh-CN" dirty="0"/>
              <a:t>FCS – Frame Check Sequence</a:t>
            </a:r>
          </a:p>
          <a:p>
            <a:r>
              <a:rPr lang="zh-CN" altLang="en-US" dirty="0"/>
              <a:t>过程</a:t>
            </a:r>
            <a:endParaRPr lang="en-US" altLang="zh-CN" dirty="0"/>
          </a:p>
          <a:p>
            <a:pPr marL="800100" lvl="1" indent="-342900">
              <a:buFont typeface="+mj-lt"/>
              <a:buAutoNum type="arabicPeriod"/>
            </a:pPr>
            <a:r>
              <a:rPr lang="zh-CN" altLang="en-US" dirty="0"/>
              <a:t>在</a:t>
            </a:r>
            <a:r>
              <a:rPr lang="en-US" altLang="zh-CN" dirty="0"/>
              <a:t>M</a:t>
            </a:r>
            <a:r>
              <a:rPr lang="zh-CN" altLang="en-US" dirty="0"/>
              <a:t>的数据后面加上</a:t>
            </a:r>
            <a:r>
              <a:rPr lang="en-US" altLang="zh-CN" dirty="0"/>
              <a:t>n</a:t>
            </a:r>
            <a:r>
              <a:rPr lang="zh-CN" altLang="en-US" dirty="0"/>
              <a:t>个</a:t>
            </a:r>
            <a:r>
              <a:rPr lang="en-US" altLang="zh-CN" dirty="0"/>
              <a:t>0</a:t>
            </a:r>
          </a:p>
          <a:p>
            <a:pPr marL="800100" lvl="1" indent="-342900">
              <a:buFont typeface="+mj-lt"/>
              <a:buAutoNum type="arabicPeriod"/>
            </a:pPr>
            <a:r>
              <a:rPr lang="zh-CN" altLang="en-US" dirty="0"/>
              <a:t>用生成多项式</a:t>
            </a:r>
            <a:r>
              <a:rPr lang="en-US" altLang="zh-CN" dirty="0"/>
              <a:t>P</a:t>
            </a:r>
            <a:r>
              <a:rPr lang="zh-CN" altLang="en-US" dirty="0"/>
              <a:t>按照模</a:t>
            </a:r>
            <a:r>
              <a:rPr lang="en-US" altLang="zh-CN" dirty="0"/>
              <a:t>2</a:t>
            </a:r>
            <a:r>
              <a:rPr lang="zh-CN" altLang="en-US" dirty="0"/>
              <a:t>运算去除</a:t>
            </a:r>
            <a:r>
              <a:rPr lang="en-US" altLang="zh-CN" dirty="0" err="1"/>
              <a:t>M+n</a:t>
            </a:r>
            <a:endParaRPr lang="en-US" altLang="zh-CN" dirty="0"/>
          </a:p>
          <a:p>
            <a:pPr marL="800100" lvl="1" indent="-342900">
              <a:buFont typeface="+mj-lt"/>
              <a:buAutoNum type="arabicPeriod"/>
            </a:pPr>
            <a:r>
              <a:rPr lang="zh-CN" altLang="en-US" dirty="0"/>
              <a:t>得到的余数</a:t>
            </a:r>
            <a:r>
              <a:rPr lang="en-US" altLang="zh-CN" dirty="0"/>
              <a:t>R</a:t>
            </a:r>
            <a:r>
              <a:rPr lang="zh-CN" altLang="en-US" dirty="0"/>
              <a:t>就是冗余码</a:t>
            </a:r>
          </a:p>
        </p:txBody>
      </p:sp>
      <p:graphicFrame>
        <p:nvGraphicFramePr>
          <p:cNvPr id="2" name="表格 2">
            <a:extLst>
              <a:ext uri="{FF2B5EF4-FFF2-40B4-BE49-F238E27FC236}">
                <a16:creationId xmlns:a16="http://schemas.microsoft.com/office/drawing/2014/main" id="{96DAF3B1-9A9C-42F7-B439-2DF7F337AD39}"/>
              </a:ext>
            </a:extLst>
          </p:cNvPr>
          <p:cNvGraphicFramePr>
            <a:graphicFrameLocks noGrp="1"/>
          </p:cNvGraphicFramePr>
          <p:nvPr>
            <p:extLst>
              <p:ext uri="{D42A27DB-BD31-4B8C-83A1-F6EECF244321}">
                <p14:modId xmlns:p14="http://schemas.microsoft.com/office/powerpoint/2010/main" val="648503198"/>
              </p:ext>
            </p:extLst>
          </p:nvPr>
        </p:nvGraphicFramePr>
        <p:xfrm>
          <a:off x="6605212" y="2652023"/>
          <a:ext cx="4064001" cy="1854200"/>
        </p:xfrm>
        <a:graphic>
          <a:graphicData uri="http://schemas.openxmlformats.org/drawingml/2006/table">
            <a:tbl>
              <a:tblPr firstRow="1" bandRow="1">
                <a:tableStyleId>{21E4AEA4-8DFA-4A89-87EB-49C32662AFE0}</a:tableStyleId>
              </a:tblPr>
              <a:tblGrid>
                <a:gridCol w="1354667">
                  <a:extLst>
                    <a:ext uri="{9D8B030D-6E8A-4147-A177-3AD203B41FA5}">
                      <a16:colId xmlns:a16="http://schemas.microsoft.com/office/drawing/2014/main" val="3894007369"/>
                    </a:ext>
                  </a:extLst>
                </a:gridCol>
                <a:gridCol w="1354667">
                  <a:extLst>
                    <a:ext uri="{9D8B030D-6E8A-4147-A177-3AD203B41FA5}">
                      <a16:colId xmlns:a16="http://schemas.microsoft.com/office/drawing/2014/main" val="1807954504"/>
                    </a:ext>
                  </a:extLst>
                </a:gridCol>
                <a:gridCol w="1354667">
                  <a:extLst>
                    <a:ext uri="{9D8B030D-6E8A-4147-A177-3AD203B41FA5}">
                      <a16:colId xmlns:a16="http://schemas.microsoft.com/office/drawing/2014/main" val="1153003873"/>
                    </a:ext>
                  </a:extLst>
                </a:gridCol>
              </a:tblGrid>
              <a:tr h="370840">
                <a:tc gridSpan="3">
                  <a:txBody>
                    <a:bodyPr/>
                    <a:lstStyle/>
                    <a:p>
                      <a:pPr algn="ctr"/>
                      <a:r>
                        <a:rPr lang="zh-CN" altLang="en-US" b="0" i="0" baseline="0" dirty="0">
                          <a:latin typeface="Courier New" panose="02070309020205020404" pitchFamily="49" charset="0"/>
                          <a:ea typeface="微软雅黑 Light" panose="020B0502040204020203" pitchFamily="34" charset="-122"/>
                        </a:rPr>
                        <a:t>模</a:t>
                      </a:r>
                      <a:r>
                        <a:rPr lang="en-US" altLang="zh-CN" b="0" i="0" baseline="0" dirty="0">
                          <a:latin typeface="Courier New" panose="02070309020205020404" pitchFamily="49" charset="0"/>
                          <a:ea typeface="微软雅黑 Light" panose="020B0502040204020203" pitchFamily="34" charset="-122"/>
                        </a:rPr>
                        <a:t>2</a:t>
                      </a:r>
                      <a:endParaRPr lang="zh-CN" altLang="en-US" b="0" i="0" baseline="0" dirty="0">
                        <a:latin typeface="Courier New" panose="02070309020205020404" pitchFamily="49" charset="0"/>
                        <a:ea typeface="微软雅黑 Light" panose="020B0502040204020203" pitchFamily="34" charset="-122"/>
                      </a:endParaRPr>
                    </a:p>
                  </a:txBody>
                  <a:tcPr anchor="ctr"/>
                </a:tc>
                <a:tc hMerge="1">
                  <a:txBody>
                    <a:bodyPr/>
                    <a:lstStyle/>
                    <a:p>
                      <a:pPr algn="ctr"/>
                      <a:endParaRPr lang="zh-CN" altLang="en-US" dirty="0"/>
                    </a:p>
                  </a:txBody>
                  <a:tcPr anchor="ctr"/>
                </a:tc>
                <a:tc hMerge="1">
                  <a:txBody>
                    <a:bodyPr/>
                    <a:lstStyle/>
                    <a:p>
                      <a:pPr algn="ctr"/>
                      <a:endParaRPr lang="zh-CN" altLang="en-US" dirty="0"/>
                    </a:p>
                  </a:txBody>
                  <a:tcPr anchor="ctr"/>
                </a:tc>
                <a:extLst>
                  <a:ext uri="{0D108BD9-81ED-4DB2-BD59-A6C34878D82A}">
                    <a16:rowId xmlns:a16="http://schemas.microsoft.com/office/drawing/2014/main" val="3602813180"/>
                  </a:ext>
                </a:extLst>
              </a:tr>
              <a:tr h="370840">
                <a:tc>
                  <a:txBody>
                    <a:bodyPr/>
                    <a:lstStyle/>
                    <a:p>
                      <a:pPr algn="ctr"/>
                      <a:r>
                        <a:rPr lang="en-US" altLang="zh-CN" b="0" i="0" baseline="0" dirty="0">
                          <a:latin typeface="Courier New" panose="02070309020205020404" pitchFamily="49" charset="0"/>
                          <a:ea typeface="微软雅黑 Light" panose="020B0502040204020203" pitchFamily="34" charset="-122"/>
                        </a:rPr>
                        <a:t>0</a:t>
                      </a:r>
                      <a:endParaRPr lang="zh-CN" altLang="en-US" b="0" i="0" baseline="0" dirty="0">
                        <a:latin typeface="Courier New" panose="02070309020205020404" pitchFamily="49" charset="0"/>
                        <a:ea typeface="微软雅黑 Light" panose="020B0502040204020203" pitchFamily="34" charset="-122"/>
                      </a:endParaRPr>
                    </a:p>
                  </a:txBody>
                  <a:tcPr anchor="ctr"/>
                </a:tc>
                <a:tc>
                  <a:txBody>
                    <a:bodyPr/>
                    <a:lstStyle/>
                    <a:p>
                      <a:pPr algn="ctr"/>
                      <a:r>
                        <a:rPr lang="en-US" altLang="zh-CN" b="0" i="0" baseline="0" dirty="0">
                          <a:latin typeface="Courier New" panose="02070309020205020404" pitchFamily="49" charset="0"/>
                          <a:ea typeface="微软雅黑 Light" panose="020B0502040204020203" pitchFamily="34" charset="-122"/>
                        </a:rPr>
                        <a:t>0</a:t>
                      </a:r>
                      <a:endParaRPr lang="zh-CN" altLang="en-US" b="0" i="0" baseline="0" dirty="0">
                        <a:latin typeface="Courier New" panose="02070309020205020404" pitchFamily="49" charset="0"/>
                        <a:ea typeface="微软雅黑 Light" panose="020B0502040204020203" pitchFamily="34" charset="-122"/>
                      </a:endParaRPr>
                    </a:p>
                  </a:txBody>
                  <a:tcPr anchor="ctr"/>
                </a:tc>
                <a:tc>
                  <a:txBody>
                    <a:bodyPr/>
                    <a:lstStyle/>
                    <a:p>
                      <a:pPr algn="ctr"/>
                      <a:r>
                        <a:rPr lang="en-US" altLang="zh-CN" b="0" i="0" baseline="0" dirty="0">
                          <a:latin typeface="Courier New" panose="02070309020205020404" pitchFamily="49" charset="0"/>
                          <a:ea typeface="微软雅黑 Light" panose="020B0502040204020203" pitchFamily="34" charset="-122"/>
                        </a:rPr>
                        <a:t>0</a:t>
                      </a:r>
                      <a:endParaRPr lang="zh-CN" altLang="en-US" b="0" i="0" baseline="0" dirty="0">
                        <a:latin typeface="Courier New" panose="02070309020205020404" pitchFamily="49" charset="0"/>
                        <a:ea typeface="微软雅黑 Light" panose="020B0502040204020203" pitchFamily="34" charset="-122"/>
                      </a:endParaRPr>
                    </a:p>
                  </a:txBody>
                  <a:tcPr anchor="ctr"/>
                </a:tc>
                <a:extLst>
                  <a:ext uri="{0D108BD9-81ED-4DB2-BD59-A6C34878D82A}">
                    <a16:rowId xmlns:a16="http://schemas.microsoft.com/office/drawing/2014/main" val="2411704516"/>
                  </a:ext>
                </a:extLst>
              </a:tr>
              <a:tr h="370840">
                <a:tc>
                  <a:txBody>
                    <a:bodyPr/>
                    <a:lstStyle/>
                    <a:p>
                      <a:pPr algn="ctr"/>
                      <a:r>
                        <a:rPr lang="en-US" altLang="zh-CN" b="0" i="0" baseline="0" dirty="0">
                          <a:latin typeface="Courier New" panose="02070309020205020404" pitchFamily="49" charset="0"/>
                          <a:ea typeface="微软雅黑 Light" panose="020B0502040204020203" pitchFamily="34" charset="-122"/>
                        </a:rPr>
                        <a:t>0</a:t>
                      </a:r>
                      <a:endParaRPr lang="zh-CN" altLang="en-US" b="0" i="0" baseline="0" dirty="0">
                        <a:latin typeface="Courier New" panose="02070309020205020404" pitchFamily="49" charset="0"/>
                        <a:ea typeface="微软雅黑 Light" panose="020B0502040204020203" pitchFamily="34" charset="-122"/>
                      </a:endParaRPr>
                    </a:p>
                  </a:txBody>
                  <a:tcPr anchor="ctr"/>
                </a:tc>
                <a:tc>
                  <a:txBody>
                    <a:bodyPr/>
                    <a:lstStyle/>
                    <a:p>
                      <a:pPr algn="ctr"/>
                      <a:r>
                        <a:rPr lang="en-US" altLang="zh-CN" b="0" i="0" baseline="0" dirty="0">
                          <a:latin typeface="Courier New" panose="02070309020205020404" pitchFamily="49" charset="0"/>
                          <a:ea typeface="微软雅黑 Light" panose="020B0502040204020203" pitchFamily="34" charset="-122"/>
                        </a:rPr>
                        <a:t>1</a:t>
                      </a:r>
                      <a:endParaRPr lang="zh-CN" altLang="en-US" b="0" i="0" baseline="0" dirty="0">
                        <a:latin typeface="Courier New" panose="02070309020205020404" pitchFamily="49" charset="0"/>
                        <a:ea typeface="微软雅黑 Light" panose="020B0502040204020203" pitchFamily="34" charset="-122"/>
                      </a:endParaRPr>
                    </a:p>
                  </a:txBody>
                  <a:tcPr anchor="ctr"/>
                </a:tc>
                <a:tc>
                  <a:txBody>
                    <a:bodyPr/>
                    <a:lstStyle/>
                    <a:p>
                      <a:pPr algn="ctr"/>
                      <a:r>
                        <a:rPr lang="en-US" altLang="zh-CN" b="0" i="0" baseline="0" dirty="0">
                          <a:latin typeface="Courier New" panose="02070309020205020404" pitchFamily="49" charset="0"/>
                          <a:ea typeface="微软雅黑 Light" panose="020B0502040204020203" pitchFamily="34" charset="-122"/>
                        </a:rPr>
                        <a:t>1</a:t>
                      </a:r>
                      <a:endParaRPr lang="zh-CN" altLang="en-US" b="0" i="0" baseline="0" dirty="0">
                        <a:latin typeface="Courier New" panose="02070309020205020404" pitchFamily="49" charset="0"/>
                        <a:ea typeface="微软雅黑 Light" panose="020B0502040204020203" pitchFamily="34" charset="-122"/>
                      </a:endParaRPr>
                    </a:p>
                  </a:txBody>
                  <a:tcPr anchor="ctr"/>
                </a:tc>
                <a:extLst>
                  <a:ext uri="{0D108BD9-81ED-4DB2-BD59-A6C34878D82A}">
                    <a16:rowId xmlns:a16="http://schemas.microsoft.com/office/drawing/2014/main" val="1461468419"/>
                  </a:ext>
                </a:extLst>
              </a:tr>
              <a:tr h="370840">
                <a:tc>
                  <a:txBody>
                    <a:bodyPr/>
                    <a:lstStyle/>
                    <a:p>
                      <a:pPr algn="ctr"/>
                      <a:r>
                        <a:rPr lang="en-US" altLang="zh-CN" b="0" i="0" baseline="0" dirty="0">
                          <a:latin typeface="Courier New" panose="02070309020205020404" pitchFamily="49" charset="0"/>
                          <a:ea typeface="微软雅黑 Light" panose="020B0502040204020203" pitchFamily="34" charset="-122"/>
                        </a:rPr>
                        <a:t>1</a:t>
                      </a:r>
                      <a:endParaRPr lang="zh-CN" altLang="en-US" b="0" i="0" baseline="0" dirty="0">
                        <a:latin typeface="Courier New" panose="02070309020205020404" pitchFamily="49" charset="0"/>
                        <a:ea typeface="微软雅黑 Light" panose="020B0502040204020203" pitchFamily="34" charset="-122"/>
                      </a:endParaRPr>
                    </a:p>
                  </a:txBody>
                  <a:tcPr anchor="ctr"/>
                </a:tc>
                <a:tc>
                  <a:txBody>
                    <a:bodyPr/>
                    <a:lstStyle/>
                    <a:p>
                      <a:pPr algn="ctr"/>
                      <a:r>
                        <a:rPr lang="en-US" altLang="zh-CN" b="0" i="0" baseline="0" dirty="0">
                          <a:latin typeface="Courier New" panose="02070309020205020404" pitchFamily="49" charset="0"/>
                          <a:ea typeface="微软雅黑 Light" panose="020B0502040204020203" pitchFamily="34" charset="-122"/>
                        </a:rPr>
                        <a:t>0</a:t>
                      </a:r>
                      <a:endParaRPr lang="zh-CN" altLang="en-US" b="0" i="0" baseline="0" dirty="0">
                        <a:latin typeface="Courier New" panose="02070309020205020404" pitchFamily="49" charset="0"/>
                        <a:ea typeface="微软雅黑 Light" panose="020B0502040204020203" pitchFamily="34" charset="-122"/>
                      </a:endParaRPr>
                    </a:p>
                  </a:txBody>
                  <a:tcPr anchor="ctr"/>
                </a:tc>
                <a:tc>
                  <a:txBody>
                    <a:bodyPr/>
                    <a:lstStyle/>
                    <a:p>
                      <a:pPr algn="ctr"/>
                      <a:r>
                        <a:rPr lang="en-US" altLang="zh-CN" b="0" i="0" baseline="0" dirty="0">
                          <a:latin typeface="Courier New" panose="02070309020205020404" pitchFamily="49" charset="0"/>
                          <a:ea typeface="微软雅黑 Light" panose="020B0502040204020203" pitchFamily="34" charset="-122"/>
                        </a:rPr>
                        <a:t>1</a:t>
                      </a:r>
                      <a:endParaRPr lang="zh-CN" altLang="en-US" b="0" i="0" baseline="0" dirty="0">
                        <a:latin typeface="Courier New" panose="02070309020205020404" pitchFamily="49" charset="0"/>
                        <a:ea typeface="微软雅黑 Light" panose="020B0502040204020203" pitchFamily="34" charset="-122"/>
                      </a:endParaRPr>
                    </a:p>
                  </a:txBody>
                  <a:tcPr anchor="ctr"/>
                </a:tc>
                <a:extLst>
                  <a:ext uri="{0D108BD9-81ED-4DB2-BD59-A6C34878D82A}">
                    <a16:rowId xmlns:a16="http://schemas.microsoft.com/office/drawing/2014/main" val="189995670"/>
                  </a:ext>
                </a:extLst>
              </a:tr>
              <a:tr h="370840">
                <a:tc>
                  <a:txBody>
                    <a:bodyPr/>
                    <a:lstStyle/>
                    <a:p>
                      <a:pPr algn="ctr"/>
                      <a:r>
                        <a:rPr lang="en-US" altLang="zh-CN" b="0" i="0" baseline="0" dirty="0">
                          <a:latin typeface="Courier New" panose="02070309020205020404" pitchFamily="49" charset="0"/>
                          <a:ea typeface="微软雅黑 Light" panose="020B0502040204020203" pitchFamily="34" charset="-122"/>
                        </a:rPr>
                        <a:t>1</a:t>
                      </a:r>
                      <a:endParaRPr lang="zh-CN" altLang="en-US" b="0" i="0" baseline="0" dirty="0">
                        <a:latin typeface="Courier New" panose="02070309020205020404" pitchFamily="49" charset="0"/>
                        <a:ea typeface="微软雅黑 Light" panose="020B0502040204020203" pitchFamily="34" charset="-122"/>
                      </a:endParaRPr>
                    </a:p>
                  </a:txBody>
                  <a:tcPr anchor="ctr"/>
                </a:tc>
                <a:tc>
                  <a:txBody>
                    <a:bodyPr/>
                    <a:lstStyle/>
                    <a:p>
                      <a:pPr algn="ctr"/>
                      <a:r>
                        <a:rPr lang="en-US" altLang="zh-CN" b="0" i="0" baseline="0" dirty="0">
                          <a:latin typeface="Courier New" panose="02070309020205020404" pitchFamily="49" charset="0"/>
                          <a:ea typeface="微软雅黑 Light" panose="020B0502040204020203" pitchFamily="34" charset="-122"/>
                        </a:rPr>
                        <a:t>1</a:t>
                      </a:r>
                      <a:endParaRPr lang="zh-CN" altLang="en-US" b="0" i="0" baseline="0" dirty="0">
                        <a:latin typeface="Courier New" panose="02070309020205020404" pitchFamily="49" charset="0"/>
                        <a:ea typeface="微软雅黑 Light" panose="020B0502040204020203" pitchFamily="34" charset="-122"/>
                      </a:endParaRPr>
                    </a:p>
                  </a:txBody>
                  <a:tcPr anchor="ctr"/>
                </a:tc>
                <a:tc>
                  <a:txBody>
                    <a:bodyPr/>
                    <a:lstStyle/>
                    <a:p>
                      <a:pPr algn="ctr"/>
                      <a:r>
                        <a:rPr lang="en-US" altLang="zh-CN" b="0" i="0" baseline="0" dirty="0">
                          <a:latin typeface="Courier New" panose="02070309020205020404" pitchFamily="49" charset="0"/>
                          <a:ea typeface="微软雅黑 Light" panose="020B0502040204020203" pitchFamily="34" charset="-122"/>
                        </a:rPr>
                        <a:t>0</a:t>
                      </a:r>
                      <a:endParaRPr lang="zh-CN" altLang="en-US" b="0" i="0" baseline="0" dirty="0">
                        <a:latin typeface="Courier New" panose="02070309020205020404" pitchFamily="49" charset="0"/>
                        <a:ea typeface="微软雅黑 Light" panose="020B0502040204020203" pitchFamily="34" charset="-122"/>
                      </a:endParaRPr>
                    </a:p>
                  </a:txBody>
                  <a:tcPr anchor="ctr"/>
                </a:tc>
                <a:extLst>
                  <a:ext uri="{0D108BD9-81ED-4DB2-BD59-A6C34878D82A}">
                    <a16:rowId xmlns:a16="http://schemas.microsoft.com/office/drawing/2014/main" val="1134130094"/>
                  </a:ext>
                </a:extLst>
              </a:tr>
            </a:tbl>
          </a:graphicData>
        </a:graphic>
      </p:graphicFrame>
    </p:spTree>
    <p:extLst>
      <p:ext uri="{BB962C8B-B14F-4D97-AF65-F5344CB8AC3E}">
        <p14:creationId xmlns:p14="http://schemas.microsoft.com/office/powerpoint/2010/main" val="20865378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8BBEDE-4428-911A-C878-D7084C77DF63}"/>
            </a:ext>
          </a:extLst>
        </p:cNvPr>
        <p:cNvGrpSpPr/>
        <p:nvPr/>
      </p:nvGrpSpPr>
      <p:grpSpPr>
        <a:xfrm>
          <a:off x="0" y="0"/>
          <a:ext cx="0" cy="0"/>
          <a:chOff x="0" y="0"/>
          <a:chExt cx="0" cy="0"/>
        </a:xfrm>
      </p:grpSpPr>
      <p:sp>
        <p:nvSpPr>
          <p:cNvPr id="8" name="标题 7">
            <a:extLst>
              <a:ext uri="{FF2B5EF4-FFF2-40B4-BE49-F238E27FC236}">
                <a16:creationId xmlns:a16="http://schemas.microsoft.com/office/drawing/2014/main" id="{33E41537-94EE-E342-BBFF-A531BFEC8E68}"/>
              </a:ext>
            </a:extLst>
          </p:cNvPr>
          <p:cNvSpPr>
            <a:spLocks noGrp="1"/>
          </p:cNvSpPr>
          <p:nvPr>
            <p:ph type="title"/>
          </p:nvPr>
        </p:nvSpPr>
        <p:spPr/>
        <p:txBody>
          <a:bodyPr/>
          <a:lstStyle/>
          <a:p>
            <a:r>
              <a:rPr lang="zh-CN" altLang="en-US" dirty="0"/>
              <a:t>差错控制之冗余码</a:t>
            </a:r>
          </a:p>
        </p:txBody>
      </p:sp>
      <p:sp>
        <p:nvSpPr>
          <p:cNvPr id="4" name="文本占位符 3">
            <a:extLst>
              <a:ext uri="{FF2B5EF4-FFF2-40B4-BE49-F238E27FC236}">
                <a16:creationId xmlns:a16="http://schemas.microsoft.com/office/drawing/2014/main" id="{098940B3-78C7-9F68-B474-51344512006A}"/>
              </a:ext>
            </a:extLst>
          </p:cNvPr>
          <p:cNvSpPr>
            <a:spLocks noGrp="1"/>
          </p:cNvSpPr>
          <p:nvPr>
            <p:ph type="body" sz="quarter" idx="11"/>
          </p:nvPr>
        </p:nvSpPr>
        <p:spPr/>
        <p:txBody>
          <a:bodyPr/>
          <a:lstStyle/>
          <a:p>
            <a:r>
              <a:rPr lang="en-US" altLang="zh-CN" dirty="0"/>
              <a:t>CRC</a:t>
            </a:r>
            <a:endParaRPr lang="zh-CN" altLang="en-US" dirty="0"/>
          </a:p>
        </p:txBody>
      </p:sp>
      <p:sp>
        <p:nvSpPr>
          <p:cNvPr id="6" name="文本占位符 5">
            <a:extLst>
              <a:ext uri="{FF2B5EF4-FFF2-40B4-BE49-F238E27FC236}">
                <a16:creationId xmlns:a16="http://schemas.microsoft.com/office/drawing/2014/main" id="{6B144345-BA44-AD20-AD26-7F45B23990AC}"/>
              </a:ext>
            </a:extLst>
          </p:cNvPr>
          <p:cNvSpPr>
            <a:spLocks noGrp="1"/>
          </p:cNvSpPr>
          <p:nvPr>
            <p:ph type="body" sz="quarter" idx="12"/>
          </p:nvPr>
        </p:nvSpPr>
        <p:spPr/>
        <p:txBody>
          <a:bodyPr/>
          <a:lstStyle/>
          <a:p>
            <a:r>
              <a:rPr lang="zh-CN" altLang="en-US" dirty="0"/>
              <a:t>若</a:t>
            </a:r>
            <a:endParaRPr lang="en-US" altLang="zh-CN" dirty="0"/>
          </a:p>
          <a:p>
            <a:pPr lvl="1"/>
            <a:r>
              <a:rPr lang="en-US" altLang="zh-CN" dirty="0"/>
              <a:t>M=101001</a:t>
            </a:r>
            <a:r>
              <a:rPr lang="zh-CN" altLang="en-US" dirty="0"/>
              <a:t>，</a:t>
            </a:r>
            <a:r>
              <a:rPr lang="en-US" altLang="zh-CN" dirty="0"/>
              <a:t>P=1101</a:t>
            </a:r>
            <a:r>
              <a:rPr lang="zh-CN" altLang="en-US" dirty="0"/>
              <a:t>，使用</a:t>
            </a:r>
            <a:r>
              <a:rPr lang="en-US" altLang="zh-CN" dirty="0"/>
              <a:t>3</a:t>
            </a:r>
            <a:r>
              <a:rPr lang="zh-CN" altLang="en-US" dirty="0"/>
              <a:t>位冗余码，取</a:t>
            </a:r>
            <a:r>
              <a:rPr lang="en-US" altLang="zh-CN" dirty="0"/>
              <a:t>n=3</a:t>
            </a:r>
            <a:endParaRPr lang="zh-CN" altLang="en-US" dirty="0"/>
          </a:p>
          <a:p>
            <a:r>
              <a:rPr lang="zh-CN" altLang="en-US" dirty="0"/>
              <a:t>则</a:t>
            </a:r>
            <a:endParaRPr lang="en-US" altLang="zh-CN" dirty="0"/>
          </a:p>
          <a:p>
            <a:pPr lvl="1"/>
            <a:r>
              <a:rPr lang="zh-CN" altLang="en-US" dirty="0"/>
              <a:t>除数为</a:t>
            </a:r>
            <a:r>
              <a:rPr lang="en-US" altLang="zh-CN" dirty="0"/>
              <a:t>P</a:t>
            </a:r>
            <a:r>
              <a:rPr lang="zh-CN" altLang="en-US" dirty="0"/>
              <a:t>，被除数为</a:t>
            </a:r>
            <a:r>
              <a:rPr lang="en-US" altLang="zh-CN" dirty="0"/>
              <a:t>M+000=101001000</a:t>
            </a:r>
            <a:r>
              <a:rPr lang="zh-CN" altLang="en-US" dirty="0"/>
              <a:t>，模</a:t>
            </a:r>
            <a:r>
              <a:rPr lang="en-US" altLang="zh-CN" dirty="0"/>
              <a:t>2</a:t>
            </a:r>
            <a:r>
              <a:rPr lang="zh-CN" altLang="en-US" dirty="0"/>
              <a:t>运算后，余数</a:t>
            </a:r>
            <a:r>
              <a:rPr lang="en-US" altLang="zh-CN" dirty="0"/>
              <a:t>R</a:t>
            </a:r>
            <a:r>
              <a:rPr lang="zh-CN" altLang="en-US" dirty="0"/>
              <a:t>为</a:t>
            </a:r>
            <a:r>
              <a:rPr lang="en-US" altLang="zh-CN" dirty="0"/>
              <a:t>001</a:t>
            </a:r>
            <a:endParaRPr lang="zh-CN" altLang="en-US" dirty="0"/>
          </a:p>
          <a:p>
            <a:r>
              <a:rPr lang="zh-CN" altLang="en-US" dirty="0"/>
              <a:t>故</a:t>
            </a:r>
            <a:endParaRPr lang="en-US" altLang="zh-CN" dirty="0"/>
          </a:p>
          <a:p>
            <a:pPr lvl="1"/>
            <a:r>
              <a:rPr lang="zh-CN" altLang="en-US" dirty="0"/>
              <a:t>发送</a:t>
            </a:r>
            <a:r>
              <a:rPr lang="en-US" altLang="zh-CN" dirty="0"/>
              <a:t>M+R=101001001</a:t>
            </a:r>
          </a:p>
          <a:p>
            <a:endParaRPr lang="zh-CN" altLang="en-US" dirty="0"/>
          </a:p>
        </p:txBody>
      </p:sp>
      <mc:AlternateContent xmlns:mc="http://schemas.openxmlformats.org/markup-compatibility/2006" xmlns:a14="http://schemas.microsoft.com/office/drawing/2010/main">
        <mc:Choice Requires="a14">
          <p:sp>
            <p:nvSpPr>
              <p:cNvPr id="44" name="文本框 43">
                <a:extLst>
                  <a:ext uri="{FF2B5EF4-FFF2-40B4-BE49-F238E27FC236}">
                    <a16:creationId xmlns:a16="http://schemas.microsoft.com/office/drawing/2014/main" id="{2A1A1C84-E2C7-7462-E303-CEACEB9C2839}"/>
                  </a:ext>
                </a:extLst>
              </p:cNvPr>
              <p:cNvSpPr txBox="1"/>
              <p:nvPr/>
            </p:nvSpPr>
            <p:spPr>
              <a:xfrm>
                <a:off x="6942577" y="3104874"/>
                <a:ext cx="2407839" cy="429092"/>
              </a:xfrm>
              <a:prstGeom prst="rect">
                <a:avLst/>
              </a:prstGeom>
              <a:noFill/>
            </p:spPr>
            <p:txBody>
              <a:bodyPr wrap="none" rtlCol="0">
                <a:spAutoFit/>
              </a:bodyPr>
              <a:lstStyle>
                <a:defPPr>
                  <a:defRPr lang="zh-CN"/>
                </a:defPPr>
                <a:lvl1pPr>
                  <a:defRPr sz="2000" b="1" spc="120">
                    <a:latin typeface="宋体" panose="02010600030101010101" pitchFamily="2" charset="-122"/>
                    <a:ea typeface="宋体" panose="02010600030101010101" pitchFamily="2" charset="-122"/>
                    <a:cs typeface="Courier New" panose="02070309020205020404" pitchFamily="49" charset="0"/>
                  </a:defRPr>
                </a:lvl1pPr>
              </a:lstStyle>
              <a:p>
                <a:r>
                  <a:rPr lang="en-US" altLang="zh-CN" b="0" dirty="0">
                    <a:latin typeface="Cambria Math" panose="02040503050406030204" pitchFamily="18" charset="0"/>
                    <a:ea typeface="Cambria Math" panose="02040503050406030204" pitchFamily="18" charset="0"/>
                  </a:rPr>
                  <a:t>1101</a:t>
                </a:r>
                <a14:m>
                  <m:oMath xmlns:m="http://schemas.openxmlformats.org/officeDocument/2006/math">
                    <m:rad>
                      <m:radPr>
                        <m:degHide m:val="on"/>
                        <m:ctrlPr>
                          <a:rPr lang="en-US" altLang="zh-CN" b="0" i="1">
                            <a:latin typeface="Cambria Math" panose="02040503050406030204" pitchFamily="18" charset="0"/>
                            <a:ea typeface="Cambria Math" panose="02040503050406030204" pitchFamily="18" charset="0"/>
                          </a:rPr>
                        </m:ctrlPr>
                      </m:radPr>
                      <m:deg/>
                      <m:e>
                        <m:r>
                          <a:rPr lang="en-US" altLang="zh-CN" b="0" i="0" smtClean="0">
                            <a:latin typeface="Cambria Math" panose="02040503050406030204" pitchFamily="18" charset="0"/>
                            <a:ea typeface="Cambria Math" panose="02040503050406030204" pitchFamily="18" charset="0"/>
                          </a:rPr>
                          <m:t>101001000</m:t>
                        </m:r>
                      </m:e>
                    </m:rad>
                  </m:oMath>
                </a14:m>
                <a:endParaRPr lang="zh-CN" altLang="en-US" b="0" dirty="0">
                  <a:latin typeface="Cambria Math" panose="02040503050406030204" pitchFamily="18" charset="0"/>
                  <a:ea typeface="微软雅黑 Light" panose="020B0502040204020203" pitchFamily="34" charset="-122"/>
                </a:endParaRPr>
              </a:p>
            </p:txBody>
          </p:sp>
        </mc:Choice>
        <mc:Fallback xmlns="">
          <p:sp>
            <p:nvSpPr>
              <p:cNvPr id="44" name="文本框 43">
                <a:extLst>
                  <a:ext uri="{FF2B5EF4-FFF2-40B4-BE49-F238E27FC236}">
                    <a16:creationId xmlns:a16="http://schemas.microsoft.com/office/drawing/2014/main" id="{2A1A1C84-E2C7-7462-E303-CEACEB9C2839}"/>
                  </a:ext>
                </a:extLst>
              </p:cNvPr>
              <p:cNvSpPr txBox="1">
                <a:spLocks noRot="1" noChangeAspect="1" noMove="1" noResize="1" noEditPoints="1" noAdjustHandles="1" noChangeArrowheads="1" noChangeShapeType="1" noTextEdit="1"/>
              </p:cNvSpPr>
              <p:nvPr/>
            </p:nvSpPr>
            <p:spPr>
              <a:xfrm>
                <a:off x="6942577" y="3104874"/>
                <a:ext cx="2407839" cy="429092"/>
              </a:xfrm>
              <a:prstGeom prst="rect">
                <a:avLst/>
              </a:prstGeom>
              <a:blipFill>
                <a:blip r:embed="rId2"/>
                <a:stretch>
                  <a:fillRect l="-2785" t="-1408" b="-22535"/>
                </a:stretch>
              </a:blipFill>
            </p:spPr>
            <p:txBody>
              <a:bodyPr/>
              <a:lstStyle/>
              <a:p>
                <a:r>
                  <a:rPr lang="zh-CN" altLang="en-US">
                    <a:noFill/>
                  </a:rPr>
                  <a:t> </a:t>
                </a:r>
              </a:p>
            </p:txBody>
          </p:sp>
        </mc:Fallback>
      </mc:AlternateContent>
      <p:sp>
        <p:nvSpPr>
          <p:cNvPr id="46" name="文本框 45">
            <a:extLst>
              <a:ext uri="{FF2B5EF4-FFF2-40B4-BE49-F238E27FC236}">
                <a16:creationId xmlns:a16="http://schemas.microsoft.com/office/drawing/2014/main" id="{A2526025-E4CE-0029-E508-3C66AC421AD7}"/>
              </a:ext>
            </a:extLst>
          </p:cNvPr>
          <p:cNvSpPr txBox="1"/>
          <p:nvPr/>
        </p:nvSpPr>
        <p:spPr>
          <a:xfrm>
            <a:off x="8050470" y="2855917"/>
            <a:ext cx="1271502" cy="400110"/>
          </a:xfrm>
          <a:prstGeom prst="rect">
            <a:avLst/>
          </a:prstGeom>
          <a:noFill/>
        </p:spPr>
        <p:txBody>
          <a:bodyPr wrap="none" rtlCol="0">
            <a:spAutoFit/>
          </a:bodyPr>
          <a:lstStyle/>
          <a:p>
            <a:pPr algn="l"/>
            <a:r>
              <a:rPr lang="en-US" altLang="zh-CN" sz="2000" spc="300" dirty="0">
                <a:solidFill>
                  <a:schemeClr val="tx1"/>
                </a:solidFill>
                <a:latin typeface="Cambria Math" panose="02040503050406030204" pitchFamily="18" charset="0"/>
                <a:ea typeface="Cambria Math" panose="02040503050406030204" pitchFamily="18" charset="0"/>
                <a:cs typeface="Courier New" panose="02070309020205020404" pitchFamily="49" charset="0"/>
              </a:rPr>
              <a:t>110101</a:t>
            </a:r>
            <a:endParaRPr lang="zh-CN" altLang="en-US" sz="2000" spc="300" dirty="0">
              <a:solidFill>
                <a:schemeClr val="tx1"/>
              </a:solidFill>
              <a:latin typeface="Cambria Math" panose="02040503050406030204" pitchFamily="18" charset="0"/>
              <a:ea typeface="微软雅黑 Light" panose="020B0502040204020203" pitchFamily="34" charset="-122"/>
              <a:cs typeface="Courier New" panose="02070309020205020404" pitchFamily="49" charset="0"/>
            </a:endParaRPr>
          </a:p>
        </p:txBody>
      </p:sp>
      <p:sp>
        <p:nvSpPr>
          <p:cNvPr id="47" name="文本框 46">
            <a:extLst>
              <a:ext uri="{FF2B5EF4-FFF2-40B4-BE49-F238E27FC236}">
                <a16:creationId xmlns:a16="http://schemas.microsoft.com/office/drawing/2014/main" id="{0D52BCB3-F850-8756-EE39-1EAA7BF636AE}"/>
              </a:ext>
            </a:extLst>
          </p:cNvPr>
          <p:cNvSpPr txBox="1"/>
          <p:nvPr/>
        </p:nvSpPr>
        <p:spPr>
          <a:xfrm>
            <a:off x="7742125" y="3362903"/>
            <a:ext cx="816890" cy="400110"/>
          </a:xfrm>
          <a:prstGeom prst="rect">
            <a:avLst/>
          </a:prstGeom>
          <a:noFill/>
        </p:spPr>
        <p:txBody>
          <a:bodyPr wrap="none" rtlCol="0">
            <a:spAutoFit/>
          </a:bodyPr>
          <a:lstStyle/>
          <a:p>
            <a:pPr algn="l"/>
            <a:r>
              <a:rPr lang="en-US" altLang="zh-CN" sz="2000" spc="120" dirty="0">
                <a:solidFill>
                  <a:schemeClr val="tx1"/>
                </a:solidFill>
                <a:latin typeface="Cambria Math" panose="02040503050406030204" pitchFamily="18" charset="0"/>
                <a:ea typeface="Cambria Math" panose="02040503050406030204" pitchFamily="18" charset="0"/>
                <a:cs typeface="Courier New" panose="02070309020205020404" pitchFamily="49" charset="0"/>
              </a:rPr>
              <a:t>1101</a:t>
            </a:r>
            <a:endParaRPr lang="zh-CN" altLang="en-US" sz="2000" spc="120" dirty="0">
              <a:solidFill>
                <a:schemeClr val="tx1"/>
              </a:solidFill>
              <a:latin typeface="Cambria Math" panose="02040503050406030204" pitchFamily="18" charset="0"/>
              <a:ea typeface="微软雅黑 Light" panose="020B0502040204020203" pitchFamily="34" charset="-122"/>
              <a:cs typeface="Courier New" panose="02070309020205020404" pitchFamily="49" charset="0"/>
            </a:endParaRPr>
          </a:p>
        </p:txBody>
      </p:sp>
      <mc:AlternateContent xmlns:mc="http://schemas.openxmlformats.org/markup-compatibility/2006" xmlns:a14="http://schemas.microsoft.com/office/drawing/2010/main">
        <mc:Choice Requires="a14">
          <p:sp>
            <p:nvSpPr>
              <p:cNvPr id="48" name="文本框 47">
                <a:extLst>
                  <a:ext uri="{FF2B5EF4-FFF2-40B4-BE49-F238E27FC236}">
                    <a16:creationId xmlns:a16="http://schemas.microsoft.com/office/drawing/2014/main" id="{93D4B725-8597-C035-DF28-20C493334E03}"/>
                  </a:ext>
                </a:extLst>
              </p:cNvPr>
              <p:cNvSpPr txBox="1"/>
              <p:nvPr/>
            </p:nvSpPr>
            <p:spPr>
              <a:xfrm>
                <a:off x="7944172" y="3746065"/>
                <a:ext cx="710130" cy="30848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acc>
                        <m:accPr>
                          <m:chr m:val="̅"/>
                          <m:ctrlPr>
                            <a:rPr lang="zh-CN" altLang="en-US" sz="2000" i="1" spc="100" smtClean="0">
                              <a:solidFill>
                                <a:schemeClr val="tx1"/>
                              </a:solidFill>
                              <a:latin typeface="Cambria Math" panose="02040503050406030204" pitchFamily="18" charset="0"/>
                              <a:ea typeface="微软雅黑 Light" panose="020B0502040204020203" pitchFamily="34" charset="-122"/>
                            </a:rPr>
                          </m:ctrlPr>
                        </m:accPr>
                        <m:e>
                          <m:r>
                            <a:rPr lang="en-US" altLang="zh-CN" sz="2000" i="0" spc="100" smtClean="0">
                              <a:solidFill>
                                <a:schemeClr val="tx1"/>
                              </a:solidFill>
                              <a:latin typeface="Cambria Math" panose="02040503050406030204" pitchFamily="18" charset="0"/>
                              <a:ea typeface="微软雅黑 Light" panose="020B0502040204020203" pitchFamily="34" charset="-122"/>
                            </a:rPr>
                            <m:t>1110</m:t>
                          </m:r>
                        </m:e>
                      </m:acc>
                    </m:oMath>
                  </m:oMathPara>
                </a14:m>
                <a:endParaRPr lang="zh-CN" altLang="en-US" sz="2000" spc="1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48" name="文本框 47">
                <a:extLst>
                  <a:ext uri="{FF2B5EF4-FFF2-40B4-BE49-F238E27FC236}">
                    <a16:creationId xmlns:a16="http://schemas.microsoft.com/office/drawing/2014/main" id="{93D4B725-8597-C035-DF28-20C493334E03}"/>
                  </a:ext>
                </a:extLst>
              </p:cNvPr>
              <p:cNvSpPr txBox="1">
                <a:spLocks noRot="1" noChangeAspect="1" noMove="1" noResize="1" noEditPoints="1" noAdjustHandles="1" noChangeArrowheads="1" noChangeShapeType="1" noTextEdit="1"/>
              </p:cNvSpPr>
              <p:nvPr/>
            </p:nvSpPr>
            <p:spPr>
              <a:xfrm>
                <a:off x="7944172" y="3746065"/>
                <a:ext cx="710130" cy="308482"/>
              </a:xfrm>
              <a:prstGeom prst="rect">
                <a:avLst/>
              </a:prstGeom>
              <a:blipFill>
                <a:blip r:embed="rId3"/>
                <a:stretch>
                  <a:fillRect l="-5128" r="-5128" b="-8000"/>
                </a:stretch>
              </a:blipFill>
            </p:spPr>
            <p:txBody>
              <a:bodyPr/>
              <a:lstStyle/>
              <a:p>
                <a:r>
                  <a:rPr lang="zh-CN" altLang="en-US">
                    <a:noFill/>
                  </a:rPr>
                  <a:t> </a:t>
                </a:r>
              </a:p>
            </p:txBody>
          </p:sp>
        </mc:Fallback>
      </mc:AlternateContent>
      <p:sp>
        <p:nvSpPr>
          <p:cNvPr id="49" name="文本框 48">
            <a:extLst>
              <a:ext uri="{FF2B5EF4-FFF2-40B4-BE49-F238E27FC236}">
                <a16:creationId xmlns:a16="http://schemas.microsoft.com/office/drawing/2014/main" id="{0651E10B-F1E9-0F58-4D26-B614772DB2A9}"/>
              </a:ext>
            </a:extLst>
          </p:cNvPr>
          <p:cNvSpPr txBox="1"/>
          <p:nvPr/>
        </p:nvSpPr>
        <p:spPr>
          <a:xfrm>
            <a:off x="7900979" y="3950145"/>
            <a:ext cx="816890" cy="400110"/>
          </a:xfrm>
          <a:prstGeom prst="rect">
            <a:avLst/>
          </a:prstGeom>
          <a:noFill/>
        </p:spPr>
        <p:txBody>
          <a:bodyPr wrap="none" rtlCol="0">
            <a:spAutoFit/>
          </a:bodyPr>
          <a:lstStyle/>
          <a:p>
            <a:pPr algn="l"/>
            <a:r>
              <a:rPr lang="en-US" altLang="zh-CN" sz="2000" spc="100" dirty="0">
                <a:solidFill>
                  <a:schemeClr val="tx1"/>
                </a:solidFill>
                <a:latin typeface="Cambria Math" panose="02040503050406030204" pitchFamily="18" charset="0"/>
                <a:ea typeface="Cambria Math" panose="02040503050406030204" pitchFamily="18" charset="0"/>
                <a:cs typeface="Courier New" panose="02070309020205020404" pitchFamily="49" charset="0"/>
              </a:rPr>
              <a:t>1101</a:t>
            </a:r>
            <a:endParaRPr lang="zh-CN" altLang="en-US" sz="2000" spc="100" dirty="0">
              <a:solidFill>
                <a:schemeClr val="tx1"/>
              </a:solidFill>
              <a:latin typeface="Cambria Math" panose="02040503050406030204" pitchFamily="18" charset="0"/>
              <a:ea typeface="微软雅黑 Light" panose="020B0502040204020203" pitchFamily="34" charset="-122"/>
              <a:cs typeface="Courier New" panose="02070309020205020404" pitchFamily="49" charset="0"/>
            </a:endParaRPr>
          </a:p>
        </p:txBody>
      </p:sp>
      <mc:AlternateContent xmlns:mc="http://schemas.openxmlformats.org/markup-compatibility/2006" xmlns:a14="http://schemas.microsoft.com/office/drawing/2010/main">
        <mc:Choice Requires="a14">
          <p:sp>
            <p:nvSpPr>
              <p:cNvPr id="50" name="文本框 49">
                <a:extLst>
                  <a:ext uri="{FF2B5EF4-FFF2-40B4-BE49-F238E27FC236}">
                    <a16:creationId xmlns:a16="http://schemas.microsoft.com/office/drawing/2014/main" id="{E7CA61C7-D619-7C25-DE26-3E50CC36F790}"/>
                  </a:ext>
                </a:extLst>
              </p:cNvPr>
              <p:cNvSpPr txBox="1"/>
              <p:nvPr/>
            </p:nvSpPr>
            <p:spPr>
              <a:xfrm>
                <a:off x="8237929" y="4318506"/>
                <a:ext cx="710130" cy="30848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acc>
                        <m:accPr>
                          <m:chr m:val="̅"/>
                          <m:ctrlPr>
                            <a:rPr lang="zh-CN" altLang="en-US" sz="2000" i="1" spc="100" smtClean="0">
                              <a:solidFill>
                                <a:schemeClr val="tx1"/>
                              </a:solidFill>
                              <a:latin typeface="Cambria Math" panose="02040503050406030204" pitchFamily="18" charset="0"/>
                              <a:ea typeface="微软雅黑 Light" panose="020B0502040204020203" pitchFamily="34" charset="-122"/>
                            </a:rPr>
                          </m:ctrlPr>
                        </m:accPr>
                        <m:e>
                          <m:r>
                            <a:rPr lang="en-US" altLang="zh-CN" sz="2000" i="0" spc="100" smtClean="0">
                              <a:solidFill>
                                <a:schemeClr val="tx1"/>
                              </a:solidFill>
                              <a:latin typeface="Cambria Math" panose="02040503050406030204" pitchFamily="18" charset="0"/>
                              <a:ea typeface="微软雅黑 Light" panose="020B0502040204020203" pitchFamily="34" charset="-122"/>
                            </a:rPr>
                            <m:t>1110</m:t>
                          </m:r>
                        </m:e>
                      </m:acc>
                    </m:oMath>
                  </m:oMathPara>
                </a14:m>
                <a:endParaRPr lang="zh-CN" altLang="en-US" sz="2000" spc="1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50" name="文本框 49">
                <a:extLst>
                  <a:ext uri="{FF2B5EF4-FFF2-40B4-BE49-F238E27FC236}">
                    <a16:creationId xmlns:a16="http://schemas.microsoft.com/office/drawing/2014/main" id="{E7CA61C7-D619-7C25-DE26-3E50CC36F790}"/>
                  </a:ext>
                </a:extLst>
              </p:cNvPr>
              <p:cNvSpPr txBox="1">
                <a:spLocks noRot="1" noChangeAspect="1" noMove="1" noResize="1" noEditPoints="1" noAdjustHandles="1" noChangeArrowheads="1" noChangeShapeType="1" noTextEdit="1"/>
              </p:cNvSpPr>
              <p:nvPr/>
            </p:nvSpPr>
            <p:spPr>
              <a:xfrm>
                <a:off x="8237929" y="4318506"/>
                <a:ext cx="710130" cy="308482"/>
              </a:xfrm>
              <a:prstGeom prst="rect">
                <a:avLst/>
              </a:prstGeom>
              <a:blipFill>
                <a:blip r:embed="rId4"/>
                <a:stretch>
                  <a:fillRect l="-5128" r="-5128" b="-7843"/>
                </a:stretch>
              </a:blipFill>
            </p:spPr>
            <p:txBody>
              <a:bodyPr/>
              <a:lstStyle/>
              <a:p>
                <a:r>
                  <a:rPr lang="zh-CN" altLang="en-US">
                    <a:noFill/>
                  </a:rPr>
                  <a:t> </a:t>
                </a:r>
              </a:p>
            </p:txBody>
          </p:sp>
        </mc:Fallback>
      </mc:AlternateContent>
      <p:sp>
        <p:nvSpPr>
          <p:cNvPr id="51" name="文本框 50">
            <a:extLst>
              <a:ext uri="{FF2B5EF4-FFF2-40B4-BE49-F238E27FC236}">
                <a16:creationId xmlns:a16="http://schemas.microsoft.com/office/drawing/2014/main" id="{F280F844-5D23-A3FB-4114-02A1314971F7}"/>
              </a:ext>
            </a:extLst>
          </p:cNvPr>
          <p:cNvSpPr txBox="1"/>
          <p:nvPr/>
        </p:nvSpPr>
        <p:spPr>
          <a:xfrm>
            <a:off x="8197861" y="4533959"/>
            <a:ext cx="816890" cy="400110"/>
          </a:xfrm>
          <a:prstGeom prst="rect">
            <a:avLst/>
          </a:prstGeom>
          <a:noFill/>
        </p:spPr>
        <p:txBody>
          <a:bodyPr wrap="none" rtlCol="0">
            <a:spAutoFit/>
          </a:bodyPr>
          <a:lstStyle/>
          <a:p>
            <a:pPr algn="l"/>
            <a:r>
              <a:rPr lang="en-US" altLang="zh-CN" sz="2000" spc="100" dirty="0">
                <a:solidFill>
                  <a:schemeClr val="tx1"/>
                </a:solidFill>
                <a:latin typeface="Cambria Math" panose="02040503050406030204" pitchFamily="18" charset="0"/>
                <a:ea typeface="Cambria Math" panose="02040503050406030204" pitchFamily="18" charset="0"/>
                <a:cs typeface="Courier New" panose="02070309020205020404" pitchFamily="49" charset="0"/>
              </a:rPr>
              <a:t>1101</a:t>
            </a:r>
            <a:endParaRPr lang="zh-CN" altLang="en-US" sz="2000" spc="100" dirty="0">
              <a:solidFill>
                <a:schemeClr val="tx1"/>
              </a:solidFill>
              <a:latin typeface="Cambria Math" panose="02040503050406030204" pitchFamily="18" charset="0"/>
              <a:ea typeface="微软雅黑 Light" panose="020B0502040204020203" pitchFamily="34" charset="-122"/>
              <a:cs typeface="Courier New" panose="02070309020205020404" pitchFamily="49" charset="0"/>
            </a:endParaRPr>
          </a:p>
        </p:txBody>
      </p:sp>
      <mc:AlternateContent xmlns:mc="http://schemas.openxmlformats.org/markup-compatibility/2006" xmlns:a14="http://schemas.microsoft.com/office/drawing/2010/main">
        <mc:Choice Requires="a14">
          <p:sp>
            <p:nvSpPr>
              <p:cNvPr id="52" name="文本框 51">
                <a:extLst>
                  <a:ext uri="{FF2B5EF4-FFF2-40B4-BE49-F238E27FC236}">
                    <a16:creationId xmlns:a16="http://schemas.microsoft.com/office/drawing/2014/main" id="{2DAB9C21-1B00-15EE-FCEB-564A2D17AB39}"/>
                  </a:ext>
                </a:extLst>
              </p:cNvPr>
              <p:cNvSpPr txBox="1"/>
              <p:nvPr/>
            </p:nvSpPr>
            <p:spPr>
              <a:xfrm>
                <a:off x="8524258" y="4841770"/>
                <a:ext cx="710130" cy="30848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acc>
                        <m:accPr>
                          <m:chr m:val="̅"/>
                          <m:ctrlPr>
                            <a:rPr lang="zh-CN" altLang="en-US" sz="2000" i="1" spc="100" smtClean="0">
                              <a:solidFill>
                                <a:schemeClr val="tx1"/>
                              </a:solidFill>
                              <a:latin typeface="Cambria Math" panose="02040503050406030204" pitchFamily="18" charset="0"/>
                              <a:ea typeface="微软雅黑 Light" panose="020B0502040204020203" pitchFamily="34" charset="-122"/>
                            </a:rPr>
                          </m:ctrlPr>
                        </m:accPr>
                        <m:e>
                          <m:r>
                            <a:rPr lang="en-US" altLang="zh-CN" sz="2000" i="0" spc="100" smtClean="0">
                              <a:solidFill>
                                <a:schemeClr val="tx1"/>
                              </a:solidFill>
                              <a:latin typeface="Cambria Math" panose="02040503050406030204" pitchFamily="18" charset="0"/>
                              <a:ea typeface="微软雅黑 Light" panose="020B0502040204020203" pitchFamily="34" charset="-122"/>
                            </a:rPr>
                            <m:t>1100</m:t>
                          </m:r>
                        </m:e>
                      </m:acc>
                    </m:oMath>
                  </m:oMathPara>
                </a14:m>
                <a:endParaRPr lang="zh-CN" altLang="en-US" sz="2000" spc="1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52" name="文本框 51">
                <a:extLst>
                  <a:ext uri="{FF2B5EF4-FFF2-40B4-BE49-F238E27FC236}">
                    <a16:creationId xmlns:a16="http://schemas.microsoft.com/office/drawing/2014/main" id="{2DAB9C21-1B00-15EE-FCEB-564A2D17AB39}"/>
                  </a:ext>
                </a:extLst>
              </p:cNvPr>
              <p:cNvSpPr txBox="1">
                <a:spLocks noRot="1" noChangeAspect="1" noMove="1" noResize="1" noEditPoints="1" noAdjustHandles="1" noChangeArrowheads="1" noChangeShapeType="1" noTextEdit="1"/>
              </p:cNvSpPr>
              <p:nvPr/>
            </p:nvSpPr>
            <p:spPr>
              <a:xfrm>
                <a:off x="8524258" y="4841770"/>
                <a:ext cx="710130" cy="308482"/>
              </a:xfrm>
              <a:prstGeom prst="rect">
                <a:avLst/>
              </a:prstGeom>
              <a:blipFill>
                <a:blip r:embed="rId5"/>
                <a:stretch>
                  <a:fillRect l="-5128" r="-5128" b="-7843"/>
                </a:stretch>
              </a:blipFill>
            </p:spPr>
            <p:txBody>
              <a:bodyPr/>
              <a:lstStyle/>
              <a:p>
                <a:r>
                  <a:rPr lang="zh-CN" altLang="en-US">
                    <a:noFill/>
                  </a:rPr>
                  <a:t> </a:t>
                </a:r>
              </a:p>
            </p:txBody>
          </p:sp>
        </mc:Fallback>
      </mc:AlternateContent>
      <p:cxnSp>
        <p:nvCxnSpPr>
          <p:cNvPr id="53" name="直接连接符 52">
            <a:extLst>
              <a:ext uri="{FF2B5EF4-FFF2-40B4-BE49-F238E27FC236}">
                <a16:creationId xmlns:a16="http://schemas.microsoft.com/office/drawing/2014/main" id="{77D3CDAA-4E13-A2CA-A655-64AFD931A026}"/>
              </a:ext>
            </a:extLst>
          </p:cNvPr>
          <p:cNvCxnSpPr>
            <a:cxnSpLocks/>
          </p:cNvCxnSpPr>
          <p:nvPr/>
        </p:nvCxnSpPr>
        <p:spPr>
          <a:xfrm>
            <a:off x="8517910" y="3507008"/>
            <a:ext cx="0" cy="21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4" name="直接连接符 53">
            <a:extLst>
              <a:ext uri="{FF2B5EF4-FFF2-40B4-BE49-F238E27FC236}">
                <a16:creationId xmlns:a16="http://schemas.microsoft.com/office/drawing/2014/main" id="{3C8A3149-2645-7A69-F865-B3FF468F7197}"/>
              </a:ext>
            </a:extLst>
          </p:cNvPr>
          <p:cNvCxnSpPr>
            <a:cxnSpLocks/>
          </p:cNvCxnSpPr>
          <p:nvPr/>
        </p:nvCxnSpPr>
        <p:spPr>
          <a:xfrm>
            <a:off x="8673033" y="3507008"/>
            <a:ext cx="0" cy="75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5" name="直接连接符 54">
            <a:extLst>
              <a:ext uri="{FF2B5EF4-FFF2-40B4-BE49-F238E27FC236}">
                <a16:creationId xmlns:a16="http://schemas.microsoft.com/office/drawing/2014/main" id="{B891EB5E-D379-EBBD-0A2D-5325DF0A7A72}"/>
              </a:ext>
            </a:extLst>
          </p:cNvPr>
          <p:cNvCxnSpPr>
            <a:cxnSpLocks/>
          </p:cNvCxnSpPr>
          <p:nvPr/>
        </p:nvCxnSpPr>
        <p:spPr>
          <a:xfrm>
            <a:off x="8828157" y="3507008"/>
            <a:ext cx="0" cy="75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6" name="直接连接符 55">
            <a:extLst>
              <a:ext uri="{FF2B5EF4-FFF2-40B4-BE49-F238E27FC236}">
                <a16:creationId xmlns:a16="http://schemas.microsoft.com/office/drawing/2014/main" id="{7C0E2121-F7DE-073C-5C28-D70A9448D934}"/>
              </a:ext>
            </a:extLst>
          </p:cNvPr>
          <p:cNvCxnSpPr>
            <a:cxnSpLocks/>
          </p:cNvCxnSpPr>
          <p:nvPr/>
        </p:nvCxnSpPr>
        <p:spPr>
          <a:xfrm>
            <a:off x="8983281" y="3507008"/>
            <a:ext cx="0" cy="129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7" name="直接连接符 56">
            <a:extLst>
              <a:ext uri="{FF2B5EF4-FFF2-40B4-BE49-F238E27FC236}">
                <a16:creationId xmlns:a16="http://schemas.microsoft.com/office/drawing/2014/main" id="{861DA24D-E9B5-283C-7D27-E746E15E01A3}"/>
              </a:ext>
            </a:extLst>
          </p:cNvPr>
          <p:cNvCxnSpPr>
            <a:cxnSpLocks/>
          </p:cNvCxnSpPr>
          <p:nvPr/>
        </p:nvCxnSpPr>
        <p:spPr>
          <a:xfrm>
            <a:off x="9138404" y="3507008"/>
            <a:ext cx="0" cy="129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sp>
        <p:nvSpPr>
          <p:cNvPr id="58" name="文本框 57">
            <a:extLst>
              <a:ext uri="{FF2B5EF4-FFF2-40B4-BE49-F238E27FC236}">
                <a16:creationId xmlns:a16="http://schemas.microsoft.com/office/drawing/2014/main" id="{ED590A63-656E-ABC6-6223-9D48E6400DE1}"/>
              </a:ext>
            </a:extLst>
          </p:cNvPr>
          <p:cNvSpPr txBox="1"/>
          <p:nvPr/>
        </p:nvSpPr>
        <p:spPr>
          <a:xfrm>
            <a:off x="8473991" y="5033495"/>
            <a:ext cx="816890" cy="400110"/>
          </a:xfrm>
          <a:prstGeom prst="rect">
            <a:avLst/>
          </a:prstGeom>
          <a:noFill/>
        </p:spPr>
        <p:txBody>
          <a:bodyPr wrap="none" rtlCol="0">
            <a:spAutoFit/>
          </a:bodyPr>
          <a:lstStyle/>
          <a:p>
            <a:pPr algn="l"/>
            <a:r>
              <a:rPr lang="en-US" altLang="zh-CN" sz="2000" spc="100" dirty="0">
                <a:solidFill>
                  <a:schemeClr val="tx1"/>
                </a:solidFill>
                <a:latin typeface="Cambria Math" panose="02040503050406030204" pitchFamily="18" charset="0"/>
                <a:ea typeface="Cambria Math" panose="02040503050406030204" pitchFamily="18" charset="0"/>
                <a:cs typeface="Courier New" panose="02070309020205020404" pitchFamily="49" charset="0"/>
              </a:rPr>
              <a:t>1101</a:t>
            </a:r>
            <a:endParaRPr lang="zh-CN" altLang="en-US" sz="2000" spc="100" dirty="0">
              <a:solidFill>
                <a:schemeClr val="tx1"/>
              </a:solidFill>
              <a:latin typeface="Cambria Math" panose="02040503050406030204" pitchFamily="18" charset="0"/>
              <a:ea typeface="微软雅黑 Light" panose="020B0502040204020203" pitchFamily="34" charset="-122"/>
              <a:cs typeface="Courier New" panose="02070309020205020404" pitchFamily="49" charset="0"/>
            </a:endParaRPr>
          </a:p>
        </p:txBody>
      </p:sp>
      <mc:AlternateContent xmlns:mc="http://schemas.openxmlformats.org/markup-compatibility/2006" xmlns:a14="http://schemas.microsoft.com/office/drawing/2010/main">
        <mc:Choice Requires="a14">
          <p:sp>
            <p:nvSpPr>
              <p:cNvPr id="59" name="文本框 58">
                <a:extLst>
                  <a:ext uri="{FF2B5EF4-FFF2-40B4-BE49-F238E27FC236}">
                    <a16:creationId xmlns:a16="http://schemas.microsoft.com/office/drawing/2014/main" id="{E68F1DBD-1D45-0DF3-8978-EE9CD0CA33E9}"/>
                  </a:ext>
                </a:extLst>
              </p:cNvPr>
              <p:cNvSpPr txBox="1"/>
              <p:nvPr/>
            </p:nvSpPr>
            <p:spPr>
              <a:xfrm>
                <a:off x="8695708" y="5358926"/>
                <a:ext cx="554639" cy="30848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acc>
                        <m:accPr>
                          <m:chr m:val="̅"/>
                          <m:ctrlPr>
                            <a:rPr lang="zh-CN" altLang="en-US" sz="2000" i="1" spc="100" smtClean="0">
                              <a:solidFill>
                                <a:schemeClr val="tx1"/>
                              </a:solidFill>
                              <a:latin typeface="Cambria Math" panose="02040503050406030204" pitchFamily="18" charset="0"/>
                              <a:ea typeface="微软雅黑 Light" panose="020B0502040204020203" pitchFamily="34" charset="-122"/>
                            </a:rPr>
                          </m:ctrlPr>
                        </m:accPr>
                        <m:e>
                          <m:r>
                            <a:rPr lang="en-US" altLang="zh-CN" sz="2000" i="0" spc="100" smtClean="0">
                              <a:solidFill>
                                <a:schemeClr val="tx1"/>
                              </a:solidFill>
                              <a:latin typeface="Cambria Math" panose="02040503050406030204" pitchFamily="18" charset="0"/>
                              <a:ea typeface="微软雅黑 Light" panose="020B0502040204020203" pitchFamily="34" charset="-122"/>
                            </a:rPr>
                            <m:t>001</m:t>
                          </m:r>
                        </m:e>
                      </m:acc>
                    </m:oMath>
                  </m:oMathPara>
                </a14:m>
                <a:endParaRPr lang="zh-CN" altLang="en-US" sz="2000" spc="1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59" name="文本框 58">
                <a:extLst>
                  <a:ext uri="{FF2B5EF4-FFF2-40B4-BE49-F238E27FC236}">
                    <a16:creationId xmlns:a16="http://schemas.microsoft.com/office/drawing/2014/main" id="{E68F1DBD-1D45-0DF3-8978-EE9CD0CA33E9}"/>
                  </a:ext>
                </a:extLst>
              </p:cNvPr>
              <p:cNvSpPr txBox="1">
                <a:spLocks noRot="1" noChangeAspect="1" noMove="1" noResize="1" noEditPoints="1" noAdjustHandles="1" noChangeArrowheads="1" noChangeShapeType="1" noTextEdit="1"/>
              </p:cNvSpPr>
              <p:nvPr/>
            </p:nvSpPr>
            <p:spPr>
              <a:xfrm>
                <a:off x="8695708" y="5358926"/>
                <a:ext cx="554639" cy="308482"/>
              </a:xfrm>
              <a:prstGeom prst="rect">
                <a:avLst/>
              </a:prstGeom>
              <a:blipFill>
                <a:blip r:embed="rId6"/>
                <a:stretch>
                  <a:fillRect l="-6593" r="-7692" b="-7843"/>
                </a:stretch>
              </a:blipFill>
            </p:spPr>
            <p:txBody>
              <a:bodyPr/>
              <a:lstStyle/>
              <a:p>
                <a:r>
                  <a:rPr lang="zh-CN" altLang="en-US">
                    <a:noFill/>
                  </a:rPr>
                  <a:t> </a:t>
                </a:r>
              </a:p>
            </p:txBody>
          </p:sp>
        </mc:Fallback>
      </mc:AlternateContent>
      <p:sp>
        <p:nvSpPr>
          <p:cNvPr id="60" name="文本框 59">
            <a:extLst>
              <a:ext uri="{FF2B5EF4-FFF2-40B4-BE49-F238E27FC236}">
                <a16:creationId xmlns:a16="http://schemas.microsoft.com/office/drawing/2014/main" id="{17D66E63-CD67-01E0-11B9-2737B6957343}"/>
              </a:ext>
            </a:extLst>
          </p:cNvPr>
          <p:cNvSpPr txBox="1"/>
          <p:nvPr/>
        </p:nvSpPr>
        <p:spPr>
          <a:xfrm>
            <a:off x="9811293" y="5313112"/>
            <a:ext cx="353943" cy="400110"/>
          </a:xfrm>
          <a:prstGeom prst="rect">
            <a:avLst/>
          </a:prstGeom>
          <a:noFill/>
        </p:spPr>
        <p:txBody>
          <a:bodyPr wrap="none" rtlCol="0">
            <a:spAutoFit/>
          </a:bodyPr>
          <a:lstStyle/>
          <a:p>
            <a:pPr algn="l"/>
            <a:r>
              <a:rPr lang="en-US" altLang="zh-CN" sz="2000" spc="12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R</a:t>
            </a:r>
            <a:endParaRPr lang="zh-CN" altLang="en-US" sz="2000" spc="12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sp>
        <p:nvSpPr>
          <p:cNvPr id="61" name="文本框 60">
            <a:extLst>
              <a:ext uri="{FF2B5EF4-FFF2-40B4-BE49-F238E27FC236}">
                <a16:creationId xmlns:a16="http://schemas.microsoft.com/office/drawing/2014/main" id="{F4CF1BD5-D0C4-F8CF-8AF3-8C1B62C4598B}"/>
              </a:ext>
            </a:extLst>
          </p:cNvPr>
          <p:cNvSpPr txBox="1"/>
          <p:nvPr/>
        </p:nvSpPr>
        <p:spPr>
          <a:xfrm>
            <a:off x="6338272" y="3119365"/>
            <a:ext cx="350737" cy="400110"/>
          </a:xfrm>
          <a:prstGeom prst="rect">
            <a:avLst/>
          </a:prstGeom>
          <a:noFill/>
        </p:spPr>
        <p:txBody>
          <a:bodyPr wrap="none" rtlCol="0">
            <a:spAutoFit/>
          </a:bodyPr>
          <a:lstStyle/>
          <a:p>
            <a:pPr algn="l"/>
            <a:r>
              <a:rPr lang="en-US" altLang="zh-CN" sz="2000" spc="12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P</a:t>
            </a:r>
            <a:endParaRPr lang="zh-CN" altLang="en-US" sz="2000" spc="12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cxnSp>
        <p:nvCxnSpPr>
          <p:cNvPr id="62" name="直接箭头连接符 61">
            <a:extLst>
              <a:ext uri="{FF2B5EF4-FFF2-40B4-BE49-F238E27FC236}">
                <a16:creationId xmlns:a16="http://schemas.microsoft.com/office/drawing/2014/main" id="{15987B07-D41C-B3BC-9590-AFF01CA926DE}"/>
              </a:ext>
            </a:extLst>
          </p:cNvPr>
          <p:cNvCxnSpPr>
            <a:stCxn id="59" idx="3"/>
            <a:endCxn id="60" idx="1"/>
          </p:cNvCxnSpPr>
          <p:nvPr/>
        </p:nvCxnSpPr>
        <p:spPr>
          <a:xfrm>
            <a:off x="9250347" y="5513167"/>
            <a:ext cx="560946" cy="0"/>
          </a:xfrm>
          <a:prstGeom prst="straightConnector1">
            <a:avLst/>
          </a:prstGeom>
          <a:ln w="12700">
            <a:tailEnd type="triangle"/>
          </a:ln>
        </p:spPr>
        <p:style>
          <a:lnRef idx="1">
            <a:schemeClr val="accent3"/>
          </a:lnRef>
          <a:fillRef idx="0">
            <a:schemeClr val="accent3"/>
          </a:fillRef>
          <a:effectRef idx="0">
            <a:schemeClr val="accent3"/>
          </a:effectRef>
          <a:fontRef idx="minor">
            <a:schemeClr val="tx1"/>
          </a:fontRef>
        </p:style>
      </p:cxnSp>
      <p:cxnSp>
        <p:nvCxnSpPr>
          <p:cNvPr id="63" name="直接箭头连接符 62">
            <a:extLst>
              <a:ext uri="{FF2B5EF4-FFF2-40B4-BE49-F238E27FC236}">
                <a16:creationId xmlns:a16="http://schemas.microsoft.com/office/drawing/2014/main" id="{EB08E1EA-62EE-ECCE-E153-190D6EF2436A}"/>
              </a:ext>
            </a:extLst>
          </p:cNvPr>
          <p:cNvCxnSpPr>
            <a:cxnSpLocks/>
            <a:stCxn id="44" idx="1"/>
            <a:endCxn id="61" idx="3"/>
          </p:cNvCxnSpPr>
          <p:nvPr/>
        </p:nvCxnSpPr>
        <p:spPr>
          <a:xfrm flipH="1">
            <a:off x="6689009" y="3319420"/>
            <a:ext cx="253568" cy="0"/>
          </a:xfrm>
          <a:prstGeom prst="straightConnector1">
            <a:avLst/>
          </a:prstGeom>
          <a:ln w="12700">
            <a:tailEnd type="triangle"/>
          </a:ln>
        </p:spPr>
        <p:style>
          <a:lnRef idx="1">
            <a:schemeClr val="accent3"/>
          </a:lnRef>
          <a:fillRef idx="0">
            <a:schemeClr val="accent3"/>
          </a:fillRef>
          <a:effectRef idx="0">
            <a:schemeClr val="accent3"/>
          </a:effectRef>
          <a:fontRef idx="minor">
            <a:schemeClr val="tx1"/>
          </a:fontRef>
        </p:style>
      </p:cxnSp>
      <p:sp>
        <p:nvSpPr>
          <p:cNvPr id="3" name="文本框 2">
            <a:extLst>
              <a:ext uri="{FF2B5EF4-FFF2-40B4-BE49-F238E27FC236}">
                <a16:creationId xmlns:a16="http://schemas.microsoft.com/office/drawing/2014/main" id="{613E4752-62CB-48B0-690D-DB8F7BF64AE9}"/>
              </a:ext>
            </a:extLst>
          </p:cNvPr>
          <p:cNvSpPr txBox="1"/>
          <p:nvPr/>
        </p:nvSpPr>
        <p:spPr>
          <a:xfrm>
            <a:off x="9963693" y="3137174"/>
            <a:ext cx="1031051" cy="400110"/>
          </a:xfrm>
          <a:prstGeom prst="rect">
            <a:avLst/>
          </a:prstGeom>
          <a:noFill/>
        </p:spPr>
        <p:txBody>
          <a:bodyPr wrap="none" rtlCol="0">
            <a:spAutoFit/>
          </a:bodyPr>
          <a:lstStyle/>
          <a:p>
            <a:pPr algn="l"/>
            <a:r>
              <a:rPr lang="en-US" altLang="zh-CN" sz="2000" spc="120" dirty="0">
                <a:latin typeface="Courier New" panose="02070309020205020404" pitchFamily="49" charset="0"/>
                <a:ea typeface="微软雅黑 Light" panose="020B0502040204020203" pitchFamily="34" charset="-122"/>
                <a:cs typeface="Courier New" panose="02070309020205020404" pitchFamily="49" charset="0"/>
              </a:rPr>
              <a:t>M + n</a:t>
            </a:r>
            <a:endParaRPr lang="zh-CN" altLang="en-US" sz="2000" spc="12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cxnSp>
        <p:nvCxnSpPr>
          <p:cNvPr id="5" name="直接箭头连接符 4">
            <a:extLst>
              <a:ext uri="{FF2B5EF4-FFF2-40B4-BE49-F238E27FC236}">
                <a16:creationId xmlns:a16="http://schemas.microsoft.com/office/drawing/2014/main" id="{AD563491-B58F-BE03-3CD0-981222961975}"/>
              </a:ext>
            </a:extLst>
          </p:cNvPr>
          <p:cNvCxnSpPr>
            <a:endCxn id="3" idx="1"/>
          </p:cNvCxnSpPr>
          <p:nvPr/>
        </p:nvCxnSpPr>
        <p:spPr>
          <a:xfrm>
            <a:off x="9402747" y="3337229"/>
            <a:ext cx="560946" cy="0"/>
          </a:xfrm>
          <a:prstGeom prst="straightConnector1">
            <a:avLst/>
          </a:prstGeom>
          <a:ln w="12700">
            <a:tailEnd type="triangle"/>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39216144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zh-CN" altLang="en-US" dirty="0"/>
              <a:t>差错控制</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CRC</a:t>
            </a:r>
            <a:endParaRPr lang="zh-CN" altLang="en-US" dirty="0"/>
          </a:p>
        </p:txBody>
      </p:sp>
      <p:sp>
        <p:nvSpPr>
          <p:cNvPr id="10" name="文本占位符 9">
            <a:extLst>
              <a:ext uri="{FF2B5EF4-FFF2-40B4-BE49-F238E27FC236}">
                <a16:creationId xmlns:a16="http://schemas.microsoft.com/office/drawing/2014/main" id="{66202C44-3523-4B48-81F8-A19097DC6229}"/>
              </a:ext>
            </a:extLst>
          </p:cNvPr>
          <p:cNvSpPr>
            <a:spLocks noGrp="1"/>
          </p:cNvSpPr>
          <p:nvPr>
            <p:ph type="body" sz="quarter" idx="12"/>
          </p:nvPr>
        </p:nvSpPr>
        <p:spPr/>
        <p:txBody>
          <a:bodyPr/>
          <a:lstStyle/>
          <a:p>
            <a:r>
              <a:rPr lang="zh-CN" altLang="en-US" dirty="0"/>
              <a:t>其它错误</a:t>
            </a:r>
            <a:endParaRPr lang="en-US" altLang="zh-CN" dirty="0"/>
          </a:p>
          <a:p>
            <a:pPr lvl="1"/>
            <a:r>
              <a:rPr lang="zh-CN" altLang="en-US" dirty="0"/>
              <a:t>帧丢失</a:t>
            </a:r>
          </a:p>
          <a:p>
            <a:pPr lvl="1"/>
            <a:r>
              <a:rPr lang="zh-CN" altLang="en-US" dirty="0"/>
              <a:t>帧重复</a:t>
            </a:r>
          </a:p>
          <a:p>
            <a:pPr lvl="1"/>
            <a:r>
              <a:rPr lang="zh-CN" altLang="en-US" dirty="0"/>
              <a:t>帧失序</a:t>
            </a:r>
          </a:p>
        </p:txBody>
      </p:sp>
      <p:pic>
        <p:nvPicPr>
          <p:cNvPr id="31" name="图形 30" descr="问号">
            <a:extLst>
              <a:ext uri="{FF2B5EF4-FFF2-40B4-BE49-F238E27FC236}">
                <a16:creationId xmlns:a16="http://schemas.microsoft.com/office/drawing/2014/main" id="{939980BD-19E2-459A-8A1F-298D7FDA507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78977" y="4956918"/>
            <a:ext cx="1440000" cy="1440000"/>
          </a:xfrm>
          <a:prstGeom prst="rect">
            <a:avLst/>
          </a:prstGeom>
          <a:effectLst>
            <a:outerShdw blurRad="50800" dist="38100" dir="2700000" algn="tl" rotWithShape="0">
              <a:prstClr val="black">
                <a:alpha val="40000"/>
              </a:prstClr>
            </a:outerShdw>
          </a:effectLst>
        </p:spPr>
      </p:pic>
      <p:sp>
        <p:nvSpPr>
          <p:cNvPr id="32" name="任意多边形: 形状 31">
            <a:extLst>
              <a:ext uri="{FF2B5EF4-FFF2-40B4-BE49-F238E27FC236}">
                <a16:creationId xmlns:a16="http://schemas.microsoft.com/office/drawing/2014/main" id="{C5D22480-6015-4E0C-82C6-081D2251EB96}"/>
              </a:ext>
            </a:extLst>
          </p:cNvPr>
          <p:cNvSpPr>
            <a:spLocks noChangeAspect="1"/>
          </p:cNvSpPr>
          <p:nvPr/>
        </p:nvSpPr>
        <p:spPr>
          <a:xfrm>
            <a:off x="35860" y="4662140"/>
            <a:ext cx="2966696" cy="2160000"/>
          </a:xfrm>
          <a:custGeom>
            <a:avLst/>
            <a:gdLst>
              <a:gd name="connsiteX0" fmla="*/ 2514148 w 6810377"/>
              <a:gd name="connsiteY0" fmla="*/ 0 h 4958518"/>
              <a:gd name="connsiteX1" fmla="*/ 6810377 w 6810377"/>
              <a:gd name="connsiteY1" fmla="*/ 4296229 h 4958518"/>
              <a:gd name="connsiteX2" fmla="*/ 6148088 w 6810377"/>
              <a:gd name="connsiteY2" fmla="*/ 4958518 h 4958518"/>
              <a:gd name="connsiteX3" fmla="*/ 5655082 w 6810377"/>
              <a:gd name="connsiteY3" fmla="*/ 4958518 h 4958518"/>
              <a:gd name="connsiteX4" fmla="*/ 6374946 w 6810377"/>
              <a:gd name="connsiteY4" fmla="*/ 4238654 h 4958518"/>
              <a:gd name="connsiteX5" fmla="*/ 2518683 w 6810377"/>
              <a:gd name="connsiteY5" fmla="*/ 382391 h 4958518"/>
              <a:gd name="connsiteX6" fmla="*/ 0 w 6810377"/>
              <a:gd name="connsiteY6" fmla="*/ 2901074 h 4958518"/>
              <a:gd name="connsiteX7" fmla="*/ 0 w 6810377"/>
              <a:gd name="connsiteY7" fmla="*/ 2514148 h 4958518"/>
              <a:gd name="connsiteX8" fmla="*/ 2514148 w 6810377"/>
              <a:gd name="connsiteY8" fmla="*/ 0 h 4958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10377" h="4958518">
                <a:moveTo>
                  <a:pt x="2514148" y="0"/>
                </a:moveTo>
                <a:lnTo>
                  <a:pt x="6810377" y="4296229"/>
                </a:lnTo>
                <a:lnTo>
                  <a:pt x="6148088" y="4958518"/>
                </a:lnTo>
                <a:lnTo>
                  <a:pt x="5655082" y="4958518"/>
                </a:lnTo>
                <a:lnTo>
                  <a:pt x="6374946" y="4238654"/>
                </a:lnTo>
                <a:lnTo>
                  <a:pt x="2518683" y="382391"/>
                </a:lnTo>
                <a:lnTo>
                  <a:pt x="0" y="2901074"/>
                </a:lnTo>
                <a:lnTo>
                  <a:pt x="0" y="2514148"/>
                </a:lnTo>
                <a:lnTo>
                  <a:pt x="2514148" y="0"/>
                </a:lnTo>
                <a:close/>
              </a:path>
            </a:pathLst>
          </a:custGeom>
          <a:no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id-ID" b="1" dirty="0">
              <a:latin typeface="微软雅黑 Light" panose="020B0502040204020203" pitchFamily="34" charset="-122"/>
            </a:endParaRPr>
          </a:p>
        </p:txBody>
      </p:sp>
      <p:sp>
        <p:nvSpPr>
          <p:cNvPr id="33" name="文本框 32">
            <a:extLst>
              <a:ext uri="{FF2B5EF4-FFF2-40B4-BE49-F238E27FC236}">
                <a16:creationId xmlns:a16="http://schemas.microsoft.com/office/drawing/2014/main" id="{2CE87251-BD4D-40D2-96E5-990EB173326F}"/>
              </a:ext>
            </a:extLst>
          </p:cNvPr>
          <p:cNvSpPr txBox="1"/>
          <p:nvPr/>
        </p:nvSpPr>
        <p:spPr>
          <a:xfrm rot="2704061">
            <a:off x="870412" y="5063411"/>
            <a:ext cx="3262432" cy="707886"/>
          </a:xfrm>
          <a:prstGeom prst="rect">
            <a:avLst/>
          </a:prstGeom>
          <a:noFill/>
        </p:spPr>
        <p:txBody>
          <a:bodyPr wrap="none" rtlCol="0">
            <a:spAutoFit/>
          </a:bodyPr>
          <a:lstStyle/>
          <a:p>
            <a:pPr algn="l"/>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可靠传输吗？</a:t>
            </a:r>
          </a:p>
        </p:txBody>
      </p:sp>
      <p:grpSp>
        <p:nvGrpSpPr>
          <p:cNvPr id="2" name="组合 1">
            <a:extLst>
              <a:ext uri="{FF2B5EF4-FFF2-40B4-BE49-F238E27FC236}">
                <a16:creationId xmlns:a16="http://schemas.microsoft.com/office/drawing/2014/main" id="{AF9AB1C7-0E77-4C04-9F49-ABB1C21E0FD2}"/>
              </a:ext>
            </a:extLst>
          </p:cNvPr>
          <p:cNvGrpSpPr/>
          <p:nvPr/>
        </p:nvGrpSpPr>
        <p:grpSpPr>
          <a:xfrm>
            <a:off x="2997555" y="2932211"/>
            <a:ext cx="6196891" cy="707886"/>
            <a:chOff x="2997555" y="2932211"/>
            <a:chExt cx="6196891" cy="707886"/>
          </a:xfrm>
        </p:grpSpPr>
        <p:sp>
          <p:nvSpPr>
            <p:cNvPr id="40" name="文本框 39">
              <a:extLst>
                <a:ext uri="{FF2B5EF4-FFF2-40B4-BE49-F238E27FC236}">
                  <a16:creationId xmlns:a16="http://schemas.microsoft.com/office/drawing/2014/main" id="{5E6E73CA-63B0-47D1-8031-14E4094E8228}"/>
                </a:ext>
              </a:extLst>
            </p:cNvPr>
            <p:cNvSpPr txBox="1"/>
            <p:nvPr/>
          </p:nvSpPr>
          <p:spPr>
            <a:xfrm>
              <a:off x="2997555" y="2932211"/>
              <a:ext cx="1893467" cy="707886"/>
            </a:xfrm>
            <a:prstGeom prst="rect">
              <a:avLst/>
            </a:prstGeom>
            <a:noFill/>
          </p:spPr>
          <p:txBody>
            <a:bodyPr wrap="none" rtlCol="0">
              <a:spAutoFit/>
            </a:bodyPr>
            <a:lstStyle/>
            <a:p>
              <a:pPr algn="l"/>
              <a:r>
                <a:rPr lang="en-US" altLang="zh-CN"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Bit</a:t>
              </a:r>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差错</a:t>
              </a:r>
            </a:p>
          </p:txBody>
        </p:sp>
        <p:sp>
          <p:nvSpPr>
            <p:cNvPr id="41" name="文本框 40">
              <a:extLst>
                <a:ext uri="{FF2B5EF4-FFF2-40B4-BE49-F238E27FC236}">
                  <a16:creationId xmlns:a16="http://schemas.microsoft.com/office/drawing/2014/main" id="{889786F7-18B8-453C-9098-7B62DEC6B41F}"/>
                </a:ext>
              </a:extLst>
            </p:cNvPr>
            <p:cNvSpPr txBox="1"/>
            <p:nvPr/>
          </p:nvSpPr>
          <p:spPr>
            <a:xfrm>
              <a:off x="6957936" y="2932211"/>
              <a:ext cx="2236510" cy="707886"/>
            </a:xfrm>
            <a:prstGeom prst="rect">
              <a:avLst/>
            </a:prstGeom>
            <a:noFill/>
          </p:spPr>
          <p:txBody>
            <a:bodyPr wrap="none" rtlCol="0">
              <a:spAutoFit/>
            </a:bodyPr>
            <a:lstStyle/>
            <a:p>
              <a:pPr algn="l"/>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传输差错</a:t>
              </a:r>
            </a:p>
          </p:txBody>
        </p:sp>
        <p:sp>
          <p:nvSpPr>
            <p:cNvPr id="42" name="任意多边形: 形状 41">
              <a:extLst>
                <a:ext uri="{FF2B5EF4-FFF2-40B4-BE49-F238E27FC236}">
                  <a16:creationId xmlns:a16="http://schemas.microsoft.com/office/drawing/2014/main" id="{E41D9950-595B-42B3-BD77-750E278132F5}"/>
                </a:ext>
              </a:extLst>
            </p:cNvPr>
            <p:cNvSpPr/>
            <p:nvPr/>
          </p:nvSpPr>
          <p:spPr>
            <a:xfrm>
              <a:off x="5865772" y="3059005"/>
              <a:ext cx="458390" cy="454298"/>
            </a:xfrm>
            <a:custGeom>
              <a:avLst/>
              <a:gdLst/>
              <a:ahLst/>
              <a:cxnLst/>
              <a:rect l="l" t="t" r="r" b="b"/>
              <a:pathLst>
                <a:path w="458390" h="454298">
                  <a:moveTo>
                    <a:pt x="305097" y="0"/>
                  </a:moveTo>
                  <a:lnTo>
                    <a:pt x="350118" y="0"/>
                  </a:lnTo>
                  <a:lnTo>
                    <a:pt x="299144" y="119435"/>
                  </a:lnTo>
                  <a:lnTo>
                    <a:pt x="458390" y="119435"/>
                  </a:lnTo>
                  <a:lnTo>
                    <a:pt x="458390" y="168920"/>
                  </a:lnTo>
                  <a:lnTo>
                    <a:pt x="277936" y="168920"/>
                  </a:lnTo>
                  <a:lnTo>
                    <a:pt x="233288" y="273844"/>
                  </a:lnTo>
                  <a:lnTo>
                    <a:pt x="458390" y="273844"/>
                  </a:lnTo>
                  <a:lnTo>
                    <a:pt x="458390" y="323329"/>
                  </a:lnTo>
                  <a:lnTo>
                    <a:pt x="212080" y="323329"/>
                  </a:lnTo>
                  <a:lnTo>
                    <a:pt x="156269" y="454298"/>
                  </a:lnTo>
                  <a:lnTo>
                    <a:pt x="111249" y="454298"/>
                  </a:lnTo>
                  <a:lnTo>
                    <a:pt x="167059" y="323329"/>
                  </a:lnTo>
                  <a:lnTo>
                    <a:pt x="0" y="323329"/>
                  </a:lnTo>
                  <a:lnTo>
                    <a:pt x="0" y="273844"/>
                  </a:lnTo>
                  <a:lnTo>
                    <a:pt x="188267" y="273844"/>
                  </a:lnTo>
                  <a:lnTo>
                    <a:pt x="232916" y="168920"/>
                  </a:lnTo>
                  <a:lnTo>
                    <a:pt x="0" y="168920"/>
                  </a:lnTo>
                  <a:lnTo>
                    <a:pt x="0" y="119435"/>
                  </a:lnTo>
                  <a:lnTo>
                    <a:pt x="254124" y="119435"/>
                  </a:lnTo>
                  <a:lnTo>
                    <a:pt x="305097" y="0"/>
                  </a:lnTo>
                  <a:close/>
                </a:path>
              </a:pathLst>
            </a:cu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54879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10">
                                            <p:txEl>
                                              <p:pRg st="1" end="1"/>
                                            </p:txEl>
                                          </p:spTgt>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childTnLst>
                                    <p:set>
                                      <p:cBhvr>
                                        <p:cTn id="12" dur="1" fill="hold">
                                          <p:stCondLst>
                                            <p:cond delay="0"/>
                                          </p:stCondLst>
                                        </p:cTn>
                                        <p:tgtEl>
                                          <p:spTgt spid="10">
                                            <p:txEl>
                                              <p:pRg st="2" end="2"/>
                                            </p:txEl>
                                          </p:spTgt>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grpId="0" nodeType="afterEffect">
                                  <p:stCondLst>
                                    <p:cond delay="0"/>
                                  </p:stCondLst>
                                  <p:childTnLst>
                                    <p:set>
                                      <p:cBhvr>
                                        <p:cTn id="15"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占位符 12">
            <a:extLst>
              <a:ext uri="{FF2B5EF4-FFF2-40B4-BE49-F238E27FC236}">
                <a16:creationId xmlns:a16="http://schemas.microsoft.com/office/drawing/2014/main" id="{2978E9AE-C328-43F5-9145-33CB14F8BF27}"/>
              </a:ext>
            </a:extLst>
          </p:cNvPr>
          <p:cNvSpPr>
            <a:spLocks noGrp="1"/>
          </p:cNvSpPr>
          <p:nvPr>
            <p:ph type="body" sz="quarter" idx="10"/>
          </p:nvPr>
        </p:nvSpPr>
        <p:spPr/>
        <p:txBody>
          <a:bodyPr/>
          <a:lstStyle/>
          <a:p>
            <a:r>
              <a:rPr lang="zh-CN" altLang="en-US" dirty="0"/>
              <a:t>要发送的数据是</a:t>
            </a:r>
            <a:r>
              <a:rPr lang="en-US" altLang="zh-CN" dirty="0"/>
              <a:t>1101 0110 11</a:t>
            </a:r>
            <a:r>
              <a:rPr lang="zh-CN" altLang="en-US" dirty="0"/>
              <a:t>，采用</a:t>
            </a:r>
            <a:r>
              <a:rPr lang="en-US" altLang="zh-CN" dirty="0"/>
              <a:t>CRC</a:t>
            </a:r>
            <a:r>
              <a:rPr lang="zh-CN" altLang="en-US" dirty="0"/>
              <a:t>校验，生成多项式是</a:t>
            </a:r>
            <a:r>
              <a:rPr lang="en-US" altLang="zh-CN" dirty="0"/>
              <a:t>10011</a:t>
            </a:r>
            <a:r>
              <a:rPr lang="zh-CN" altLang="en-US" dirty="0"/>
              <a:t>，取</a:t>
            </a:r>
            <a:r>
              <a:rPr lang="en-US" altLang="zh-CN" dirty="0"/>
              <a:t>n=4</a:t>
            </a:r>
            <a:r>
              <a:rPr lang="zh-CN" altLang="en-US" dirty="0"/>
              <a:t>，那么发送的数据是？</a:t>
            </a:r>
            <a:endParaRPr lang="en-US" altLang="zh-CN" dirty="0"/>
          </a:p>
        </p:txBody>
      </p:sp>
      <p:graphicFrame>
        <p:nvGraphicFramePr>
          <p:cNvPr id="14" name="表格 14">
            <a:extLst>
              <a:ext uri="{FF2B5EF4-FFF2-40B4-BE49-F238E27FC236}">
                <a16:creationId xmlns:a16="http://schemas.microsoft.com/office/drawing/2014/main" id="{0970B2BE-8539-4585-813D-15BF3D85F888}"/>
              </a:ext>
            </a:extLst>
          </p:cNvPr>
          <p:cNvGraphicFramePr>
            <a:graphicFrameLocks noGrp="1"/>
          </p:cNvGraphicFramePr>
          <p:nvPr>
            <p:extLst>
              <p:ext uri="{D42A27DB-BD31-4B8C-83A1-F6EECF244321}">
                <p14:modId xmlns:p14="http://schemas.microsoft.com/office/powerpoint/2010/main" val="1962324691"/>
              </p:ext>
            </p:extLst>
          </p:nvPr>
        </p:nvGraphicFramePr>
        <p:xfrm>
          <a:off x="2409668" y="2807934"/>
          <a:ext cx="5040000" cy="720000"/>
        </p:xfrm>
        <a:graphic>
          <a:graphicData uri="http://schemas.openxmlformats.org/drawingml/2006/table">
            <a:tbl>
              <a:tblPr bandRow="1">
                <a:tableStyleId>{5C22544A-7EE6-4342-B048-85BDC9FD1C3A}</a:tableStyleId>
              </a:tblPr>
              <a:tblGrid>
                <a:gridCol w="360000">
                  <a:extLst>
                    <a:ext uri="{9D8B030D-6E8A-4147-A177-3AD203B41FA5}">
                      <a16:colId xmlns:a16="http://schemas.microsoft.com/office/drawing/2014/main" val="4065151317"/>
                    </a:ext>
                  </a:extLst>
                </a:gridCol>
                <a:gridCol w="360000">
                  <a:extLst>
                    <a:ext uri="{9D8B030D-6E8A-4147-A177-3AD203B41FA5}">
                      <a16:colId xmlns:a16="http://schemas.microsoft.com/office/drawing/2014/main" val="3600053209"/>
                    </a:ext>
                  </a:extLst>
                </a:gridCol>
                <a:gridCol w="360000">
                  <a:extLst>
                    <a:ext uri="{9D8B030D-6E8A-4147-A177-3AD203B41FA5}">
                      <a16:colId xmlns:a16="http://schemas.microsoft.com/office/drawing/2014/main" val="3852920482"/>
                    </a:ext>
                  </a:extLst>
                </a:gridCol>
                <a:gridCol w="360000">
                  <a:extLst>
                    <a:ext uri="{9D8B030D-6E8A-4147-A177-3AD203B41FA5}">
                      <a16:colId xmlns:a16="http://schemas.microsoft.com/office/drawing/2014/main" val="2129056941"/>
                    </a:ext>
                  </a:extLst>
                </a:gridCol>
                <a:gridCol w="360000">
                  <a:extLst>
                    <a:ext uri="{9D8B030D-6E8A-4147-A177-3AD203B41FA5}">
                      <a16:colId xmlns:a16="http://schemas.microsoft.com/office/drawing/2014/main" val="240038716"/>
                    </a:ext>
                  </a:extLst>
                </a:gridCol>
                <a:gridCol w="360000">
                  <a:extLst>
                    <a:ext uri="{9D8B030D-6E8A-4147-A177-3AD203B41FA5}">
                      <a16:colId xmlns:a16="http://schemas.microsoft.com/office/drawing/2014/main" val="3476463810"/>
                    </a:ext>
                  </a:extLst>
                </a:gridCol>
                <a:gridCol w="360000">
                  <a:extLst>
                    <a:ext uri="{9D8B030D-6E8A-4147-A177-3AD203B41FA5}">
                      <a16:colId xmlns:a16="http://schemas.microsoft.com/office/drawing/2014/main" val="2519720227"/>
                    </a:ext>
                  </a:extLst>
                </a:gridCol>
                <a:gridCol w="360000">
                  <a:extLst>
                    <a:ext uri="{9D8B030D-6E8A-4147-A177-3AD203B41FA5}">
                      <a16:colId xmlns:a16="http://schemas.microsoft.com/office/drawing/2014/main" val="2341852822"/>
                    </a:ext>
                  </a:extLst>
                </a:gridCol>
                <a:gridCol w="360000">
                  <a:extLst>
                    <a:ext uri="{9D8B030D-6E8A-4147-A177-3AD203B41FA5}">
                      <a16:colId xmlns:a16="http://schemas.microsoft.com/office/drawing/2014/main" val="1658938957"/>
                    </a:ext>
                  </a:extLst>
                </a:gridCol>
                <a:gridCol w="360000">
                  <a:extLst>
                    <a:ext uri="{9D8B030D-6E8A-4147-A177-3AD203B41FA5}">
                      <a16:colId xmlns:a16="http://schemas.microsoft.com/office/drawing/2014/main" val="1073126497"/>
                    </a:ext>
                  </a:extLst>
                </a:gridCol>
                <a:gridCol w="360000">
                  <a:extLst>
                    <a:ext uri="{9D8B030D-6E8A-4147-A177-3AD203B41FA5}">
                      <a16:colId xmlns:a16="http://schemas.microsoft.com/office/drawing/2014/main" val="1725165464"/>
                    </a:ext>
                  </a:extLst>
                </a:gridCol>
                <a:gridCol w="360000">
                  <a:extLst>
                    <a:ext uri="{9D8B030D-6E8A-4147-A177-3AD203B41FA5}">
                      <a16:colId xmlns:a16="http://schemas.microsoft.com/office/drawing/2014/main" val="1961111655"/>
                    </a:ext>
                  </a:extLst>
                </a:gridCol>
                <a:gridCol w="360000">
                  <a:extLst>
                    <a:ext uri="{9D8B030D-6E8A-4147-A177-3AD203B41FA5}">
                      <a16:colId xmlns:a16="http://schemas.microsoft.com/office/drawing/2014/main" val="1113099249"/>
                    </a:ext>
                  </a:extLst>
                </a:gridCol>
                <a:gridCol w="360000">
                  <a:extLst>
                    <a:ext uri="{9D8B030D-6E8A-4147-A177-3AD203B41FA5}">
                      <a16:colId xmlns:a16="http://schemas.microsoft.com/office/drawing/2014/main" val="2354145952"/>
                    </a:ext>
                  </a:extLst>
                </a:gridCol>
              </a:tblGrid>
              <a:tr h="360000">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extLst>
                  <a:ext uri="{0D108BD9-81ED-4DB2-BD59-A6C34878D82A}">
                    <a16:rowId xmlns:a16="http://schemas.microsoft.com/office/drawing/2014/main" val="3806081994"/>
                  </a:ext>
                </a:extLst>
              </a:tr>
              <a:tr h="360000">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extLst>
                  <a:ext uri="{0D108BD9-81ED-4DB2-BD59-A6C34878D82A}">
                    <a16:rowId xmlns:a16="http://schemas.microsoft.com/office/drawing/2014/main" val="1639829903"/>
                  </a:ext>
                </a:extLst>
              </a:tr>
            </a:tbl>
          </a:graphicData>
        </a:graphic>
      </p:graphicFrame>
      <p:graphicFrame>
        <p:nvGraphicFramePr>
          <p:cNvPr id="21" name="表格 14">
            <a:extLst>
              <a:ext uri="{FF2B5EF4-FFF2-40B4-BE49-F238E27FC236}">
                <a16:creationId xmlns:a16="http://schemas.microsoft.com/office/drawing/2014/main" id="{674F7FED-4793-44D9-B066-F9FDF903E2FB}"/>
              </a:ext>
            </a:extLst>
          </p:cNvPr>
          <p:cNvGraphicFramePr>
            <a:graphicFrameLocks noGrp="1"/>
          </p:cNvGraphicFramePr>
          <p:nvPr>
            <p:extLst>
              <p:ext uri="{D42A27DB-BD31-4B8C-83A1-F6EECF244321}">
                <p14:modId xmlns:p14="http://schemas.microsoft.com/office/powerpoint/2010/main" val="204115240"/>
              </p:ext>
            </p:extLst>
          </p:nvPr>
        </p:nvGraphicFramePr>
        <p:xfrm>
          <a:off x="482257" y="2807934"/>
          <a:ext cx="1800000" cy="360000"/>
        </p:xfrm>
        <a:graphic>
          <a:graphicData uri="http://schemas.openxmlformats.org/drawingml/2006/table">
            <a:tbl>
              <a:tblPr bandRow="1">
                <a:tableStyleId>{21E4AEA4-8DFA-4A89-87EB-49C32662AFE0}</a:tableStyleId>
              </a:tblPr>
              <a:tblGrid>
                <a:gridCol w="360000">
                  <a:extLst>
                    <a:ext uri="{9D8B030D-6E8A-4147-A177-3AD203B41FA5}">
                      <a16:colId xmlns:a16="http://schemas.microsoft.com/office/drawing/2014/main" val="4065151317"/>
                    </a:ext>
                  </a:extLst>
                </a:gridCol>
                <a:gridCol w="360000">
                  <a:extLst>
                    <a:ext uri="{9D8B030D-6E8A-4147-A177-3AD203B41FA5}">
                      <a16:colId xmlns:a16="http://schemas.microsoft.com/office/drawing/2014/main" val="3600053209"/>
                    </a:ext>
                  </a:extLst>
                </a:gridCol>
                <a:gridCol w="360000">
                  <a:extLst>
                    <a:ext uri="{9D8B030D-6E8A-4147-A177-3AD203B41FA5}">
                      <a16:colId xmlns:a16="http://schemas.microsoft.com/office/drawing/2014/main" val="3852920482"/>
                    </a:ext>
                  </a:extLst>
                </a:gridCol>
                <a:gridCol w="360000">
                  <a:extLst>
                    <a:ext uri="{9D8B030D-6E8A-4147-A177-3AD203B41FA5}">
                      <a16:colId xmlns:a16="http://schemas.microsoft.com/office/drawing/2014/main" val="2129056941"/>
                    </a:ext>
                  </a:extLst>
                </a:gridCol>
                <a:gridCol w="360000">
                  <a:extLst>
                    <a:ext uri="{9D8B030D-6E8A-4147-A177-3AD203B41FA5}">
                      <a16:colId xmlns:a16="http://schemas.microsoft.com/office/drawing/2014/main" val="240038716"/>
                    </a:ext>
                  </a:extLst>
                </a:gridCol>
              </a:tblGrid>
              <a:tr h="360000">
                <a:tc>
                  <a:txBody>
                    <a:bodyPr/>
                    <a:lstStyle/>
                    <a:p>
                      <a:pPr algn="ctr"/>
                      <a:r>
                        <a:rPr lang="en-US" altLang="zh-CN" sz="1400" baseline="0" dirty="0">
                          <a:solidFill>
                            <a:schemeClr val="tx1"/>
                          </a:solidFill>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tc>
                <a:tc>
                  <a:txBody>
                    <a:bodyPr/>
                    <a:lstStyle/>
                    <a:p>
                      <a:pPr algn="ctr"/>
                      <a:r>
                        <a:rPr lang="en-US" altLang="zh-CN" sz="1400" baseline="0" dirty="0">
                          <a:solidFill>
                            <a:schemeClr val="tx1"/>
                          </a:solidFill>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tc>
                <a:tc>
                  <a:txBody>
                    <a:bodyPr/>
                    <a:lstStyle/>
                    <a:p>
                      <a:pPr algn="ctr"/>
                      <a:r>
                        <a:rPr lang="en-US" altLang="zh-CN" sz="1400" baseline="0" dirty="0">
                          <a:solidFill>
                            <a:schemeClr val="tx1"/>
                          </a:solidFill>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tc>
                <a:tc>
                  <a:txBody>
                    <a:bodyPr/>
                    <a:lstStyle/>
                    <a:p>
                      <a:pPr algn="ctr"/>
                      <a:r>
                        <a:rPr lang="en-US" altLang="zh-CN" sz="1400" baseline="0" dirty="0">
                          <a:solidFill>
                            <a:schemeClr val="tx1"/>
                          </a:solidFill>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tc>
                <a:tc>
                  <a:txBody>
                    <a:bodyPr/>
                    <a:lstStyle/>
                    <a:p>
                      <a:pPr algn="ctr"/>
                      <a:r>
                        <a:rPr lang="en-US" altLang="zh-CN" sz="1400" baseline="0" dirty="0">
                          <a:solidFill>
                            <a:schemeClr val="tx1"/>
                          </a:solidFill>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tc>
                <a:extLst>
                  <a:ext uri="{0D108BD9-81ED-4DB2-BD59-A6C34878D82A}">
                    <a16:rowId xmlns:a16="http://schemas.microsoft.com/office/drawing/2014/main" val="3806081994"/>
                  </a:ext>
                </a:extLst>
              </a:tr>
            </a:tbl>
          </a:graphicData>
        </a:graphic>
      </p:graphicFrame>
      <p:graphicFrame>
        <p:nvGraphicFramePr>
          <p:cNvPr id="23" name="表格 14">
            <a:extLst>
              <a:ext uri="{FF2B5EF4-FFF2-40B4-BE49-F238E27FC236}">
                <a16:creationId xmlns:a16="http://schemas.microsoft.com/office/drawing/2014/main" id="{F49CAE93-DB53-4332-9744-2BDE3B7372F2}"/>
              </a:ext>
            </a:extLst>
          </p:cNvPr>
          <p:cNvGraphicFramePr>
            <a:graphicFrameLocks noGrp="1"/>
          </p:cNvGraphicFramePr>
          <p:nvPr>
            <p:extLst>
              <p:ext uri="{D42A27DB-BD31-4B8C-83A1-F6EECF244321}">
                <p14:modId xmlns:p14="http://schemas.microsoft.com/office/powerpoint/2010/main" val="3915156624"/>
              </p:ext>
            </p:extLst>
          </p:nvPr>
        </p:nvGraphicFramePr>
        <p:xfrm>
          <a:off x="2409668" y="2384866"/>
          <a:ext cx="5040000" cy="360000"/>
        </p:xfrm>
        <a:graphic>
          <a:graphicData uri="http://schemas.openxmlformats.org/drawingml/2006/table">
            <a:tbl>
              <a:tblPr bandRow="1">
                <a:tableStyleId>{5C22544A-7EE6-4342-B048-85BDC9FD1C3A}</a:tableStyleId>
              </a:tblPr>
              <a:tblGrid>
                <a:gridCol w="360000">
                  <a:extLst>
                    <a:ext uri="{9D8B030D-6E8A-4147-A177-3AD203B41FA5}">
                      <a16:colId xmlns:a16="http://schemas.microsoft.com/office/drawing/2014/main" val="4065151317"/>
                    </a:ext>
                  </a:extLst>
                </a:gridCol>
                <a:gridCol w="360000">
                  <a:extLst>
                    <a:ext uri="{9D8B030D-6E8A-4147-A177-3AD203B41FA5}">
                      <a16:colId xmlns:a16="http://schemas.microsoft.com/office/drawing/2014/main" val="3600053209"/>
                    </a:ext>
                  </a:extLst>
                </a:gridCol>
                <a:gridCol w="360000">
                  <a:extLst>
                    <a:ext uri="{9D8B030D-6E8A-4147-A177-3AD203B41FA5}">
                      <a16:colId xmlns:a16="http://schemas.microsoft.com/office/drawing/2014/main" val="3852920482"/>
                    </a:ext>
                  </a:extLst>
                </a:gridCol>
                <a:gridCol w="360000">
                  <a:extLst>
                    <a:ext uri="{9D8B030D-6E8A-4147-A177-3AD203B41FA5}">
                      <a16:colId xmlns:a16="http://schemas.microsoft.com/office/drawing/2014/main" val="2129056941"/>
                    </a:ext>
                  </a:extLst>
                </a:gridCol>
                <a:gridCol w="360000">
                  <a:extLst>
                    <a:ext uri="{9D8B030D-6E8A-4147-A177-3AD203B41FA5}">
                      <a16:colId xmlns:a16="http://schemas.microsoft.com/office/drawing/2014/main" val="240038716"/>
                    </a:ext>
                  </a:extLst>
                </a:gridCol>
                <a:gridCol w="360000">
                  <a:extLst>
                    <a:ext uri="{9D8B030D-6E8A-4147-A177-3AD203B41FA5}">
                      <a16:colId xmlns:a16="http://schemas.microsoft.com/office/drawing/2014/main" val="3476463810"/>
                    </a:ext>
                  </a:extLst>
                </a:gridCol>
                <a:gridCol w="360000">
                  <a:extLst>
                    <a:ext uri="{9D8B030D-6E8A-4147-A177-3AD203B41FA5}">
                      <a16:colId xmlns:a16="http://schemas.microsoft.com/office/drawing/2014/main" val="2519720227"/>
                    </a:ext>
                  </a:extLst>
                </a:gridCol>
                <a:gridCol w="360000">
                  <a:extLst>
                    <a:ext uri="{9D8B030D-6E8A-4147-A177-3AD203B41FA5}">
                      <a16:colId xmlns:a16="http://schemas.microsoft.com/office/drawing/2014/main" val="2341852822"/>
                    </a:ext>
                  </a:extLst>
                </a:gridCol>
                <a:gridCol w="360000">
                  <a:extLst>
                    <a:ext uri="{9D8B030D-6E8A-4147-A177-3AD203B41FA5}">
                      <a16:colId xmlns:a16="http://schemas.microsoft.com/office/drawing/2014/main" val="1658938957"/>
                    </a:ext>
                  </a:extLst>
                </a:gridCol>
                <a:gridCol w="360000">
                  <a:extLst>
                    <a:ext uri="{9D8B030D-6E8A-4147-A177-3AD203B41FA5}">
                      <a16:colId xmlns:a16="http://schemas.microsoft.com/office/drawing/2014/main" val="1073126497"/>
                    </a:ext>
                  </a:extLst>
                </a:gridCol>
                <a:gridCol w="360000">
                  <a:extLst>
                    <a:ext uri="{9D8B030D-6E8A-4147-A177-3AD203B41FA5}">
                      <a16:colId xmlns:a16="http://schemas.microsoft.com/office/drawing/2014/main" val="1725165464"/>
                    </a:ext>
                  </a:extLst>
                </a:gridCol>
                <a:gridCol w="360000">
                  <a:extLst>
                    <a:ext uri="{9D8B030D-6E8A-4147-A177-3AD203B41FA5}">
                      <a16:colId xmlns:a16="http://schemas.microsoft.com/office/drawing/2014/main" val="1961111655"/>
                    </a:ext>
                  </a:extLst>
                </a:gridCol>
                <a:gridCol w="360000">
                  <a:extLst>
                    <a:ext uri="{9D8B030D-6E8A-4147-A177-3AD203B41FA5}">
                      <a16:colId xmlns:a16="http://schemas.microsoft.com/office/drawing/2014/main" val="1113099249"/>
                    </a:ext>
                  </a:extLst>
                </a:gridCol>
                <a:gridCol w="360000">
                  <a:extLst>
                    <a:ext uri="{9D8B030D-6E8A-4147-A177-3AD203B41FA5}">
                      <a16:colId xmlns:a16="http://schemas.microsoft.com/office/drawing/2014/main" val="2354145952"/>
                    </a:ext>
                  </a:extLst>
                </a:gridCol>
              </a:tblGrid>
              <a:tr h="360000">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extLst>
                  <a:ext uri="{0D108BD9-81ED-4DB2-BD59-A6C34878D82A}">
                    <a16:rowId xmlns:a16="http://schemas.microsoft.com/office/drawing/2014/main" val="3806081994"/>
                  </a:ext>
                </a:extLst>
              </a:tr>
            </a:tbl>
          </a:graphicData>
        </a:graphic>
      </p:graphicFrame>
      <p:graphicFrame>
        <p:nvGraphicFramePr>
          <p:cNvPr id="25" name="表格 14">
            <a:extLst>
              <a:ext uri="{FF2B5EF4-FFF2-40B4-BE49-F238E27FC236}">
                <a16:creationId xmlns:a16="http://schemas.microsoft.com/office/drawing/2014/main" id="{2F238B7B-F707-46D2-BD13-48BA055C0FC4}"/>
              </a:ext>
            </a:extLst>
          </p:cNvPr>
          <p:cNvGraphicFramePr>
            <a:graphicFrameLocks noGrp="1"/>
          </p:cNvGraphicFramePr>
          <p:nvPr>
            <p:extLst>
              <p:ext uri="{D42A27DB-BD31-4B8C-83A1-F6EECF244321}">
                <p14:modId xmlns:p14="http://schemas.microsoft.com/office/powerpoint/2010/main" val="762870585"/>
              </p:ext>
            </p:extLst>
          </p:nvPr>
        </p:nvGraphicFramePr>
        <p:xfrm>
          <a:off x="2409668" y="3555920"/>
          <a:ext cx="5040000" cy="720000"/>
        </p:xfrm>
        <a:graphic>
          <a:graphicData uri="http://schemas.openxmlformats.org/drawingml/2006/table">
            <a:tbl>
              <a:tblPr bandRow="1">
                <a:tableStyleId>{5C22544A-7EE6-4342-B048-85BDC9FD1C3A}</a:tableStyleId>
              </a:tblPr>
              <a:tblGrid>
                <a:gridCol w="360000">
                  <a:extLst>
                    <a:ext uri="{9D8B030D-6E8A-4147-A177-3AD203B41FA5}">
                      <a16:colId xmlns:a16="http://schemas.microsoft.com/office/drawing/2014/main" val="4065151317"/>
                    </a:ext>
                  </a:extLst>
                </a:gridCol>
                <a:gridCol w="360000">
                  <a:extLst>
                    <a:ext uri="{9D8B030D-6E8A-4147-A177-3AD203B41FA5}">
                      <a16:colId xmlns:a16="http://schemas.microsoft.com/office/drawing/2014/main" val="3600053209"/>
                    </a:ext>
                  </a:extLst>
                </a:gridCol>
                <a:gridCol w="360000">
                  <a:extLst>
                    <a:ext uri="{9D8B030D-6E8A-4147-A177-3AD203B41FA5}">
                      <a16:colId xmlns:a16="http://schemas.microsoft.com/office/drawing/2014/main" val="3852920482"/>
                    </a:ext>
                  </a:extLst>
                </a:gridCol>
                <a:gridCol w="360000">
                  <a:extLst>
                    <a:ext uri="{9D8B030D-6E8A-4147-A177-3AD203B41FA5}">
                      <a16:colId xmlns:a16="http://schemas.microsoft.com/office/drawing/2014/main" val="2129056941"/>
                    </a:ext>
                  </a:extLst>
                </a:gridCol>
                <a:gridCol w="360000">
                  <a:extLst>
                    <a:ext uri="{9D8B030D-6E8A-4147-A177-3AD203B41FA5}">
                      <a16:colId xmlns:a16="http://schemas.microsoft.com/office/drawing/2014/main" val="240038716"/>
                    </a:ext>
                  </a:extLst>
                </a:gridCol>
                <a:gridCol w="360000">
                  <a:extLst>
                    <a:ext uri="{9D8B030D-6E8A-4147-A177-3AD203B41FA5}">
                      <a16:colId xmlns:a16="http://schemas.microsoft.com/office/drawing/2014/main" val="3476463810"/>
                    </a:ext>
                  </a:extLst>
                </a:gridCol>
                <a:gridCol w="360000">
                  <a:extLst>
                    <a:ext uri="{9D8B030D-6E8A-4147-A177-3AD203B41FA5}">
                      <a16:colId xmlns:a16="http://schemas.microsoft.com/office/drawing/2014/main" val="2519720227"/>
                    </a:ext>
                  </a:extLst>
                </a:gridCol>
                <a:gridCol w="360000">
                  <a:extLst>
                    <a:ext uri="{9D8B030D-6E8A-4147-A177-3AD203B41FA5}">
                      <a16:colId xmlns:a16="http://schemas.microsoft.com/office/drawing/2014/main" val="2341852822"/>
                    </a:ext>
                  </a:extLst>
                </a:gridCol>
                <a:gridCol w="360000">
                  <a:extLst>
                    <a:ext uri="{9D8B030D-6E8A-4147-A177-3AD203B41FA5}">
                      <a16:colId xmlns:a16="http://schemas.microsoft.com/office/drawing/2014/main" val="1658938957"/>
                    </a:ext>
                  </a:extLst>
                </a:gridCol>
                <a:gridCol w="360000">
                  <a:extLst>
                    <a:ext uri="{9D8B030D-6E8A-4147-A177-3AD203B41FA5}">
                      <a16:colId xmlns:a16="http://schemas.microsoft.com/office/drawing/2014/main" val="1073126497"/>
                    </a:ext>
                  </a:extLst>
                </a:gridCol>
                <a:gridCol w="360000">
                  <a:extLst>
                    <a:ext uri="{9D8B030D-6E8A-4147-A177-3AD203B41FA5}">
                      <a16:colId xmlns:a16="http://schemas.microsoft.com/office/drawing/2014/main" val="1725165464"/>
                    </a:ext>
                  </a:extLst>
                </a:gridCol>
                <a:gridCol w="360000">
                  <a:extLst>
                    <a:ext uri="{9D8B030D-6E8A-4147-A177-3AD203B41FA5}">
                      <a16:colId xmlns:a16="http://schemas.microsoft.com/office/drawing/2014/main" val="1961111655"/>
                    </a:ext>
                  </a:extLst>
                </a:gridCol>
                <a:gridCol w="360000">
                  <a:extLst>
                    <a:ext uri="{9D8B030D-6E8A-4147-A177-3AD203B41FA5}">
                      <a16:colId xmlns:a16="http://schemas.microsoft.com/office/drawing/2014/main" val="1113099249"/>
                    </a:ext>
                  </a:extLst>
                </a:gridCol>
                <a:gridCol w="360000">
                  <a:extLst>
                    <a:ext uri="{9D8B030D-6E8A-4147-A177-3AD203B41FA5}">
                      <a16:colId xmlns:a16="http://schemas.microsoft.com/office/drawing/2014/main" val="2354145952"/>
                    </a:ext>
                  </a:extLst>
                </a:gridCol>
              </a:tblGrid>
              <a:tr h="360000">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extLst>
                  <a:ext uri="{0D108BD9-81ED-4DB2-BD59-A6C34878D82A}">
                    <a16:rowId xmlns:a16="http://schemas.microsoft.com/office/drawing/2014/main" val="3806081994"/>
                  </a:ext>
                </a:extLst>
              </a:tr>
              <a:tr h="360000">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extLst>
                  <a:ext uri="{0D108BD9-81ED-4DB2-BD59-A6C34878D82A}">
                    <a16:rowId xmlns:a16="http://schemas.microsoft.com/office/drawing/2014/main" val="1639829903"/>
                  </a:ext>
                </a:extLst>
              </a:tr>
            </a:tbl>
          </a:graphicData>
        </a:graphic>
      </p:graphicFrame>
      <p:graphicFrame>
        <p:nvGraphicFramePr>
          <p:cNvPr id="28" name="表格 14">
            <a:extLst>
              <a:ext uri="{FF2B5EF4-FFF2-40B4-BE49-F238E27FC236}">
                <a16:creationId xmlns:a16="http://schemas.microsoft.com/office/drawing/2014/main" id="{F538498E-C469-402C-B1E3-FF64097FEA7E}"/>
              </a:ext>
            </a:extLst>
          </p:cNvPr>
          <p:cNvGraphicFramePr>
            <a:graphicFrameLocks noGrp="1"/>
          </p:cNvGraphicFramePr>
          <p:nvPr>
            <p:extLst>
              <p:ext uri="{D42A27DB-BD31-4B8C-83A1-F6EECF244321}">
                <p14:modId xmlns:p14="http://schemas.microsoft.com/office/powerpoint/2010/main" val="1830467622"/>
              </p:ext>
            </p:extLst>
          </p:nvPr>
        </p:nvGraphicFramePr>
        <p:xfrm>
          <a:off x="2409668" y="4303906"/>
          <a:ext cx="5040000" cy="720000"/>
        </p:xfrm>
        <a:graphic>
          <a:graphicData uri="http://schemas.openxmlformats.org/drawingml/2006/table">
            <a:tbl>
              <a:tblPr bandRow="1">
                <a:tableStyleId>{5C22544A-7EE6-4342-B048-85BDC9FD1C3A}</a:tableStyleId>
              </a:tblPr>
              <a:tblGrid>
                <a:gridCol w="360000">
                  <a:extLst>
                    <a:ext uri="{9D8B030D-6E8A-4147-A177-3AD203B41FA5}">
                      <a16:colId xmlns:a16="http://schemas.microsoft.com/office/drawing/2014/main" val="4065151317"/>
                    </a:ext>
                  </a:extLst>
                </a:gridCol>
                <a:gridCol w="360000">
                  <a:extLst>
                    <a:ext uri="{9D8B030D-6E8A-4147-A177-3AD203B41FA5}">
                      <a16:colId xmlns:a16="http://schemas.microsoft.com/office/drawing/2014/main" val="3600053209"/>
                    </a:ext>
                  </a:extLst>
                </a:gridCol>
                <a:gridCol w="360000">
                  <a:extLst>
                    <a:ext uri="{9D8B030D-6E8A-4147-A177-3AD203B41FA5}">
                      <a16:colId xmlns:a16="http://schemas.microsoft.com/office/drawing/2014/main" val="3852920482"/>
                    </a:ext>
                  </a:extLst>
                </a:gridCol>
                <a:gridCol w="360000">
                  <a:extLst>
                    <a:ext uri="{9D8B030D-6E8A-4147-A177-3AD203B41FA5}">
                      <a16:colId xmlns:a16="http://schemas.microsoft.com/office/drawing/2014/main" val="2129056941"/>
                    </a:ext>
                  </a:extLst>
                </a:gridCol>
                <a:gridCol w="360000">
                  <a:extLst>
                    <a:ext uri="{9D8B030D-6E8A-4147-A177-3AD203B41FA5}">
                      <a16:colId xmlns:a16="http://schemas.microsoft.com/office/drawing/2014/main" val="240038716"/>
                    </a:ext>
                  </a:extLst>
                </a:gridCol>
                <a:gridCol w="360000">
                  <a:extLst>
                    <a:ext uri="{9D8B030D-6E8A-4147-A177-3AD203B41FA5}">
                      <a16:colId xmlns:a16="http://schemas.microsoft.com/office/drawing/2014/main" val="3476463810"/>
                    </a:ext>
                  </a:extLst>
                </a:gridCol>
                <a:gridCol w="360000">
                  <a:extLst>
                    <a:ext uri="{9D8B030D-6E8A-4147-A177-3AD203B41FA5}">
                      <a16:colId xmlns:a16="http://schemas.microsoft.com/office/drawing/2014/main" val="2519720227"/>
                    </a:ext>
                  </a:extLst>
                </a:gridCol>
                <a:gridCol w="360000">
                  <a:extLst>
                    <a:ext uri="{9D8B030D-6E8A-4147-A177-3AD203B41FA5}">
                      <a16:colId xmlns:a16="http://schemas.microsoft.com/office/drawing/2014/main" val="2341852822"/>
                    </a:ext>
                  </a:extLst>
                </a:gridCol>
                <a:gridCol w="360000">
                  <a:extLst>
                    <a:ext uri="{9D8B030D-6E8A-4147-A177-3AD203B41FA5}">
                      <a16:colId xmlns:a16="http://schemas.microsoft.com/office/drawing/2014/main" val="1658938957"/>
                    </a:ext>
                  </a:extLst>
                </a:gridCol>
                <a:gridCol w="360000">
                  <a:extLst>
                    <a:ext uri="{9D8B030D-6E8A-4147-A177-3AD203B41FA5}">
                      <a16:colId xmlns:a16="http://schemas.microsoft.com/office/drawing/2014/main" val="1073126497"/>
                    </a:ext>
                  </a:extLst>
                </a:gridCol>
                <a:gridCol w="360000">
                  <a:extLst>
                    <a:ext uri="{9D8B030D-6E8A-4147-A177-3AD203B41FA5}">
                      <a16:colId xmlns:a16="http://schemas.microsoft.com/office/drawing/2014/main" val="1725165464"/>
                    </a:ext>
                  </a:extLst>
                </a:gridCol>
                <a:gridCol w="360000">
                  <a:extLst>
                    <a:ext uri="{9D8B030D-6E8A-4147-A177-3AD203B41FA5}">
                      <a16:colId xmlns:a16="http://schemas.microsoft.com/office/drawing/2014/main" val="1961111655"/>
                    </a:ext>
                  </a:extLst>
                </a:gridCol>
                <a:gridCol w="360000">
                  <a:extLst>
                    <a:ext uri="{9D8B030D-6E8A-4147-A177-3AD203B41FA5}">
                      <a16:colId xmlns:a16="http://schemas.microsoft.com/office/drawing/2014/main" val="1113099249"/>
                    </a:ext>
                  </a:extLst>
                </a:gridCol>
                <a:gridCol w="360000">
                  <a:extLst>
                    <a:ext uri="{9D8B030D-6E8A-4147-A177-3AD203B41FA5}">
                      <a16:colId xmlns:a16="http://schemas.microsoft.com/office/drawing/2014/main" val="2354145952"/>
                    </a:ext>
                  </a:extLst>
                </a:gridCol>
              </a:tblGrid>
              <a:tr h="360000">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extLst>
                  <a:ext uri="{0D108BD9-81ED-4DB2-BD59-A6C34878D82A}">
                    <a16:rowId xmlns:a16="http://schemas.microsoft.com/office/drawing/2014/main" val="3806081994"/>
                  </a:ext>
                </a:extLst>
              </a:tr>
              <a:tr h="360000">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extLst>
                  <a:ext uri="{0D108BD9-81ED-4DB2-BD59-A6C34878D82A}">
                    <a16:rowId xmlns:a16="http://schemas.microsoft.com/office/drawing/2014/main" val="1639829903"/>
                  </a:ext>
                </a:extLst>
              </a:tr>
            </a:tbl>
          </a:graphicData>
        </a:graphic>
      </p:graphicFrame>
      <p:graphicFrame>
        <p:nvGraphicFramePr>
          <p:cNvPr id="29" name="表格 14">
            <a:extLst>
              <a:ext uri="{FF2B5EF4-FFF2-40B4-BE49-F238E27FC236}">
                <a16:creationId xmlns:a16="http://schemas.microsoft.com/office/drawing/2014/main" id="{8E649AE1-86CE-4E88-8B3D-503549D928A4}"/>
              </a:ext>
            </a:extLst>
          </p:cNvPr>
          <p:cNvGraphicFramePr>
            <a:graphicFrameLocks noGrp="1"/>
          </p:cNvGraphicFramePr>
          <p:nvPr>
            <p:extLst>
              <p:ext uri="{D42A27DB-BD31-4B8C-83A1-F6EECF244321}">
                <p14:modId xmlns:p14="http://schemas.microsoft.com/office/powerpoint/2010/main" val="1824830531"/>
              </p:ext>
            </p:extLst>
          </p:nvPr>
        </p:nvGraphicFramePr>
        <p:xfrm>
          <a:off x="2409668" y="5051892"/>
          <a:ext cx="5040000" cy="720000"/>
        </p:xfrm>
        <a:graphic>
          <a:graphicData uri="http://schemas.openxmlformats.org/drawingml/2006/table">
            <a:tbl>
              <a:tblPr bandRow="1">
                <a:tableStyleId>{5C22544A-7EE6-4342-B048-85BDC9FD1C3A}</a:tableStyleId>
              </a:tblPr>
              <a:tblGrid>
                <a:gridCol w="360000">
                  <a:extLst>
                    <a:ext uri="{9D8B030D-6E8A-4147-A177-3AD203B41FA5}">
                      <a16:colId xmlns:a16="http://schemas.microsoft.com/office/drawing/2014/main" val="4065151317"/>
                    </a:ext>
                  </a:extLst>
                </a:gridCol>
                <a:gridCol w="360000">
                  <a:extLst>
                    <a:ext uri="{9D8B030D-6E8A-4147-A177-3AD203B41FA5}">
                      <a16:colId xmlns:a16="http://schemas.microsoft.com/office/drawing/2014/main" val="3600053209"/>
                    </a:ext>
                  </a:extLst>
                </a:gridCol>
                <a:gridCol w="360000">
                  <a:extLst>
                    <a:ext uri="{9D8B030D-6E8A-4147-A177-3AD203B41FA5}">
                      <a16:colId xmlns:a16="http://schemas.microsoft.com/office/drawing/2014/main" val="3852920482"/>
                    </a:ext>
                  </a:extLst>
                </a:gridCol>
                <a:gridCol w="360000">
                  <a:extLst>
                    <a:ext uri="{9D8B030D-6E8A-4147-A177-3AD203B41FA5}">
                      <a16:colId xmlns:a16="http://schemas.microsoft.com/office/drawing/2014/main" val="2129056941"/>
                    </a:ext>
                  </a:extLst>
                </a:gridCol>
                <a:gridCol w="360000">
                  <a:extLst>
                    <a:ext uri="{9D8B030D-6E8A-4147-A177-3AD203B41FA5}">
                      <a16:colId xmlns:a16="http://schemas.microsoft.com/office/drawing/2014/main" val="240038716"/>
                    </a:ext>
                  </a:extLst>
                </a:gridCol>
                <a:gridCol w="360000">
                  <a:extLst>
                    <a:ext uri="{9D8B030D-6E8A-4147-A177-3AD203B41FA5}">
                      <a16:colId xmlns:a16="http://schemas.microsoft.com/office/drawing/2014/main" val="3476463810"/>
                    </a:ext>
                  </a:extLst>
                </a:gridCol>
                <a:gridCol w="360000">
                  <a:extLst>
                    <a:ext uri="{9D8B030D-6E8A-4147-A177-3AD203B41FA5}">
                      <a16:colId xmlns:a16="http://schemas.microsoft.com/office/drawing/2014/main" val="2519720227"/>
                    </a:ext>
                  </a:extLst>
                </a:gridCol>
                <a:gridCol w="360000">
                  <a:extLst>
                    <a:ext uri="{9D8B030D-6E8A-4147-A177-3AD203B41FA5}">
                      <a16:colId xmlns:a16="http://schemas.microsoft.com/office/drawing/2014/main" val="2341852822"/>
                    </a:ext>
                  </a:extLst>
                </a:gridCol>
                <a:gridCol w="360000">
                  <a:extLst>
                    <a:ext uri="{9D8B030D-6E8A-4147-A177-3AD203B41FA5}">
                      <a16:colId xmlns:a16="http://schemas.microsoft.com/office/drawing/2014/main" val="1658938957"/>
                    </a:ext>
                  </a:extLst>
                </a:gridCol>
                <a:gridCol w="360000">
                  <a:extLst>
                    <a:ext uri="{9D8B030D-6E8A-4147-A177-3AD203B41FA5}">
                      <a16:colId xmlns:a16="http://schemas.microsoft.com/office/drawing/2014/main" val="1073126497"/>
                    </a:ext>
                  </a:extLst>
                </a:gridCol>
                <a:gridCol w="360000">
                  <a:extLst>
                    <a:ext uri="{9D8B030D-6E8A-4147-A177-3AD203B41FA5}">
                      <a16:colId xmlns:a16="http://schemas.microsoft.com/office/drawing/2014/main" val="1725165464"/>
                    </a:ext>
                  </a:extLst>
                </a:gridCol>
                <a:gridCol w="360000">
                  <a:extLst>
                    <a:ext uri="{9D8B030D-6E8A-4147-A177-3AD203B41FA5}">
                      <a16:colId xmlns:a16="http://schemas.microsoft.com/office/drawing/2014/main" val="1961111655"/>
                    </a:ext>
                  </a:extLst>
                </a:gridCol>
                <a:gridCol w="360000">
                  <a:extLst>
                    <a:ext uri="{9D8B030D-6E8A-4147-A177-3AD203B41FA5}">
                      <a16:colId xmlns:a16="http://schemas.microsoft.com/office/drawing/2014/main" val="1113099249"/>
                    </a:ext>
                  </a:extLst>
                </a:gridCol>
                <a:gridCol w="360000">
                  <a:extLst>
                    <a:ext uri="{9D8B030D-6E8A-4147-A177-3AD203B41FA5}">
                      <a16:colId xmlns:a16="http://schemas.microsoft.com/office/drawing/2014/main" val="2354145952"/>
                    </a:ext>
                  </a:extLst>
                </a:gridCol>
              </a:tblGrid>
              <a:tr h="360000">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extLst>
                  <a:ext uri="{0D108BD9-81ED-4DB2-BD59-A6C34878D82A}">
                    <a16:rowId xmlns:a16="http://schemas.microsoft.com/office/drawing/2014/main" val="3806081994"/>
                  </a:ext>
                </a:extLst>
              </a:tr>
              <a:tr h="360000">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extLst>
                  <a:ext uri="{0D108BD9-81ED-4DB2-BD59-A6C34878D82A}">
                    <a16:rowId xmlns:a16="http://schemas.microsoft.com/office/drawing/2014/main" val="1639829903"/>
                  </a:ext>
                </a:extLst>
              </a:tr>
            </a:tbl>
          </a:graphicData>
        </a:graphic>
      </p:graphicFrame>
      <p:graphicFrame>
        <p:nvGraphicFramePr>
          <p:cNvPr id="30" name="表格 14">
            <a:extLst>
              <a:ext uri="{FF2B5EF4-FFF2-40B4-BE49-F238E27FC236}">
                <a16:creationId xmlns:a16="http://schemas.microsoft.com/office/drawing/2014/main" id="{07DB34E7-B5FB-4F40-B72F-A9D7C1A473DE}"/>
              </a:ext>
            </a:extLst>
          </p:cNvPr>
          <p:cNvGraphicFramePr>
            <a:graphicFrameLocks noGrp="1"/>
          </p:cNvGraphicFramePr>
          <p:nvPr>
            <p:extLst>
              <p:ext uri="{D42A27DB-BD31-4B8C-83A1-F6EECF244321}">
                <p14:modId xmlns:p14="http://schemas.microsoft.com/office/powerpoint/2010/main" val="2761346472"/>
              </p:ext>
            </p:extLst>
          </p:nvPr>
        </p:nvGraphicFramePr>
        <p:xfrm>
          <a:off x="2409668" y="5796523"/>
          <a:ext cx="5040000" cy="360000"/>
        </p:xfrm>
        <a:graphic>
          <a:graphicData uri="http://schemas.openxmlformats.org/drawingml/2006/table">
            <a:tbl>
              <a:tblPr bandRow="1">
                <a:tableStyleId>{5C22544A-7EE6-4342-B048-85BDC9FD1C3A}</a:tableStyleId>
              </a:tblPr>
              <a:tblGrid>
                <a:gridCol w="360000">
                  <a:extLst>
                    <a:ext uri="{9D8B030D-6E8A-4147-A177-3AD203B41FA5}">
                      <a16:colId xmlns:a16="http://schemas.microsoft.com/office/drawing/2014/main" val="4065151317"/>
                    </a:ext>
                  </a:extLst>
                </a:gridCol>
                <a:gridCol w="360000">
                  <a:extLst>
                    <a:ext uri="{9D8B030D-6E8A-4147-A177-3AD203B41FA5}">
                      <a16:colId xmlns:a16="http://schemas.microsoft.com/office/drawing/2014/main" val="3600053209"/>
                    </a:ext>
                  </a:extLst>
                </a:gridCol>
                <a:gridCol w="360000">
                  <a:extLst>
                    <a:ext uri="{9D8B030D-6E8A-4147-A177-3AD203B41FA5}">
                      <a16:colId xmlns:a16="http://schemas.microsoft.com/office/drawing/2014/main" val="3852920482"/>
                    </a:ext>
                  </a:extLst>
                </a:gridCol>
                <a:gridCol w="360000">
                  <a:extLst>
                    <a:ext uri="{9D8B030D-6E8A-4147-A177-3AD203B41FA5}">
                      <a16:colId xmlns:a16="http://schemas.microsoft.com/office/drawing/2014/main" val="2129056941"/>
                    </a:ext>
                  </a:extLst>
                </a:gridCol>
                <a:gridCol w="360000">
                  <a:extLst>
                    <a:ext uri="{9D8B030D-6E8A-4147-A177-3AD203B41FA5}">
                      <a16:colId xmlns:a16="http://schemas.microsoft.com/office/drawing/2014/main" val="240038716"/>
                    </a:ext>
                  </a:extLst>
                </a:gridCol>
                <a:gridCol w="360000">
                  <a:extLst>
                    <a:ext uri="{9D8B030D-6E8A-4147-A177-3AD203B41FA5}">
                      <a16:colId xmlns:a16="http://schemas.microsoft.com/office/drawing/2014/main" val="3476463810"/>
                    </a:ext>
                  </a:extLst>
                </a:gridCol>
                <a:gridCol w="360000">
                  <a:extLst>
                    <a:ext uri="{9D8B030D-6E8A-4147-A177-3AD203B41FA5}">
                      <a16:colId xmlns:a16="http://schemas.microsoft.com/office/drawing/2014/main" val="2519720227"/>
                    </a:ext>
                  </a:extLst>
                </a:gridCol>
                <a:gridCol w="360000">
                  <a:extLst>
                    <a:ext uri="{9D8B030D-6E8A-4147-A177-3AD203B41FA5}">
                      <a16:colId xmlns:a16="http://schemas.microsoft.com/office/drawing/2014/main" val="2341852822"/>
                    </a:ext>
                  </a:extLst>
                </a:gridCol>
                <a:gridCol w="360000">
                  <a:extLst>
                    <a:ext uri="{9D8B030D-6E8A-4147-A177-3AD203B41FA5}">
                      <a16:colId xmlns:a16="http://schemas.microsoft.com/office/drawing/2014/main" val="1658938957"/>
                    </a:ext>
                  </a:extLst>
                </a:gridCol>
                <a:gridCol w="360000">
                  <a:extLst>
                    <a:ext uri="{9D8B030D-6E8A-4147-A177-3AD203B41FA5}">
                      <a16:colId xmlns:a16="http://schemas.microsoft.com/office/drawing/2014/main" val="1073126497"/>
                    </a:ext>
                  </a:extLst>
                </a:gridCol>
                <a:gridCol w="360000">
                  <a:extLst>
                    <a:ext uri="{9D8B030D-6E8A-4147-A177-3AD203B41FA5}">
                      <a16:colId xmlns:a16="http://schemas.microsoft.com/office/drawing/2014/main" val="1725165464"/>
                    </a:ext>
                  </a:extLst>
                </a:gridCol>
                <a:gridCol w="360000">
                  <a:extLst>
                    <a:ext uri="{9D8B030D-6E8A-4147-A177-3AD203B41FA5}">
                      <a16:colId xmlns:a16="http://schemas.microsoft.com/office/drawing/2014/main" val="1961111655"/>
                    </a:ext>
                  </a:extLst>
                </a:gridCol>
                <a:gridCol w="360000">
                  <a:extLst>
                    <a:ext uri="{9D8B030D-6E8A-4147-A177-3AD203B41FA5}">
                      <a16:colId xmlns:a16="http://schemas.microsoft.com/office/drawing/2014/main" val="1113099249"/>
                    </a:ext>
                  </a:extLst>
                </a:gridCol>
                <a:gridCol w="360000">
                  <a:extLst>
                    <a:ext uri="{9D8B030D-6E8A-4147-A177-3AD203B41FA5}">
                      <a16:colId xmlns:a16="http://schemas.microsoft.com/office/drawing/2014/main" val="2354145952"/>
                    </a:ext>
                  </a:extLst>
                </a:gridCol>
              </a:tblGrid>
              <a:tr h="360000">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extLst>
                  <a:ext uri="{0D108BD9-81ED-4DB2-BD59-A6C34878D82A}">
                    <a16:rowId xmlns:a16="http://schemas.microsoft.com/office/drawing/2014/main" val="3806081994"/>
                  </a:ext>
                </a:extLst>
              </a:tr>
            </a:tbl>
          </a:graphicData>
        </a:graphic>
      </p:graphicFrame>
      <p:graphicFrame>
        <p:nvGraphicFramePr>
          <p:cNvPr id="37" name="表格 14">
            <a:extLst>
              <a:ext uri="{FF2B5EF4-FFF2-40B4-BE49-F238E27FC236}">
                <a16:creationId xmlns:a16="http://schemas.microsoft.com/office/drawing/2014/main" id="{5EFB0637-3E41-4940-9D44-7EC85E0F8F81}"/>
              </a:ext>
            </a:extLst>
          </p:cNvPr>
          <p:cNvGraphicFramePr>
            <a:graphicFrameLocks noGrp="1"/>
          </p:cNvGraphicFramePr>
          <p:nvPr>
            <p:extLst>
              <p:ext uri="{D42A27DB-BD31-4B8C-83A1-F6EECF244321}">
                <p14:modId xmlns:p14="http://schemas.microsoft.com/office/powerpoint/2010/main" val="2457643534"/>
              </p:ext>
            </p:extLst>
          </p:nvPr>
        </p:nvGraphicFramePr>
        <p:xfrm>
          <a:off x="7876412" y="5796523"/>
          <a:ext cx="540000" cy="360000"/>
        </p:xfrm>
        <a:graphic>
          <a:graphicData uri="http://schemas.openxmlformats.org/drawingml/2006/table">
            <a:tbl>
              <a:tblPr bandRow="1">
                <a:tableStyleId>{5C22544A-7EE6-4342-B048-85BDC9FD1C3A}</a:tableStyleId>
              </a:tblPr>
              <a:tblGrid>
                <a:gridCol w="540000">
                  <a:extLst>
                    <a:ext uri="{9D8B030D-6E8A-4147-A177-3AD203B41FA5}">
                      <a16:colId xmlns:a16="http://schemas.microsoft.com/office/drawing/2014/main" val="4065151317"/>
                    </a:ext>
                  </a:extLst>
                </a:gridCol>
              </a:tblGrid>
              <a:tr h="360000">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FCS</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extLst>
                  <a:ext uri="{0D108BD9-81ED-4DB2-BD59-A6C34878D82A}">
                    <a16:rowId xmlns:a16="http://schemas.microsoft.com/office/drawing/2014/main" val="3806081994"/>
                  </a:ext>
                </a:extLst>
              </a:tr>
            </a:tbl>
          </a:graphicData>
        </a:graphic>
      </p:graphicFrame>
      <p:cxnSp>
        <p:nvCxnSpPr>
          <p:cNvPr id="35" name="直接箭头连接符 34">
            <a:extLst>
              <a:ext uri="{FF2B5EF4-FFF2-40B4-BE49-F238E27FC236}">
                <a16:creationId xmlns:a16="http://schemas.microsoft.com/office/drawing/2014/main" id="{5F80FC4F-D09E-455E-A2C8-A1633464916F}"/>
              </a:ext>
            </a:extLst>
          </p:cNvPr>
          <p:cNvCxnSpPr>
            <a:cxnSpLocks/>
            <a:stCxn id="37" idx="1"/>
            <a:endCxn id="30" idx="3"/>
          </p:cNvCxnSpPr>
          <p:nvPr/>
        </p:nvCxnSpPr>
        <p:spPr>
          <a:xfrm flipH="1">
            <a:off x="7449668" y="5976523"/>
            <a:ext cx="426744" cy="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733965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a:blip r:embed="rId2"/>
            <a:stretch>
              <a:fillRect/>
            </a:stretch>
          </a:blipFill>
          <a:ln>
            <a:noFill/>
          </a:ln>
          <a:effectLst/>
        </p:spPr>
        <p:txBody>
          <a:bodyPr wrap="square" anchor="ctr">
            <a:noAutofit/>
          </a:bodyPr>
          <a:lstStyle/>
          <a:p>
            <a:endParaRPr lang="en-US" dirty="0">
              <a:latin typeface="微软雅黑 Light" panose="020B0502040204020203" pitchFamily="34" charset="-122"/>
            </a:endParaRPr>
          </a:p>
        </p:txBody>
      </p:sp>
      <p:sp>
        <p:nvSpPr>
          <p:cNvPr id="7" name="TextBox 1214">
            <a:extLst>
              <a:ext uri="{FF2B5EF4-FFF2-40B4-BE49-F238E27FC236}">
                <a16:creationId xmlns:a16="http://schemas.microsoft.com/office/drawing/2014/main" id="{288788B3-79F6-4747-A76B-06C74A66C66D}"/>
              </a:ext>
            </a:extLst>
          </p:cNvPr>
          <p:cNvSpPr txBox="1"/>
          <p:nvPr/>
        </p:nvSpPr>
        <p:spPr>
          <a:xfrm>
            <a:off x="2302015" y="2629625"/>
            <a:ext cx="3262432" cy="830997"/>
          </a:xfrm>
          <a:prstGeom prst="rect">
            <a:avLst/>
          </a:prstGeom>
          <a:noFill/>
        </p:spPr>
        <p:txBody>
          <a:bodyPr wrap="none" rtlCol="0" anchor="ctr" anchorCtr="0">
            <a:spAutoFit/>
          </a:bodyPr>
          <a:lstStyle/>
          <a:p>
            <a:pPr algn="r"/>
            <a:r>
              <a:rPr lang="zh-CN" altLang="en-US" sz="4800" dirty="0">
                <a:latin typeface="微软雅黑" panose="020B0503020204020204" pitchFamily="34" charset="-122"/>
                <a:ea typeface="微软雅黑" panose="020B0503020204020204" pitchFamily="34" charset="-122"/>
                <a:cs typeface="Montserrat Semi" charset="0"/>
              </a:rPr>
              <a:t>点对点协议</a:t>
            </a:r>
            <a:endParaRPr lang="en-US" sz="4800" dirty="0">
              <a:latin typeface="微软雅黑" panose="020B0503020204020204" pitchFamily="34" charset="-122"/>
              <a:ea typeface="微软雅黑" panose="020B0503020204020204" pitchFamily="34" charset="-122"/>
              <a:cs typeface="Montserrat Semi" charset="0"/>
            </a:endParaRPr>
          </a:p>
        </p:txBody>
      </p:sp>
      <p:sp>
        <p:nvSpPr>
          <p:cNvPr id="8" name="TextBox 1215">
            <a:extLst>
              <a:ext uri="{FF2B5EF4-FFF2-40B4-BE49-F238E27FC236}">
                <a16:creationId xmlns:a16="http://schemas.microsoft.com/office/drawing/2014/main" id="{2C038011-0FD5-4AF7-B3EA-2A7275010D8C}"/>
              </a:ext>
            </a:extLst>
          </p:cNvPr>
          <p:cNvSpPr txBox="1"/>
          <p:nvPr/>
        </p:nvSpPr>
        <p:spPr>
          <a:xfrm>
            <a:off x="4292945" y="1879184"/>
            <a:ext cx="1271502" cy="830997"/>
          </a:xfrm>
          <a:prstGeom prst="rect">
            <a:avLst/>
          </a:prstGeom>
          <a:noFill/>
        </p:spPr>
        <p:txBody>
          <a:bodyPr wrap="none" rtlCol="0" anchor="ctr" anchorCtr="0">
            <a:spAutoFit/>
          </a:bodyPr>
          <a:lstStyle/>
          <a:p>
            <a:pPr algn="r"/>
            <a:r>
              <a:rPr lang="en-US" altLang="zh-CN" sz="4800" dirty="0">
                <a:latin typeface="微软雅黑 Light" panose="020B0502040204020203" pitchFamily="34" charset="-122"/>
                <a:ea typeface="Microsoft YaHei Light" panose="020B0502040204020203" pitchFamily="34" charset="-122"/>
                <a:cs typeface="Courier New" panose="02070309020205020404" pitchFamily="49" charset="0"/>
              </a:rPr>
              <a:t>PPP</a:t>
            </a:r>
            <a:endParaRPr lang="en-US" sz="4800" dirty="0">
              <a:latin typeface="微软雅黑 Light" panose="020B0502040204020203" pitchFamily="34" charset="-122"/>
              <a:ea typeface="Microsoft YaHei Light" panose="020B0502040204020203" pitchFamily="34" charset="-122"/>
              <a:cs typeface="Courier New" panose="02070309020205020404" pitchFamily="49"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BE7B3A57-F336-4E14-9A57-34076BFB4713}"/>
              </a:ext>
            </a:extLst>
          </p:cNvPr>
          <p:cNvSpPr txBox="1"/>
          <p:nvPr/>
        </p:nvSpPr>
        <p:spPr>
          <a:xfrm>
            <a:off x="2721681" y="3460622"/>
            <a:ext cx="2842766" cy="1888659"/>
          </a:xfrm>
          <a:prstGeom prst="rect">
            <a:avLst/>
          </a:prstGeom>
          <a:noFill/>
        </p:spPr>
        <p:txBody>
          <a:bodyPr wrap="none" lIns="91440" tIns="45720" rIns="91440" bIns="45720" rtlCol="0">
            <a:spAutoFit/>
          </a:bodyPr>
          <a:lstStyle/>
          <a:p>
            <a:pPr algn="r">
              <a:lnSpc>
                <a:spcPct val="150000"/>
              </a:lnSpc>
            </a:pPr>
            <a:r>
              <a:rPr lang="en-US" altLang="zh-CN" sz="2000" dirty="0">
                <a:solidFill>
                  <a:schemeClr val="tx1"/>
                </a:solidFill>
                <a:latin typeface="微软雅黑 Light" panose="020B0502040204020203" pitchFamily="34" charset="-122"/>
                <a:ea typeface="微软雅黑 Light" panose="020B0502040204020203" pitchFamily="34" charset="-122"/>
              </a:rPr>
              <a:t>Point to Point Protocol </a:t>
            </a:r>
          </a:p>
          <a:p>
            <a:pPr algn="r">
              <a:lnSpc>
                <a:spcPct val="150000"/>
              </a:lnSpc>
            </a:pPr>
            <a:r>
              <a:rPr lang="en-US" altLang="zh-CN" sz="2000" dirty="0">
                <a:solidFill>
                  <a:schemeClr val="tx1"/>
                </a:solidFill>
                <a:latin typeface="微软雅黑 Light" panose="020B0502040204020203" pitchFamily="34" charset="-122"/>
                <a:ea typeface="微软雅黑 Light" panose="020B0502040204020203" pitchFamily="34" charset="-122"/>
              </a:rPr>
              <a:t>[RFC 1661]</a:t>
            </a:r>
          </a:p>
          <a:p>
            <a:pPr algn="r">
              <a:lnSpc>
                <a:spcPct val="150000"/>
              </a:lnSpc>
            </a:pPr>
            <a:r>
              <a:rPr lang="en-US" altLang="zh-CN" sz="2000" dirty="0">
                <a:latin typeface="微软雅黑 Light" panose="020B0502040204020203" pitchFamily="34" charset="-122"/>
                <a:ea typeface="微软雅黑 Light" panose="020B0502040204020203" pitchFamily="34" charset="-122"/>
              </a:rPr>
              <a:t>[RFC 2516]</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r">
              <a:lnSpc>
                <a:spcPct val="150000"/>
              </a:lnSpc>
            </a:pPr>
            <a:r>
              <a:rPr lang="en-US" altLang="zh-CN" sz="2000" dirty="0">
                <a:solidFill>
                  <a:schemeClr val="tx1"/>
                </a:solidFill>
                <a:latin typeface="微软雅黑 Light" panose="020B0502040204020203" pitchFamily="34" charset="-122"/>
                <a:ea typeface="微软雅黑 Light" panose="020B0502040204020203" pitchFamily="34" charset="-122"/>
              </a:rPr>
              <a:t>1992</a:t>
            </a:r>
          </a:p>
        </p:txBody>
      </p:sp>
    </p:spTree>
    <p:extLst>
      <p:ext uri="{BB962C8B-B14F-4D97-AF65-F5344CB8AC3E}">
        <p14:creationId xmlns:p14="http://schemas.microsoft.com/office/powerpoint/2010/main" val="15609093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en-US" altLang="zh-CN" dirty="0"/>
              <a:t>PPP</a:t>
            </a:r>
            <a:r>
              <a:rPr lang="zh-CN" altLang="en-US" dirty="0"/>
              <a:t>的特点</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Point to Point Protocol </a:t>
            </a:r>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a:xfrm>
            <a:off x="336000" y="1152526"/>
            <a:ext cx="11520000" cy="5040000"/>
          </a:xfrm>
        </p:spPr>
        <p:txBody>
          <a:bodyPr/>
          <a:lstStyle/>
          <a:p>
            <a:r>
              <a:rPr lang="zh-CN" altLang="en-US" dirty="0"/>
              <a:t>简单</a:t>
            </a:r>
          </a:p>
          <a:p>
            <a:r>
              <a:rPr lang="zh-CN" altLang="en-US" dirty="0"/>
              <a:t>封装成帧</a:t>
            </a:r>
          </a:p>
          <a:p>
            <a:r>
              <a:rPr lang="zh-CN" altLang="en-US" dirty="0"/>
              <a:t>透明</a:t>
            </a:r>
          </a:p>
          <a:p>
            <a:r>
              <a:rPr lang="zh-CN" altLang="en-US" dirty="0"/>
              <a:t>差错检测</a:t>
            </a:r>
            <a:endParaRPr lang="en-US" altLang="zh-CN" dirty="0"/>
          </a:p>
          <a:p>
            <a:r>
              <a:rPr lang="zh-CN" altLang="en-US" dirty="0"/>
              <a:t>其它</a:t>
            </a:r>
          </a:p>
          <a:p>
            <a:pPr lvl="1"/>
            <a:r>
              <a:rPr lang="zh-CN" altLang="en-US" dirty="0"/>
              <a:t>多种网络协议</a:t>
            </a:r>
          </a:p>
          <a:p>
            <a:pPr lvl="1"/>
            <a:r>
              <a:rPr lang="zh-CN" altLang="en-US" dirty="0"/>
              <a:t>多种类型链路</a:t>
            </a:r>
          </a:p>
          <a:p>
            <a:pPr lvl="1"/>
            <a:r>
              <a:rPr lang="zh-CN" altLang="en-US" dirty="0"/>
              <a:t>检测连接状态</a:t>
            </a:r>
          </a:p>
          <a:p>
            <a:pPr lvl="1"/>
            <a:r>
              <a:rPr lang="zh-CN" altLang="en-US" dirty="0"/>
              <a:t>最大传输单元</a:t>
            </a:r>
          </a:p>
          <a:p>
            <a:pPr lvl="1"/>
            <a:r>
              <a:rPr lang="zh-CN" altLang="en-US" dirty="0"/>
              <a:t>网络地址协商</a:t>
            </a:r>
          </a:p>
          <a:p>
            <a:pPr lvl="1"/>
            <a:r>
              <a:rPr lang="zh-CN" altLang="en-US" dirty="0"/>
              <a:t>数据压缩协商</a:t>
            </a:r>
            <a:endParaRPr lang="en-US" altLang="zh-CN" dirty="0"/>
          </a:p>
          <a:p>
            <a:r>
              <a:rPr lang="zh-CN" altLang="en-US" dirty="0"/>
              <a:t>多应用于广域网</a:t>
            </a:r>
          </a:p>
        </p:txBody>
      </p:sp>
      <p:sp>
        <p:nvSpPr>
          <p:cNvPr id="14" name="文本框 13">
            <a:extLst>
              <a:ext uri="{FF2B5EF4-FFF2-40B4-BE49-F238E27FC236}">
                <a16:creationId xmlns:a16="http://schemas.microsoft.com/office/drawing/2014/main" id="{ECFE1C18-CEDD-471B-A869-BC54801382A7}"/>
              </a:ext>
            </a:extLst>
          </p:cNvPr>
          <p:cNvSpPr txBox="1"/>
          <p:nvPr/>
        </p:nvSpPr>
        <p:spPr>
          <a:xfrm>
            <a:off x="5581650" y="1152526"/>
            <a:ext cx="4288353" cy="1323439"/>
          </a:xfrm>
          <a:prstGeom prst="rect">
            <a:avLst/>
          </a:prstGeom>
          <a:solidFill>
            <a:schemeClr val="accent6">
              <a:lumMod val="20000"/>
              <a:lumOff val="80000"/>
            </a:schemeClr>
          </a:solidFill>
        </p:spPr>
        <p:txBody>
          <a:bodyPr wrap="none" lIns="91440" tIns="45720" rIns="91440" bIns="45720" rtlCol="0">
            <a:spAutoFit/>
          </a:bodyPr>
          <a:lstStyle/>
          <a:p>
            <a:pPr algn="l"/>
            <a:r>
              <a:rPr lang="zh-CN" altLang="en-US" sz="1600" dirty="0">
                <a:solidFill>
                  <a:schemeClr val="tx1"/>
                </a:solidFill>
                <a:latin typeface="微软雅黑 Light" panose="020B0502040204020203" pitchFamily="34" charset="-122"/>
                <a:ea typeface="微软雅黑 Light" panose="020B0502040204020203" pitchFamily="34" charset="-122"/>
              </a:rPr>
              <a:t>不需要</a:t>
            </a:r>
            <a:r>
              <a:rPr lang="zh-CN" altLang="en-US" sz="1600" dirty="0">
                <a:latin typeface="微软雅黑 Light" panose="020B0502040204020203" pitchFamily="34" charset="-122"/>
                <a:ea typeface="微软雅黑 Light" panose="020B0502040204020203" pitchFamily="34" charset="-122"/>
              </a:rPr>
              <a:t>纠错</a:t>
            </a:r>
            <a:r>
              <a:rPr lang="zh-CN" altLang="en-US" sz="1600" dirty="0">
                <a:solidFill>
                  <a:schemeClr val="tx1"/>
                </a:solidFill>
                <a:latin typeface="微软雅黑 Light" panose="020B0502040204020203" pitchFamily="34" charset="-122"/>
                <a:ea typeface="微软雅黑 Light" panose="020B0502040204020203" pitchFamily="34" charset="-122"/>
              </a:rPr>
              <a:t>：由传输层实现</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不需要流量控制：由传输层实现</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不需要帧序号</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仅支持点对点链路，不支持点到多点链路</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仅支持全双工链路，不支持单工和半双工链路</a:t>
            </a:r>
          </a:p>
        </p:txBody>
      </p:sp>
      <p:cxnSp>
        <p:nvCxnSpPr>
          <p:cNvPr id="21" name="直接箭头连接符 20">
            <a:extLst>
              <a:ext uri="{FF2B5EF4-FFF2-40B4-BE49-F238E27FC236}">
                <a16:creationId xmlns:a16="http://schemas.microsoft.com/office/drawing/2014/main" id="{F98A1E8E-22F8-425C-B873-D15D922D9D2F}"/>
              </a:ext>
            </a:extLst>
          </p:cNvPr>
          <p:cNvCxnSpPr>
            <a:cxnSpLocks/>
          </p:cNvCxnSpPr>
          <p:nvPr/>
        </p:nvCxnSpPr>
        <p:spPr>
          <a:xfrm flipH="1" flipV="1">
            <a:off x="1190920" y="1292394"/>
            <a:ext cx="4333875" cy="1"/>
          </a:xfrm>
          <a:prstGeom prst="straightConnector1">
            <a:avLst/>
          </a:prstGeom>
          <a:ln w="12700">
            <a:solidFill>
              <a:schemeClr val="bg1">
                <a:lumMod val="50000"/>
              </a:schemeClr>
            </a:solidFill>
            <a:headEnd type="triangle"/>
            <a:tailEnd type="none"/>
          </a:ln>
        </p:spPr>
        <p:style>
          <a:lnRef idx="1">
            <a:schemeClr val="dk1"/>
          </a:lnRef>
          <a:fillRef idx="0">
            <a:schemeClr val="dk1"/>
          </a:fillRef>
          <a:effectRef idx="0">
            <a:schemeClr val="dk1"/>
          </a:effectRef>
          <a:fontRef idx="minor">
            <a:schemeClr val="tx1"/>
          </a:fontRef>
        </p:style>
      </p:cxnSp>
      <p:grpSp>
        <p:nvGrpSpPr>
          <p:cNvPr id="23" name="组合 22">
            <a:extLst>
              <a:ext uri="{FF2B5EF4-FFF2-40B4-BE49-F238E27FC236}">
                <a16:creationId xmlns:a16="http://schemas.microsoft.com/office/drawing/2014/main" id="{6E8A3FC7-1685-4E7C-B617-28CBD810D79A}"/>
              </a:ext>
            </a:extLst>
          </p:cNvPr>
          <p:cNvGrpSpPr>
            <a:grpSpLocks noChangeAspect="1"/>
          </p:cNvGrpSpPr>
          <p:nvPr/>
        </p:nvGrpSpPr>
        <p:grpSpPr>
          <a:xfrm>
            <a:off x="238125" y="5229959"/>
            <a:ext cx="429262" cy="1080000"/>
            <a:chOff x="2502883" y="745871"/>
            <a:chExt cx="1886020" cy="4745130"/>
          </a:xfrm>
        </p:grpSpPr>
        <p:sp>
          <p:nvSpPr>
            <p:cNvPr id="24" name="任意多边形: 形状 23">
              <a:extLst>
                <a:ext uri="{FF2B5EF4-FFF2-40B4-BE49-F238E27FC236}">
                  <a16:creationId xmlns:a16="http://schemas.microsoft.com/office/drawing/2014/main" id="{EA6D852C-7424-415E-BCCF-F33FF122366D}"/>
                </a:ext>
              </a:extLst>
            </p:cNvPr>
            <p:cNvSpPr/>
            <p:nvPr/>
          </p:nvSpPr>
          <p:spPr>
            <a:xfrm>
              <a:off x="2502883" y="745871"/>
              <a:ext cx="1886020" cy="4734469"/>
            </a:xfrm>
            <a:custGeom>
              <a:avLst/>
              <a:gdLst>
                <a:gd name="connsiteX0" fmla="*/ 1884245 w 1886020"/>
                <a:gd name="connsiteY0" fmla="*/ 523393 h 4734469"/>
                <a:gd name="connsiteX1" fmla="*/ 1874265 w 1886020"/>
                <a:gd name="connsiteY1" fmla="*/ 495786 h 4734469"/>
                <a:gd name="connsiteX2" fmla="*/ 1867783 w 1886020"/>
                <a:gd name="connsiteY2" fmla="*/ 465103 h 4734469"/>
                <a:gd name="connsiteX3" fmla="*/ 1850007 w 1886020"/>
                <a:gd name="connsiteY3" fmla="*/ 460490 h 4734469"/>
                <a:gd name="connsiteX4" fmla="*/ 1844762 w 1886020"/>
                <a:gd name="connsiteY4" fmla="*/ 448260 h 4734469"/>
                <a:gd name="connsiteX5" fmla="*/ 1805863 w 1886020"/>
                <a:gd name="connsiteY5" fmla="*/ 417944 h 4734469"/>
                <a:gd name="connsiteX6" fmla="*/ 1870331 w 1886020"/>
                <a:gd name="connsiteY6" fmla="*/ 358921 h 4734469"/>
                <a:gd name="connsiteX7" fmla="*/ 1861299 w 1886020"/>
                <a:gd name="connsiteY7" fmla="*/ 324137 h 4734469"/>
                <a:gd name="connsiteX8" fmla="*/ 1851393 w 1886020"/>
                <a:gd name="connsiteY8" fmla="*/ 326774 h 4734469"/>
                <a:gd name="connsiteX9" fmla="*/ 1796830 w 1886020"/>
                <a:gd name="connsiteY9" fmla="*/ 349255 h 4734469"/>
                <a:gd name="connsiteX10" fmla="*/ 1765943 w 1886020"/>
                <a:gd name="connsiteY10" fmla="*/ 363534 h 4734469"/>
                <a:gd name="connsiteX11" fmla="*/ 1693315 w 1886020"/>
                <a:gd name="connsiteY11" fmla="*/ 436543 h 4734469"/>
                <a:gd name="connsiteX12" fmla="*/ 1648150 w 1886020"/>
                <a:gd name="connsiteY12" fmla="*/ 518706 h 4734469"/>
                <a:gd name="connsiteX13" fmla="*/ 1638535 w 1886020"/>
                <a:gd name="connsiteY13" fmla="*/ 574946 h 4734469"/>
                <a:gd name="connsiteX14" fmla="*/ 1638663 w 1886020"/>
                <a:gd name="connsiteY14" fmla="*/ 580662 h 4734469"/>
                <a:gd name="connsiteX15" fmla="*/ 1613134 w 1886020"/>
                <a:gd name="connsiteY15" fmla="*/ 587941 h 4734469"/>
                <a:gd name="connsiteX16" fmla="*/ 1591981 w 1886020"/>
                <a:gd name="connsiteY16" fmla="*/ 643937 h 4734469"/>
                <a:gd name="connsiteX17" fmla="*/ 1578159 w 1886020"/>
                <a:gd name="connsiteY17" fmla="*/ 669479 h 4734469"/>
                <a:gd name="connsiteX18" fmla="*/ 1563141 w 1886020"/>
                <a:gd name="connsiteY18" fmla="*/ 681284 h 4734469"/>
                <a:gd name="connsiteX19" fmla="*/ 1533375 w 1886020"/>
                <a:gd name="connsiteY19" fmla="*/ 756751 h 4734469"/>
                <a:gd name="connsiteX20" fmla="*/ 1485671 w 1886020"/>
                <a:gd name="connsiteY20" fmla="*/ 856861 h 4734469"/>
                <a:gd name="connsiteX21" fmla="*/ 1415921 w 1886020"/>
                <a:gd name="connsiteY21" fmla="*/ 918590 h 4734469"/>
                <a:gd name="connsiteX22" fmla="*/ 1406812 w 1886020"/>
                <a:gd name="connsiteY22" fmla="*/ 937801 h 4734469"/>
                <a:gd name="connsiteX23" fmla="*/ 1382456 w 1886020"/>
                <a:gd name="connsiteY23" fmla="*/ 945325 h 4734469"/>
                <a:gd name="connsiteX24" fmla="*/ 1315988 w 1886020"/>
                <a:gd name="connsiteY24" fmla="*/ 955470 h 4734469"/>
                <a:gd name="connsiteX25" fmla="*/ 1237040 w 1886020"/>
                <a:gd name="connsiteY25" fmla="*/ 944378 h 4734469"/>
                <a:gd name="connsiteX26" fmla="*/ 1220194 w 1886020"/>
                <a:gd name="connsiteY26" fmla="*/ 945880 h 4734469"/>
                <a:gd name="connsiteX27" fmla="*/ 1206377 w 1886020"/>
                <a:gd name="connsiteY27" fmla="*/ 941040 h 4734469"/>
                <a:gd name="connsiteX28" fmla="*/ 1175042 w 1886020"/>
                <a:gd name="connsiteY28" fmla="*/ 928647 h 4734469"/>
                <a:gd name="connsiteX29" fmla="*/ 1145313 w 1886020"/>
                <a:gd name="connsiteY29" fmla="*/ 940191 h 4734469"/>
                <a:gd name="connsiteX30" fmla="*/ 1126295 w 1886020"/>
                <a:gd name="connsiteY30" fmla="*/ 912187 h 4734469"/>
                <a:gd name="connsiteX31" fmla="*/ 1097455 w 1886020"/>
                <a:gd name="connsiteY31" fmla="*/ 898352 h 4734469"/>
                <a:gd name="connsiteX32" fmla="*/ 1087927 w 1886020"/>
                <a:gd name="connsiteY32" fmla="*/ 876721 h 4734469"/>
                <a:gd name="connsiteX33" fmla="*/ 1059155 w 1886020"/>
                <a:gd name="connsiteY33" fmla="*/ 877769 h 4734469"/>
                <a:gd name="connsiteX34" fmla="*/ 990638 w 1886020"/>
                <a:gd name="connsiteY34" fmla="*/ 848823 h 4734469"/>
                <a:gd name="connsiteX35" fmla="*/ 927078 w 1886020"/>
                <a:gd name="connsiteY35" fmla="*/ 829834 h 4734469"/>
                <a:gd name="connsiteX36" fmla="*/ 917154 w 1886020"/>
                <a:gd name="connsiteY36" fmla="*/ 810211 h 4734469"/>
                <a:gd name="connsiteX37" fmla="*/ 909914 w 1886020"/>
                <a:gd name="connsiteY37" fmla="*/ 795381 h 4734469"/>
                <a:gd name="connsiteX38" fmla="*/ 871407 w 1886020"/>
                <a:gd name="connsiteY38" fmla="*/ 783885 h 4734469"/>
                <a:gd name="connsiteX39" fmla="*/ 826658 w 1886020"/>
                <a:gd name="connsiteY39" fmla="*/ 791587 h 4734469"/>
                <a:gd name="connsiteX40" fmla="*/ 825164 w 1886020"/>
                <a:gd name="connsiteY40" fmla="*/ 785828 h 4734469"/>
                <a:gd name="connsiteX41" fmla="*/ 775558 w 1886020"/>
                <a:gd name="connsiteY41" fmla="*/ 724921 h 4734469"/>
                <a:gd name="connsiteX42" fmla="*/ 716782 w 1886020"/>
                <a:gd name="connsiteY42" fmla="*/ 701026 h 4734469"/>
                <a:gd name="connsiteX43" fmla="*/ 716446 w 1886020"/>
                <a:gd name="connsiteY43" fmla="*/ 695553 h 4734469"/>
                <a:gd name="connsiteX44" fmla="*/ 728319 w 1886020"/>
                <a:gd name="connsiteY44" fmla="*/ 619469 h 4734469"/>
                <a:gd name="connsiteX45" fmla="*/ 731107 w 1886020"/>
                <a:gd name="connsiteY45" fmla="*/ 611455 h 4734469"/>
                <a:gd name="connsiteX46" fmla="*/ 925349 w 1886020"/>
                <a:gd name="connsiteY46" fmla="*/ 278594 h 4734469"/>
                <a:gd name="connsiteX47" fmla="*/ 853616 w 1886020"/>
                <a:gd name="connsiteY47" fmla="*/ 154334 h 4734469"/>
                <a:gd name="connsiteX48" fmla="*/ 851478 w 1886020"/>
                <a:gd name="connsiteY48" fmla="*/ 137960 h 4734469"/>
                <a:gd name="connsiteX49" fmla="*/ 835001 w 1886020"/>
                <a:gd name="connsiteY49" fmla="*/ 106065 h 4734469"/>
                <a:gd name="connsiteX50" fmla="*/ 778219 w 1886020"/>
                <a:gd name="connsiteY50" fmla="*/ 54216 h 4734469"/>
                <a:gd name="connsiteX51" fmla="*/ 755492 w 1886020"/>
                <a:gd name="connsiteY51" fmla="*/ 43891 h 4734469"/>
                <a:gd name="connsiteX52" fmla="*/ 632527 w 1886020"/>
                <a:gd name="connsiteY52" fmla="*/ -120 h 4734469"/>
                <a:gd name="connsiteX53" fmla="*/ 511529 w 1886020"/>
                <a:gd name="connsiteY53" fmla="*/ 21702 h 4734469"/>
                <a:gd name="connsiteX54" fmla="*/ 508469 w 1886020"/>
                <a:gd name="connsiteY54" fmla="*/ 21555 h 4734469"/>
                <a:gd name="connsiteX55" fmla="*/ 505410 w 1886020"/>
                <a:gd name="connsiteY55" fmla="*/ 21409 h 4734469"/>
                <a:gd name="connsiteX56" fmla="*/ 501768 w 1886020"/>
                <a:gd name="connsiteY56" fmla="*/ 21043 h 4734469"/>
                <a:gd name="connsiteX57" fmla="*/ 469278 w 1886020"/>
                <a:gd name="connsiteY57" fmla="*/ 25730 h 4734469"/>
                <a:gd name="connsiteX58" fmla="*/ 463524 w 1886020"/>
                <a:gd name="connsiteY58" fmla="*/ 36933 h 4734469"/>
                <a:gd name="connsiteX59" fmla="*/ 461484 w 1886020"/>
                <a:gd name="connsiteY59" fmla="*/ 40668 h 4734469"/>
                <a:gd name="connsiteX60" fmla="*/ 461484 w 1886020"/>
                <a:gd name="connsiteY60" fmla="*/ 40668 h 4734469"/>
                <a:gd name="connsiteX61" fmla="*/ 456312 w 1886020"/>
                <a:gd name="connsiteY61" fmla="*/ 47698 h 4734469"/>
                <a:gd name="connsiteX62" fmla="*/ 456312 w 1886020"/>
                <a:gd name="connsiteY62" fmla="*/ 47698 h 4734469"/>
                <a:gd name="connsiteX63" fmla="*/ 403061 w 1886020"/>
                <a:gd name="connsiteY63" fmla="*/ 77869 h 4734469"/>
                <a:gd name="connsiteX64" fmla="*/ 324532 w 1886020"/>
                <a:gd name="connsiteY64" fmla="*/ 186540 h 4734469"/>
                <a:gd name="connsiteX65" fmla="*/ 325625 w 1886020"/>
                <a:gd name="connsiteY65" fmla="*/ 324210 h 4734469"/>
                <a:gd name="connsiteX66" fmla="*/ 354726 w 1886020"/>
                <a:gd name="connsiteY66" fmla="*/ 387041 h 4734469"/>
                <a:gd name="connsiteX67" fmla="*/ 354729 w 1886020"/>
                <a:gd name="connsiteY67" fmla="*/ 387125 h 4734469"/>
                <a:gd name="connsiteX68" fmla="*/ 354368 w 1886020"/>
                <a:gd name="connsiteY68" fmla="*/ 386850 h 4734469"/>
                <a:gd name="connsiteX69" fmla="*/ 242435 w 1886020"/>
                <a:gd name="connsiteY69" fmla="*/ 498129 h 4734469"/>
                <a:gd name="connsiteX70" fmla="*/ 361648 w 1886020"/>
                <a:gd name="connsiteY70" fmla="*/ 435424 h 4734469"/>
                <a:gd name="connsiteX71" fmla="*/ 363141 w 1886020"/>
                <a:gd name="connsiteY71" fmla="*/ 441669 h 4734469"/>
                <a:gd name="connsiteX72" fmla="*/ 385505 w 1886020"/>
                <a:gd name="connsiteY72" fmla="*/ 505671 h 4734469"/>
                <a:gd name="connsiteX73" fmla="*/ 435987 w 1886020"/>
                <a:gd name="connsiteY73" fmla="*/ 563961 h 4734469"/>
                <a:gd name="connsiteX74" fmla="*/ 453319 w 1886020"/>
                <a:gd name="connsiteY74" fmla="*/ 565943 h 4734469"/>
                <a:gd name="connsiteX75" fmla="*/ 457839 w 1886020"/>
                <a:gd name="connsiteY75" fmla="*/ 565708 h 4734469"/>
                <a:gd name="connsiteX76" fmla="*/ 446055 w 1886020"/>
                <a:gd name="connsiteY76" fmla="*/ 677019 h 4734469"/>
                <a:gd name="connsiteX77" fmla="*/ 404147 w 1886020"/>
                <a:gd name="connsiteY77" fmla="*/ 688604 h 4734469"/>
                <a:gd name="connsiteX78" fmla="*/ 387200 w 1886020"/>
                <a:gd name="connsiteY78" fmla="*/ 697652 h 4734469"/>
                <a:gd name="connsiteX79" fmla="*/ 369682 w 1886020"/>
                <a:gd name="connsiteY79" fmla="*/ 689015 h 4734469"/>
                <a:gd name="connsiteX80" fmla="*/ 245299 w 1886020"/>
                <a:gd name="connsiteY80" fmla="*/ 695605 h 4734469"/>
                <a:gd name="connsiteX81" fmla="*/ 143191 w 1886020"/>
                <a:gd name="connsiteY81" fmla="*/ 869154 h 4734469"/>
                <a:gd name="connsiteX82" fmla="*/ 97334 w 1886020"/>
                <a:gd name="connsiteY82" fmla="*/ 900423 h 4734469"/>
                <a:gd name="connsiteX83" fmla="*/ 89426 w 1886020"/>
                <a:gd name="connsiteY83" fmla="*/ 915458 h 4734469"/>
                <a:gd name="connsiteX84" fmla="*/ 75452 w 1886020"/>
                <a:gd name="connsiteY84" fmla="*/ 925468 h 4734469"/>
                <a:gd name="connsiteX85" fmla="*/ 27541 w 1886020"/>
                <a:gd name="connsiteY85" fmla="*/ 953154 h 4734469"/>
                <a:gd name="connsiteX86" fmla="*/ -34 w 1886020"/>
                <a:gd name="connsiteY86" fmla="*/ 999620 h 4734469"/>
                <a:gd name="connsiteX87" fmla="*/ 8434 w 1886020"/>
                <a:gd name="connsiteY87" fmla="*/ 1038698 h 4734469"/>
                <a:gd name="connsiteX88" fmla="*/ 40317 w 1886020"/>
                <a:gd name="connsiteY88" fmla="*/ 1099798 h 4734469"/>
                <a:gd name="connsiteX89" fmla="*/ 27433 w 1886020"/>
                <a:gd name="connsiteY89" fmla="*/ 1130006 h 4734469"/>
                <a:gd name="connsiteX90" fmla="*/ 38612 w 1886020"/>
                <a:gd name="connsiteY90" fmla="*/ 1216252 h 4734469"/>
                <a:gd name="connsiteX91" fmla="*/ 27292 w 1886020"/>
                <a:gd name="connsiteY91" fmla="*/ 1291511 h 4734469"/>
                <a:gd name="connsiteX92" fmla="*/ 78979 w 1886020"/>
                <a:gd name="connsiteY92" fmla="*/ 1580927 h 4734469"/>
                <a:gd name="connsiteX93" fmla="*/ 91251 w 1886020"/>
                <a:gd name="connsiteY93" fmla="*/ 1628525 h 4734469"/>
                <a:gd name="connsiteX94" fmla="*/ 70077 w 1886020"/>
                <a:gd name="connsiteY94" fmla="*/ 1716517 h 4734469"/>
                <a:gd name="connsiteX95" fmla="*/ 107198 w 1886020"/>
                <a:gd name="connsiteY95" fmla="*/ 1902274 h 4734469"/>
                <a:gd name="connsiteX96" fmla="*/ 105750 w 1886020"/>
                <a:gd name="connsiteY96" fmla="*/ 1989837 h 4734469"/>
                <a:gd name="connsiteX97" fmla="*/ 130737 w 1886020"/>
                <a:gd name="connsiteY97" fmla="*/ 2042751 h 4734469"/>
                <a:gd name="connsiteX98" fmla="*/ 163624 w 1886020"/>
                <a:gd name="connsiteY98" fmla="*/ 2141265 h 4734469"/>
                <a:gd name="connsiteX99" fmla="*/ 236572 w 1886020"/>
                <a:gd name="connsiteY99" fmla="*/ 2228163 h 4734469"/>
                <a:gd name="connsiteX100" fmla="*/ 236300 w 1886020"/>
                <a:gd name="connsiteY100" fmla="*/ 2412053 h 4734469"/>
                <a:gd name="connsiteX101" fmla="*/ 265444 w 1886020"/>
                <a:gd name="connsiteY101" fmla="*/ 2401299 h 4734469"/>
                <a:gd name="connsiteX102" fmla="*/ 330016 w 1886020"/>
                <a:gd name="connsiteY102" fmla="*/ 2655748 h 4734469"/>
                <a:gd name="connsiteX103" fmla="*/ 376474 w 1886020"/>
                <a:gd name="connsiteY103" fmla="*/ 2730632 h 4734469"/>
                <a:gd name="connsiteX104" fmla="*/ 394604 w 1886020"/>
                <a:gd name="connsiteY104" fmla="*/ 2789975 h 4734469"/>
                <a:gd name="connsiteX105" fmla="*/ 446089 w 1886020"/>
                <a:gd name="connsiteY105" fmla="*/ 3004200 h 4734469"/>
                <a:gd name="connsiteX106" fmla="*/ 469814 w 1886020"/>
                <a:gd name="connsiteY106" fmla="*/ 3180333 h 4734469"/>
                <a:gd name="connsiteX107" fmla="*/ 481889 w 1886020"/>
                <a:gd name="connsiteY107" fmla="*/ 3300881 h 4734469"/>
                <a:gd name="connsiteX108" fmla="*/ 497206 w 1886020"/>
                <a:gd name="connsiteY108" fmla="*/ 3322008 h 4734469"/>
                <a:gd name="connsiteX109" fmla="*/ 497458 w 1886020"/>
                <a:gd name="connsiteY109" fmla="*/ 3349846 h 4734469"/>
                <a:gd name="connsiteX110" fmla="*/ 472035 w 1886020"/>
                <a:gd name="connsiteY110" fmla="*/ 3558699 h 4734469"/>
                <a:gd name="connsiteX111" fmla="*/ 455363 w 1886020"/>
                <a:gd name="connsiteY111" fmla="*/ 3581867 h 4734469"/>
                <a:gd name="connsiteX112" fmla="*/ 376617 w 1886020"/>
                <a:gd name="connsiteY112" fmla="*/ 3789983 h 4734469"/>
                <a:gd name="connsiteX113" fmla="*/ 323803 w 1886020"/>
                <a:gd name="connsiteY113" fmla="*/ 4224670 h 4734469"/>
                <a:gd name="connsiteX114" fmla="*/ 269897 w 1886020"/>
                <a:gd name="connsiteY114" fmla="*/ 4290356 h 4734469"/>
                <a:gd name="connsiteX115" fmla="*/ 242653 w 1886020"/>
                <a:gd name="connsiteY115" fmla="*/ 4425902 h 4734469"/>
                <a:gd name="connsiteX116" fmla="*/ 245130 w 1886020"/>
                <a:gd name="connsiteY116" fmla="*/ 4448237 h 4734469"/>
                <a:gd name="connsiteX117" fmla="*/ 268367 w 1886020"/>
                <a:gd name="connsiteY117" fmla="*/ 4467643 h 4734469"/>
                <a:gd name="connsiteX118" fmla="*/ 281062 w 1886020"/>
                <a:gd name="connsiteY118" fmla="*/ 4473643 h 4734469"/>
                <a:gd name="connsiteX119" fmla="*/ 273678 w 1886020"/>
                <a:gd name="connsiteY119" fmla="*/ 4504884 h 4734469"/>
                <a:gd name="connsiteX120" fmla="*/ 223785 w 1886020"/>
                <a:gd name="connsiteY120" fmla="*/ 4478920 h 4734469"/>
                <a:gd name="connsiteX121" fmla="*/ 197562 w 1886020"/>
                <a:gd name="connsiteY121" fmla="*/ 4694067 h 4734469"/>
                <a:gd name="connsiteX122" fmla="*/ 200110 w 1886020"/>
                <a:gd name="connsiteY122" fmla="*/ 4707613 h 4734469"/>
                <a:gd name="connsiteX123" fmla="*/ 217011 w 1886020"/>
                <a:gd name="connsiteY123" fmla="*/ 4715815 h 4734469"/>
                <a:gd name="connsiteX124" fmla="*/ 430232 w 1886020"/>
                <a:gd name="connsiteY124" fmla="*/ 4734343 h 4734469"/>
                <a:gd name="connsiteX125" fmla="*/ 603607 w 1886020"/>
                <a:gd name="connsiteY125" fmla="*/ 4725262 h 4734469"/>
                <a:gd name="connsiteX126" fmla="*/ 662684 w 1886020"/>
                <a:gd name="connsiteY126" fmla="*/ 4720722 h 4734469"/>
                <a:gd name="connsiteX127" fmla="*/ 843635 w 1886020"/>
                <a:gd name="connsiteY127" fmla="*/ 4698241 h 4734469"/>
                <a:gd name="connsiteX128" fmla="*/ 916335 w 1886020"/>
                <a:gd name="connsiteY128" fmla="*/ 4666093 h 4734469"/>
                <a:gd name="connsiteX129" fmla="*/ 932144 w 1886020"/>
                <a:gd name="connsiteY129" fmla="*/ 4593231 h 4734469"/>
                <a:gd name="connsiteX130" fmla="*/ 932070 w 1886020"/>
                <a:gd name="connsiteY130" fmla="*/ 4593011 h 4734469"/>
                <a:gd name="connsiteX131" fmla="*/ 844873 w 1886020"/>
                <a:gd name="connsiteY131" fmla="*/ 4558374 h 4734469"/>
                <a:gd name="connsiteX132" fmla="*/ 753524 w 1886020"/>
                <a:gd name="connsiteY132" fmla="*/ 4529302 h 4734469"/>
                <a:gd name="connsiteX133" fmla="*/ 734593 w 1886020"/>
                <a:gd name="connsiteY133" fmla="*/ 4518606 h 4734469"/>
                <a:gd name="connsiteX134" fmla="*/ 739537 w 1886020"/>
                <a:gd name="connsiteY134" fmla="*/ 4517219 h 4734469"/>
                <a:gd name="connsiteX135" fmla="*/ 815225 w 1886020"/>
                <a:gd name="connsiteY135" fmla="*/ 4473721 h 4734469"/>
                <a:gd name="connsiteX136" fmla="*/ 913204 w 1886020"/>
                <a:gd name="connsiteY136" fmla="*/ 4451240 h 4734469"/>
                <a:gd name="connsiteX137" fmla="*/ 1008777 w 1886020"/>
                <a:gd name="connsiteY137" fmla="*/ 4421948 h 4734469"/>
                <a:gd name="connsiteX138" fmla="*/ 1047167 w 1886020"/>
                <a:gd name="connsiteY138" fmla="*/ 4341177 h 4734469"/>
                <a:gd name="connsiteX139" fmla="*/ 1045565 w 1886020"/>
                <a:gd name="connsiteY139" fmla="*/ 4334806 h 4734469"/>
                <a:gd name="connsiteX140" fmla="*/ 966018 w 1886020"/>
                <a:gd name="connsiteY140" fmla="*/ 4275418 h 4734469"/>
                <a:gd name="connsiteX141" fmla="*/ 869350 w 1886020"/>
                <a:gd name="connsiteY141" fmla="*/ 4240780 h 4734469"/>
                <a:gd name="connsiteX142" fmla="*/ 865416 w 1886020"/>
                <a:gd name="connsiteY142" fmla="*/ 4237558 h 4734469"/>
                <a:gd name="connsiteX143" fmla="*/ 858312 w 1886020"/>
                <a:gd name="connsiteY143" fmla="*/ 4231890 h 4734469"/>
                <a:gd name="connsiteX144" fmla="*/ 866202 w 1886020"/>
                <a:gd name="connsiteY144" fmla="*/ 4198483 h 4734469"/>
                <a:gd name="connsiteX145" fmla="*/ 846828 w 1886020"/>
                <a:gd name="connsiteY145" fmla="*/ 4146993 h 4734469"/>
                <a:gd name="connsiteX146" fmla="*/ 827606 w 1886020"/>
                <a:gd name="connsiteY146" fmla="*/ 4040589 h 4734469"/>
                <a:gd name="connsiteX147" fmla="*/ 769290 w 1886020"/>
                <a:gd name="connsiteY147" fmla="*/ 3774485 h 4734469"/>
                <a:gd name="connsiteX148" fmla="*/ 762475 w 1886020"/>
                <a:gd name="connsiteY148" fmla="*/ 3744253 h 4734469"/>
                <a:gd name="connsiteX149" fmla="*/ 836934 w 1886020"/>
                <a:gd name="connsiteY149" fmla="*/ 3624999 h 4734469"/>
                <a:gd name="connsiteX150" fmla="*/ 908250 w 1886020"/>
                <a:gd name="connsiteY150" fmla="*/ 3483961 h 4734469"/>
                <a:gd name="connsiteX151" fmla="*/ 919032 w 1886020"/>
                <a:gd name="connsiteY151" fmla="*/ 3436142 h 4734469"/>
                <a:gd name="connsiteX152" fmla="*/ 1024295 w 1886020"/>
                <a:gd name="connsiteY152" fmla="*/ 2880409 h 4734469"/>
                <a:gd name="connsiteX153" fmla="*/ 1033661 w 1886020"/>
                <a:gd name="connsiteY153" fmla="*/ 2800068 h 4734469"/>
                <a:gd name="connsiteX154" fmla="*/ 1047473 w 1886020"/>
                <a:gd name="connsiteY154" fmla="*/ 2724013 h 4734469"/>
                <a:gd name="connsiteX155" fmla="*/ 1058970 w 1886020"/>
                <a:gd name="connsiteY155" fmla="*/ 2622350 h 4734469"/>
                <a:gd name="connsiteX156" fmla="*/ 1047617 w 1886020"/>
                <a:gd name="connsiteY156" fmla="*/ 2488368 h 4734469"/>
                <a:gd name="connsiteX157" fmla="*/ 1042031 w 1886020"/>
                <a:gd name="connsiteY157" fmla="*/ 2396930 h 4734469"/>
                <a:gd name="connsiteX158" fmla="*/ 1038963 w 1886020"/>
                <a:gd name="connsiteY158" fmla="*/ 2381416 h 4734469"/>
                <a:gd name="connsiteX159" fmla="*/ 1037129 w 1886020"/>
                <a:gd name="connsiteY159" fmla="*/ 2373822 h 4734469"/>
                <a:gd name="connsiteX160" fmla="*/ 1019095 w 1886020"/>
                <a:gd name="connsiteY160" fmla="*/ 2324047 h 4734469"/>
                <a:gd name="connsiteX161" fmla="*/ 1005573 w 1886020"/>
                <a:gd name="connsiteY161" fmla="*/ 2296263 h 4734469"/>
                <a:gd name="connsiteX162" fmla="*/ 995240 w 1886020"/>
                <a:gd name="connsiteY162" fmla="*/ 2281142 h 4734469"/>
                <a:gd name="connsiteX163" fmla="*/ 1058914 w 1886020"/>
                <a:gd name="connsiteY163" fmla="*/ 2287002 h 4734469"/>
                <a:gd name="connsiteX164" fmla="*/ 1073548 w 1886020"/>
                <a:gd name="connsiteY164" fmla="*/ 2283943 h 4734469"/>
                <a:gd name="connsiteX165" fmla="*/ 1075497 w 1886020"/>
                <a:gd name="connsiteY165" fmla="*/ 2276255 h 4734469"/>
                <a:gd name="connsiteX166" fmla="*/ 1058910 w 1886020"/>
                <a:gd name="connsiteY166" fmla="*/ 2207029 h 4734469"/>
                <a:gd name="connsiteX167" fmla="*/ 1039680 w 1886020"/>
                <a:gd name="connsiteY167" fmla="*/ 2161643 h 4734469"/>
                <a:gd name="connsiteX168" fmla="*/ 1045298 w 1886020"/>
                <a:gd name="connsiteY168" fmla="*/ 2139108 h 4734469"/>
                <a:gd name="connsiteX169" fmla="*/ 1073729 w 1886020"/>
                <a:gd name="connsiteY169" fmla="*/ 2062887 h 4734469"/>
                <a:gd name="connsiteX170" fmla="*/ 1098774 w 1886020"/>
                <a:gd name="connsiteY170" fmla="*/ 1856238 h 4734469"/>
                <a:gd name="connsiteX171" fmla="*/ 1117459 w 1886020"/>
                <a:gd name="connsiteY171" fmla="*/ 1696376 h 4734469"/>
                <a:gd name="connsiteX172" fmla="*/ 1090811 w 1886020"/>
                <a:gd name="connsiteY172" fmla="*/ 1564235 h 4734469"/>
                <a:gd name="connsiteX173" fmla="*/ 1070016 w 1886020"/>
                <a:gd name="connsiteY173" fmla="*/ 1535166 h 4734469"/>
                <a:gd name="connsiteX174" fmla="*/ 1065064 w 1886020"/>
                <a:gd name="connsiteY174" fmla="*/ 1500401 h 4734469"/>
                <a:gd name="connsiteX175" fmla="*/ 1069409 w 1886020"/>
                <a:gd name="connsiteY175" fmla="*/ 1285230 h 4734469"/>
                <a:gd name="connsiteX176" fmla="*/ 1428401 w 1886020"/>
                <a:gd name="connsiteY176" fmla="*/ 1244648 h 4734469"/>
                <a:gd name="connsiteX177" fmla="*/ 1469267 w 1886020"/>
                <a:gd name="connsiteY177" fmla="*/ 1233637 h 4734469"/>
                <a:gd name="connsiteX178" fmla="*/ 1510569 w 1886020"/>
                <a:gd name="connsiteY178" fmla="*/ 1207741 h 4734469"/>
                <a:gd name="connsiteX179" fmla="*/ 1622232 w 1886020"/>
                <a:gd name="connsiteY179" fmla="*/ 1109831 h 4734469"/>
                <a:gd name="connsiteX180" fmla="*/ 1688425 w 1886020"/>
                <a:gd name="connsiteY180" fmla="*/ 946642 h 4734469"/>
                <a:gd name="connsiteX181" fmla="*/ 1747562 w 1886020"/>
                <a:gd name="connsiteY181" fmla="*/ 844368 h 4734469"/>
                <a:gd name="connsiteX182" fmla="*/ 1761043 w 1886020"/>
                <a:gd name="connsiteY182" fmla="*/ 794696 h 4734469"/>
                <a:gd name="connsiteX183" fmla="*/ 1753437 w 1886020"/>
                <a:gd name="connsiteY183" fmla="*/ 741358 h 4734469"/>
                <a:gd name="connsiteX184" fmla="*/ 1796361 w 1886020"/>
                <a:gd name="connsiteY184" fmla="*/ 663739 h 4734469"/>
                <a:gd name="connsiteX185" fmla="*/ 1806570 w 1886020"/>
                <a:gd name="connsiteY185" fmla="*/ 650101 h 4734469"/>
                <a:gd name="connsiteX186" fmla="*/ 1804140 w 1886020"/>
                <a:gd name="connsiteY186" fmla="*/ 636808 h 4734469"/>
                <a:gd name="connsiteX187" fmla="*/ 1803307 w 1886020"/>
                <a:gd name="connsiteY187" fmla="*/ 635266 h 4734469"/>
                <a:gd name="connsiteX188" fmla="*/ 1811545 w 1886020"/>
                <a:gd name="connsiteY188" fmla="*/ 629796 h 4734469"/>
                <a:gd name="connsiteX189" fmla="*/ 1839081 w 1886020"/>
                <a:gd name="connsiteY189" fmla="*/ 608266 h 4734469"/>
                <a:gd name="connsiteX190" fmla="*/ 1874848 w 1886020"/>
                <a:gd name="connsiteY190" fmla="*/ 572018 h 4734469"/>
                <a:gd name="connsiteX191" fmla="*/ 1884245 w 1886020"/>
                <a:gd name="connsiteY191" fmla="*/ 523393 h 4734469"/>
                <a:gd name="connsiteX192" fmla="*/ 570346 w 1886020"/>
                <a:gd name="connsiteY192" fmla="*/ 4449227 h 4734469"/>
                <a:gd name="connsiteX193" fmla="*/ 563104 w 1886020"/>
                <a:gd name="connsiteY193" fmla="*/ 4449848 h 4734469"/>
                <a:gd name="connsiteX194" fmla="*/ 537097 w 1886020"/>
                <a:gd name="connsiteY194" fmla="*/ 4457317 h 4734469"/>
                <a:gd name="connsiteX195" fmla="*/ 535135 w 1886020"/>
                <a:gd name="connsiteY195" fmla="*/ 4458333 h 4734469"/>
                <a:gd name="connsiteX196" fmla="*/ 566672 w 1886020"/>
                <a:gd name="connsiteY196" fmla="*/ 4383942 h 4734469"/>
                <a:gd name="connsiteX197" fmla="*/ 570026 w 1886020"/>
                <a:gd name="connsiteY197" fmla="*/ 4374975 h 4734469"/>
                <a:gd name="connsiteX198" fmla="*/ 568786 w 1886020"/>
                <a:gd name="connsiteY198" fmla="*/ 4391777 h 4734469"/>
                <a:gd name="connsiteX199" fmla="*/ 570346 w 1886020"/>
                <a:gd name="connsiteY199" fmla="*/ 4449227 h 473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1886020" h="4734469">
                  <a:moveTo>
                    <a:pt x="1884245" y="523393"/>
                  </a:moveTo>
                  <a:cubicBezTo>
                    <a:pt x="1879987" y="514554"/>
                    <a:pt x="1876643" y="505304"/>
                    <a:pt x="1874265" y="495786"/>
                  </a:cubicBezTo>
                  <a:cubicBezTo>
                    <a:pt x="1873246" y="484801"/>
                    <a:pt x="1877470" y="470302"/>
                    <a:pt x="1867783" y="465103"/>
                  </a:cubicBezTo>
                  <a:cubicBezTo>
                    <a:pt x="1862319" y="462173"/>
                    <a:pt x="1854816" y="464370"/>
                    <a:pt x="1850007" y="460490"/>
                  </a:cubicBezTo>
                  <a:cubicBezTo>
                    <a:pt x="1847008" y="457071"/>
                    <a:pt x="1845172" y="452789"/>
                    <a:pt x="1844762" y="448260"/>
                  </a:cubicBezTo>
                  <a:cubicBezTo>
                    <a:pt x="1839748" y="430784"/>
                    <a:pt x="1824034" y="418538"/>
                    <a:pt x="1805863" y="417944"/>
                  </a:cubicBezTo>
                  <a:cubicBezTo>
                    <a:pt x="1816353" y="390189"/>
                    <a:pt x="1853722" y="383379"/>
                    <a:pt x="1870331" y="358921"/>
                  </a:cubicBezTo>
                  <a:cubicBezTo>
                    <a:pt x="1878637" y="346765"/>
                    <a:pt x="1875941" y="324284"/>
                    <a:pt x="1861299" y="324137"/>
                  </a:cubicBezTo>
                  <a:cubicBezTo>
                    <a:pt x="1857855" y="324356"/>
                    <a:pt x="1854489" y="325252"/>
                    <a:pt x="1851393" y="326774"/>
                  </a:cubicBezTo>
                  <a:cubicBezTo>
                    <a:pt x="1833181" y="334243"/>
                    <a:pt x="1815041" y="341785"/>
                    <a:pt x="1796830" y="349255"/>
                  </a:cubicBezTo>
                  <a:cubicBezTo>
                    <a:pt x="1786256" y="353386"/>
                    <a:pt x="1775941" y="358155"/>
                    <a:pt x="1765943" y="363534"/>
                  </a:cubicBezTo>
                  <a:cubicBezTo>
                    <a:pt x="1735930" y="380596"/>
                    <a:pt x="1713493" y="408351"/>
                    <a:pt x="1693315" y="436543"/>
                  </a:cubicBezTo>
                  <a:cubicBezTo>
                    <a:pt x="1674232" y="461516"/>
                    <a:pt x="1659007" y="489212"/>
                    <a:pt x="1648150" y="518706"/>
                  </a:cubicBezTo>
                  <a:cubicBezTo>
                    <a:pt x="1642068" y="536846"/>
                    <a:pt x="1638825" y="555816"/>
                    <a:pt x="1638535" y="574946"/>
                  </a:cubicBezTo>
                  <a:cubicBezTo>
                    <a:pt x="1638535" y="576864"/>
                    <a:pt x="1638578" y="578769"/>
                    <a:pt x="1638663" y="580662"/>
                  </a:cubicBezTo>
                  <a:cubicBezTo>
                    <a:pt x="1629777" y="582164"/>
                    <a:pt x="1622481" y="586062"/>
                    <a:pt x="1613134" y="587941"/>
                  </a:cubicBezTo>
                  <a:cubicBezTo>
                    <a:pt x="1606083" y="606606"/>
                    <a:pt x="1599032" y="625271"/>
                    <a:pt x="1591981" y="643937"/>
                  </a:cubicBezTo>
                  <a:cubicBezTo>
                    <a:pt x="1589143" y="653296"/>
                    <a:pt x="1584441" y="661984"/>
                    <a:pt x="1578159" y="669479"/>
                  </a:cubicBezTo>
                  <a:cubicBezTo>
                    <a:pt x="1573450" y="673778"/>
                    <a:pt x="1568430" y="677724"/>
                    <a:pt x="1563141" y="681284"/>
                  </a:cubicBezTo>
                  <a:cubicBezTo>
                    <a:pt x="1541319" y="699947"/>
                    <a:pt x="1530169" y="728216"/>
                    <a:pt x="1533375" y="756751"/>
                  </a:cubicBezTo>
                  <a:cubicBezTo>
                    <a:pt x="1493619" y="772381"/>
                    <a:pt x="1472768" y="816138"/>
                    <a:pt x="1485671" y="856861"/>
                  </a:cubicBezTo>
                  <a:cubicBezTo>
                    <a:pt x="1453258" y="863888"/>
                    <a:pt x="1426836" y="887272"/>
                    <a:pt x="1415921" y="918590"/>
                  </a:cubicBezTo>
                  <a:cubicBezTo>
                    <a:pt x="1414418" y="925614"/>
                    <a:pt x="1411299" y="932192"/>
                    <a:pt x="1406812" y="937801"/>
                  </a:cubicBezTo>
                  <a:cubicBezTo>
                    <a:pt x="1399842" y="943118"/>
                    <a:pt x="1391210" y="945785"/>
                    <a:pt x="1382456" y="945325"/>
                  </a:cubicBezTo>
                  <a:cubicBezTo>
                    <a:pt x="1358552" y="946811"/>
                    <a:pt x="1337650" y="965736"/>
                    <a:pt x="1315988" y="955470"/>
                  </a:cubicBezTo>
                  <a:cubicBezTo>
                    <a:pt x="1291397" y="943879"/>
                    <a:pt x="1263872" y="940012"/>
                    <a:pt x="1237040" y="944378"/>
                  </a:cubicBezTo>
                  <a:cubicBezTo>
                    <a:pt x="1231525" y="945684"/>
                    <a:pt x="1225852" y="946189"/>
                    <a:pt x="1220194" y="945880"/>
                  </a:cubicBezTo>
                  <a:cubicBezTo>
                    <a:pt x="1215352" y="945044"/>
                    <a:pt x="1210682" y="943408"/>
                    <a:pt x="1206377" y="941040"/>
                  </a:cubicBezTo>
                  <a:cubicBezTo>
                    <a:pt x="1196629" y="935328"/>
                    <a:pt x="1186061" y="931148"/>
                    <a:pt x="1175042" y="928647"/>
                  </a:cubicBezTo>
                  <a:cubicBezTo>
                    <a:pt x="1163722" y="926283"/>
                    <a:pt x="1152072" y="930807"/>
                    <a:pt x="1145313" y="940191"/>
                  </a:cubicBezTo>
                  <a:cubicBezTo>
                    <a:pt x="1137727" y="931829"/>
                    <a:pt x="1133206" y="921120"/>
                    <a:pt x="1126295" y="912187"/>
                  </a:cubicBezTo>
                  <a:cubicBezTo>
                    <a:pt x="1120075" y="902489"/>
                    <a:pt x="1108911" y="897134"/>
                    <a:pt x="1097455" y="898352"/>
                  </a:cubicBezTo>
                  <a:cubicBezTo>
                    <a:pt x="1104657" y="891903"/>
                    <a:pt x="1097285" y="879067"/>
                    <a:pt x="1087927" y="876721"/>
                  </a:cubicBezTo>
                  <a:cubicBezTo>
                    <a:pt x="1078328" y="875928"/>
                    <a:pt x="1068670" y="876280"/>
                    <a:pt x="1059155" y="877769"/>
                  </a:cubicBezTo>
                  <a:cubicBezTo>
                    <a:pt x="1034136" y="877636"/>
                    <a:pt x="1014940" y="854801"/>
                    <a:pt x="990638" y="848823"/>
                  </a:cubicBezTo>
                  <a:cubicBezTo>
                    <a:pt x="968301" y="843330"/>
                    <a:pt x="938529" y="849881"/>
                    <a:pt x="927078" y="829834"/>
                  </a:cubicBezTo>
                  <a:cubicBezTo>
                    <a:pt x="923420" y="823430"/>
                    <a:pt x="922372" y="815007"/>
                    <a:pt x="917154" y="810211"/>
                  </a:cubicBezTo>
                  <a:cubicBezTo>
                    <a:pt x="915923" y="804773"/>
                    <a:pt x="913444" y="799696"/>
                    <a:pt x="909914" y="795381"/>
                  </a:cubicBezTo>
                  <a:cubicBezTo>
                    <a:pt x="900747" y="784944"/>
                    <a:pt x="885250" y="783451"/>
                    <a:pt x="871407" y="783885"/>
                  </a:cubicBezTo>
                  <a:cubicBezTo>
                    <a:pt x="856196" y="784264"/>
                    <a:pt x="841121" y="786859"/>
                    <a:pt x="826658" y="791587"/>
                  </a:cubicBezTo>
                  <a:cubicBezTo>
                    <a:pt x="826254" y="789776"/>
                    <a:pt x="825774" y="787879"/>
                    <a:pt x="825164" y="785828"/>
                  </a:cubicBezTo>
                  <a:cubicBezTo>
                    <a:pt x="816394" y="760275"/>
                    <a:pt x="798807" y="738682"/>
                    <a:pt x="775558" y="724921"/>
                  </a:cubicBezTo>
                  <a:cubicBezTo>
                    <a:pt x="757304" y="713996"/>
                    <a:pt x="737481" y="705937"/>
                    <a:pt x="716782" y="701026"/>
                  </a:cubicBezTo>
                  <a:cubicBezTo>
                    <a:pt x="716686" y="699200"/>
                    <a:pt x="716492" y="697384"/>
                    <a:pt x="716446" y="695553"/>
                  </a:cubicBezTo>
                  <a:cubicBezTo>
                    <a:pt x="716110" y="669706"/>
                    <a:pt x="720123" y="643985"/>
                    <a:pt x="728319" y="619469"/>
                  </a:cubicBezTo>
                  <a:cubicBezTo>
                    <a:pt x="729178" y="616782"/>
                    <a:pt x="730174" y="614126"/>
                    <a:pt x="731107" y="611455"/>
                  </a:cubicBezTo>
                  <a:cubicBezTo>
                    <a:pt x="876662" y="573177"/>
                    <a:pt x="963628" y="424150"/>
                    <a:pt x="925349" y="278594"/>
                  </a:cubicBezTo>
                  <a:cubicBezTo>
                    <a:pt x="912967" y="231510"/>
                    <a:pt x="888197" y="188603"/>
                    <a:pt x="853616" y="154334"/>
                  </a:cubicBezTo>
                  <a:cubicBezTo>
                    <a:pt x="853487" y="148816"/>
                    <a:pt x="852771" y="143327"/>
                    <a:pt x="851478" y="137960"/>
                  </a:cubicBezTo>
                  <a:cubicBezTo>
                    <a:pt x="848482" y="126214"/>
                    <a:pt x="842847" y="115306"/>
                    <a:pt x="835001" y="106065"/>
                  </a:cubicBezTo>
                  <a:cubicBezTo>
                    <a:pt x="822561" y="78154"/>
                    <a:pt x="803054" y="65842"/>
                    <a:pt x="778219" y="54216"/>
                  </a:cubicBezTo>
                  <a:cubicBezTo>
                    <a:pt x="771081" y="50848"/>
                    <a:pt x="763505" y="47552"/>
                    <a:pt x="755492" y="43891"/>
                  </a:cubicBezTo>
                  <a:cubicBezTo>
                    <a:pt x="715863" y="26023"/>
                    <a:pt x="677545" y="-193"/>
                    <a:pt x="632527" y="-120"/>
                  </a:cubicBezTo>
                  <a:cubicBezTo>
                    <a:pt x="591441" y="-120"/>
                    <a:pt x="552104" y="22581"/>
                    <a:pt x="511529" y="21702"/>
                  </a:cubicBezTo>
                  <a:lnTo>
                    <a:pt x="508469" y="21555"/>
                  </a:lnTo>
                  <a:cubicBezTo>
                    <a:pt x="507449" y="21510"/>
                    <a:pt x="506430" y="21519"/>
                    <a:pt x="505410" y="21409"/>
                  </a:cubicBezTo>
                  <a:cubicBezTo>
                    <a:pt x="504172" y="21336"/>
                    <a:pt x="503006" y="21189"/>
                    <a:pt x="501768" y="21043"/>
                  </a:cubicBezTo>
                  <a:cubicBezTo>
                    <a:pt x="490404" y="19652"/>
                    <a:pt x="476781" y="17016"/>
                    <a:pt x="469278" y="25730"/>
                  </a:cubicBezTo>
                  <a:cubicBezTo>
                    <a:pt x="466903" y="29211"/>
                    <a:pt x="464970" y="32975"/>
                    <a:pt x="463524" y="36933"/>
                  </a:cubicBezTo>
                  <a:cubicBezTo>
                    <a:pt x="462960" y="38238"/>
                    <a:pt x="462278" y="39488"/>
                    <a:pt x="461484" y="40668"/>
                  </a:cubicBezTo>
                  <a:lnTo>
                    <a:pt x="461484" y="40668"/>
                  </a:lnTo>
                  <a:cubicBezTo>
                    <a:pt x="460036" y="43203"/>
                    <a:pt x="458300" y="45562"/>
                    <a:pt x="456312" y="47698"/>
                  </a:cubicBezTo>
                  <a:lnTo>
                    <a:pt x="456312" y="47698"/>
                  </a:lnTo>
                  <a:cubicBezTo>
                    <a:pt x="443200" y="62124"/>
                    <a:pt x="421200" y="68495"/>
                    <a:pt x="403061" y="77869"/>
                  </a:cubicBezTo>
                  <a:cubicBezTo>
                    <a:pt x="362121" y="98885"/>
                    <a:pt x="335241" y="141651"/>
                    <a:pt x="324532" y="186540"/>
                  </a:cubicBezTo>
                  <a:cubicBezTo>
                    <a:pt x="313824" y="231503"/>
                    <a:pt x="317613" y="278735"/>
                    <a:pt x="325625" y="324210"/>
                  </a:cubicBezTo>
                  <a:cubicBezTo>
                    <a:pt x="329668" y="346953"/>
                    <a:pt x="338554" y="372769"/>
                    <a:pt x="354726" y="387041"/>
                  </a:cubicBezTo>
                  <a:lnTo>
                    <a:pt x="354729" y="387125"/>
                  </a:lnTo>
                  <a:lnTo>
                    <a:pt x="354368" y="386850"/>
                  </a:lnTo>
                  <a:cubicBezTo>
                    <a:pt x="354368" y="386850"/>
                    <a:pt x="217449" y="484288"/>
                    <a:pt x="242435" y="498129"/>
                  </a:cubicBezTo>
                  <a:cubicBezTo>
                    <a:pt x="256026" y="505640"/>
                    <a:pt x="312750" y="469721"/>
                    <a:pt x="361648" y="435424"/>
                  </a:cubicBezTo>
                  <a:cubicBezTo>
                    <a:pt x="362144" y="437506"/>
                    <a:pt x="362603" y="439595"/>
                    <a:pt x="363141" y="441669"/>
                  </a:cubicBezTo>
                  <a:cubicBezTo>
                    <a:pt x="369008" y="463526"/>
                    <a:pt x="376482" y="484918"/>
                    <a:pt x="385505" y="505671"/>
                  </a:cubicBezTo>
                  <a:cubicBezTo>
                    <a:pt x="395922" y="530203"/>
                    <a:pt x="410492" y="556639"/>
                    <a:pt x="435987" y="563961"/>
                  </a:cubicBezTo>
                  <a:cubicBezTo>
                    <a:pt x="441630" y="565500"/>
                    <a:pt x="447474" y="566168"/>
                    <a:pt x="453319" y="565943"/>
                  </a:cubicBezTo>
                  <a:cubicBezTo>
                    <a:pt x="454827" y="565930"/>
                    <a:pt x="456330" y="565808"/>
                    <a:pt x="457839" y="565708"/>
                  </a:cubicBezTo>
                  <a:cubicBezTo>
                    <a:pt x="459132" y="603180"/>
                    <a:pt x="455165" y="640648"/>
                    <a:pt x="446055" y="677019"/>
                  </a:cubicBezTo>
                  <a:cubicBezTo>
                    <a:pt x="431197" y="676210"/>
                    <a:pt x="416481" y="680278"/>
                    <a:pt x="404147" y="688604"/>
                  </a:cubicBezTo>
                  <a:cubicBezTo>
                    <a:pt x="399500" y="693206"/>
                    <a:pt x="393610" y="696350"/>
                    <a:pt x="387200" y="697652"/>
                  </a:cubicBezTo>
                  <a:cubicBezTo>
                    <a:pt x="380552" y="696839"/>
                    <a:pt x="374375" y="693794"/>
                    <a:pt x="369682" y="689015"/>
                  </a:cubicBezTo>
                  <a:cubicBezTo>
                    <a:pt x="331815" y="661741"/>
                    <a:pt x="280072" y="664482"/>
                    <a:pt x="245299" y="695605"/>
                  </a:cubicBezTo>
                  <a:cubicBezTo>
                    <a:pt x="195703" y="742353"/>
                    <a:pt x="201316" y="833697"/>
                    <a:pt x="143191" y="869154"/>
                  </a:cubicBezTo>
                  <a:cubicBezTo>
                    <a:pt x="127169" y="878928"/>
                    <a:pt x="106687" y="884098"/>
                    <a:pt x="97334" y="900423"/>
                  </a:cubicBezTo>
                  <a:cubicBezTo>
                    <a:pt x="95070" y="905622"/>
                    <a:pt x="92427" y="910647"/>
                    <a:pt x="89426" y="915458"/>
                  </a:cubicBezTo>
                  <a:cubicBezTo>
                    <a:pt x="85537" y="919756"/>
                    <a:pt x="80772" y="923169"/>
                    <a:pt x="75452" y="925468"/>
                  </a:cubicBezTo>
                  <a:cubicBezTo>
                    <a:pt x="58580" y="933039"/>
                    <a:pt x="42526" y="942316"/>
                    <a:pt x="27541" y="953154"/>
                  </a:cubicBezTo>
                  <a:cubicBezTo>
                    <a:pt x="12411" y="964246"/>
                    <a:pt x="2454" y="981025"/>
                    <a:pt x="-34" y="999620"/>
                  </a:cubicBezTo>
                  <a:cubicBezTo>
                    <a:pt x="-249" y="1013123"/>
                    <a:pt x="2648" y="1026495"/>
                    <a:pt x="8434" y="1038698"/>
                  </a:cubicBezTo>
                  <a:cubicBezTo>
                    <a:pt x="17108" y="1060026"/>
                    <a:pt x="27783" y="1080484"/>
                    <a:pt x="40317" y="1099798"/>
                  </a:cubicBezTo>
                  <a:cubicBezTo>
                    <a:pt x="33548" y="1108622"/>
                    <a:pt x="29116" y="1119012"/>
                    <a:pt x="27433" y="1130006"/>
                  </a:cubicBezTo>
                  <a:cubicBezTo>
                    <a:pt x="23297" y="1158835"/>
                    <a:pt x="37087" y="1187166"/>
                    <a:pt x="38612" y="1216252"/>
                  </a:cubicBezTo>
                  <a:cubicBezTo>
                    <a:pt x="39943" y="1241665"/>
                    <a:pt x="31896" y="1266487"/>
                    <a:pt x="27292" y="1291511"/>
                  </a:cubicBezTo>
                  <a:cubicBezTo>
                    <a:pt x="9324" y="1389174"/>
                    <a:pt x="43846" y="1488100"/>
                    <a:pt x="78979" y="1580927"/>
                  </a:cubicBezTo>
                  <a:cubicBezTo>
                    <a:pt x="85663" y="1596009"/>
                    <a:pt x="89810" y="1612092"/>
                    <a:pt x="91251" y="1628525"/>
                  </a:cubicBezTo>
                  <a:cubicBezTo>
                    <a:pt x="92190" y="1658823"/>
                    <a:pt x="74830" y="1686583"/>
                    <a:pt x="70077" y="1716517"/>
                  </a:cubicBezTo>
                  <a:cubicBezTo>
                    <a:pt x="60087" y="1779417"/>
                    <a:pt x="106242" y="1838585"/>
                    <a:pt x="107198" y="1902274"/>
                  </a:cubicBezTo>
                  <a:cubicBezTo>
                    <a:pt x="107638" y="1931597"/>
                    <a:pt x="98452" y="1961442"/>
                    <a:pt x="105750" y="1989837"/>
                  </a:cubicBezTo>
                  <a:cubicBezTo>
                    <a:pt x="110621" y="2008787"/>
                    <a:pt x="122387" y="2025071"/>
                    <a:pt x="130737" y="2042751"/>
                  </a:cubicBezTo>
                  <a:cubicBezTo>
                    <a:pt x="145532" y="2074080"/>
                    <a:pt x="149501" y="2109624"/>
                    <a:pt x="163624" y="2141265"/>
                  </a:cubicBezTo>
                  <a:cubicBezTo>
                    <a:pt x="180520" y="2175727"/>
                    <a:pt x="205558" y="2205553"/>
                    <a:pt x="236572" y="2228163"/>
                  </a:cubicBezTo>
                  <a:cubicBezTo>
                    <a:pt x="254350" y="2284370"/>
                    <a:pt x="229127" y="2352240"/>
                    <a:pt x="236300" y="2412053"/>
                  </a:cubicBezTo>
                  <a:cubicBezTo>
                    <a:pt x="245952" y="2408302"/>
                    <a:pt x="255679" y="2404746"/>
                    <a:pt x="265444" y="2401299"/>
                  </a:cubicBezTo>
                  <a:cubicBezTo>
                    <a:pt x="259340" y="2490826"/>
                    <a:pt x="281961" y="2579965"/>
                    <a:pt x="330016" y="2655748"/>
                  </a:cubicBezTo>
                  <a:cubicBezTo>
                    <a:pt x="345907" y="2680498"/>
                    <a:pt x="364528" y="2703733"/>
                    <a:pt x="376474" y="2730632"/>
                  </a:cubicBezTo>
                  <a:cubicBezTo>
                    <a:pt x="384304" y="2749822"/>
                    <a:pt x="390373" y="2769685"/>
                    <a:pt x="394604" y="2789975"/>
                  </a:cubicBezTo>
                  <a:cubicBezTo>
                    <a:pt x="411766" y="2861384"/>
                    <a:pt x="428928" y="2932792"/>
                    <a:pt x="446089" y="3004200"/>
                  </a:cubicBezTo>
                  <a:cubicBezTo>
                    <a:pt x="459988" y="3062033"/>
                    <a:pt x="473988" y="3120985"/>
                    <a:pt x="469814" y="3180333"/>
                  </a:cubicBezTo>
                  <a:cubicBezTo>
                    <a:pt x="466905" y="3221687"/>
                    <a:pt x="456536" y="3268184"/>
                    <a:pt x="481889" y="3300881"/>
                  </a:cubicBezTo>
                  <a:cubicBezTo>
                    <a:pt x="488006" y="3307131"/>
                    <a:pt x="493168" y="3314250"/>
                    <a:pt x="497206" y="3322008"/>
                  </a:cubicBezTo>
                  <a:cubicBezTo>
                    <a:pt x="499734" y="3331104"/>
                    <a:pt x="499821" y="3340705"/>
                    <a:pt x="497458" y="3349846"/>
                  </a:cubicBezTo>
                  <a:cubicBezTo>
                    <a:pt x="485085" y="3418933"/>
                    <a:pt x="476597" y="3488660"/>
                    <a:pt x="472035" y="3558699"/>
                  </a:cubicBezTo>
                  <a:cubicBezTo>
                    <a:pt x="466299" y="3566438"/>
                    <a:pt x="460633" y="3574145"/>
                    <a:pt x="455363" y="3581867"/>
                  </a:cubicBezTo>
                  <a:cubicBezTo>
                    <a:pt x="413258" y="3643453"/>
                    <a:pt x="393008" y="3717121"/>
                    <a:pt x="376617" y="3789983"/>
                  </a:cubicBezTo>
                  <a:cubicBezTo>
                    <a:pt x="344710" y="3932487"/>
                    <a:pt x="330360" y="4078724"/>
                    <a:pt x="323803" y="4224670"/>
                  </a:cubicBezTo>
                  <a:cubicBezTo>
                    <a:pt x="302695" y="4243788"/>
                    <a:pt x="284530" y="4265923"/>
                    <a:pt x="269897" y="4290356"/>
                  </a:cubicBezTo>
                  <a:cubicBezTo>
                    <a:pt x="247824" y="4331217"/>
                    <a:pt x="244984" y="4379402"/>
                    <a:pt x="242653" y="4425902"/>
                  </a:cubicBezTo>
                  <a:cubicBezTo>
                    <a:pt x="241667" y="4433438"/>
                    <a:pt x="242517" y="4441101"/>
                    <a:pt x="245130" y="4448237"/>
                  </a:cubicBezTo>
                  <a:cubicBezTo>
                    <a:pt x="250425" y="4457176"/>
                    <a:pt x="258628" y="4464027"/>
                    <a:pt x="268367" y="4467643"/>
                  </a:cubicBezTo>
                  <a:cubicBezTo>
                    <a:pt x="272570" y="4469705"/>
                    <a:pt x="276802" y="4471705"/>
                    <a:pt x="281062" y="4473643"/>
                  </a:cubicBezTo>
                  <a:cubicBezTo>
                    <a:pt x="278285" y="4483867"/>
                    <a:pt x="275855" y="4494348"/>
                    <a:pt x="273678" y="4504884"/>
                  </a:cubicBezTo>
                  <a:cubicBezTo>
                    <a:pt x="257530" y="4486659"/>
                    <a:pt x="228677" y="4457757"/>
                    <a:pt x="223785" y="4478920"/>
                  </a:cubicBezTo>
                  <a:cubicBezTo>
                    <a:pt x="207600" y="4549531"/>
                    <a:pt x="198812" y="4621636"/>
                    <a:pt x="197562" y="4694067"/>
                  </a:cubicBezTo>
                  <a:cubicBezTo>
                    <a:pt x="197053" y="4698735"/>
                    <a:pt x="197940" y="4703449"/>
                    <a:pt x="200110" y="4707613"/>
                  </a:cubicBezTo>
                  <a:cubicBezTo>
                    <a:pt x="204357" y="4712580"/>
                    <a:pt x="210482" y="4715552"/>
                    <a:pt x="217011" y="4715815"/>
                  </a:cubicBezTo>
                  <a:cubicBezTo>
                    <a:pt x="287384" y="4728385"/>
                    <a:pt x="358747" y="4734586"/>
                    <a:pt x="430232" y="4734343"/>
                  </a:cubicBezTo>
                  <a:cubicBezTo>
                    <a:pt x="488145" y="4734123"/>
                    <a:pt x="545912" y="4729656"/>
                    <a:pt x="603607" y="4725262"/>
                  </a:cubicBezTo>
                  <a:cubicBezTo>
                    <a:pt x="623275" y="4723724"/>
                    <a:pt x="643016" y="4722186"/>
                    <a:pt x="662684" y="4720722"/>
                  </a:cubicBezTo>
                  <a:cubicBezTo>
                    <a:pt x="723452" y="4717460"/>
                    <a:pt x="783917" y="4709948"/>
                    <a:pt x="843635" y="4698241"/>
                  </a:cubicBezTo>
                  <a:cubicBezTo>
                    <a:pt x="869788" y="4692529"/>
                    <a:pt x="896740" y="4684474"/>
                    <a:pt x="916335" y="4666093"/>
                  </a:cubicBezTo>
                  <a:cubicBezTo>
                    <a:pt x="935858" y="4647786"/>
                    <a:pt x="945693" y="4616444"/>
                    <a:pt x="932144" y="4593231"/>
                  </a:cubicBezTo>
                  <a:cubicBezTo>
                    <a:pt x="932154" y="4593150"/>
                    <a:pt x="932127" y="4593070"/>
                    <a:pt x="932070" y="4593011"/>
                  </a:cubicBezTo>
                  <a:cubicBezTo>
                    <a:pt x="915534" y="4564965"/>
                    <a:pt x="877072" y="4562840"/>
                    <a:pt x="844873" y="4558374"/>
                  </a:cubicBezTo>
                  <a:cubicBezTo>
                    <a:pt x="813002" y="4553903"/>
                    <a:pt x="782117" y="4544074"/>
                    <a:pt x="753524" y="4529302"/>
                  </a:cubicBezTo>
                  <a:cubicBezTo>
                    <a:pt x="747087" y="4525966"/>
                    <a:pt x="740813" y="4522336"/>
                    <a:pt x="734593" y="4518606"/>
                  </a:cubicBezTo>
                  <a:cubicBezTo>
                    <a:pt x="736242" y="4518148"/>
                    <a:pt x="737907" y="4517766"/>
                    <a:pt x="739537" y="4517219"/>
                  </a:cubicBezTo>
                  <a:cubicBezTo>
                    <a:pt x="767146" y="4507919"/>
                    <a:pt x="789146" y="4486683"/>
                    <a:pt x="815225" y="4473721"/>
                  </a:cubicBezTo>
                  <a:cubicBezTo>
                    <a:pt x="845456" y="4458783"/>
                    <a:pt x="879766" y="4455488"/>
                    <a:pt x="913204" y="4451240"/>
                  </a:cubicBezTo>
                  <a:cubicBezTo>
                    <a:pt x="946567" y="4446919"/>
                    <a:pt x="981023" y="4440988"/>
                    <a:pt x="1008777" y="4421948"/>
                  </a:cubicBezTo>
                  <a:cubicBezTo>
                    <a:pt x="1034784" y="4404081"/>
                    <a:pt x="1053214" y="4371640"/>
                    <a:pt x="1047167" y="4341177"/>
                  </a:cubicBezTo>
                  <a:cubicBezTo>
                    <a:pt x="1046772" y="4339021"/>
                    <a:pt x="1046236" y="4336893"/>
                    <a:pt x="1045565" y="4334806"/>
                  </a:cubicBezTo>
                  <a:cubicBezTo>
                    <a:pt x="1035222" y="4301707"/>
                    <a:pt x="999454" y="4284132"/>
                    <a:pt x="966018" y="4275418"/>
                  </a:cubicBezTo>
                  <a:cubicBezTo>
                    <a:pt x="932654" y="4266703"/>
                    <a:pt x="896376" y="4262310"/>
                    <a:pt x="869350" y="4240780"/>
                  </a:cubicBezTo>
                  <a:cubicBezTo>
                    <a:pt x="868039" y="4239755"/>
                    <a:pt x="866727" y="4238657"/>
                    <a:pt x="865416" y="4237558"/>
                  </a:cubicBezTo>
                  <a:cubicBezTo>
                    <a:pt x="863105" y="4235668"/>
                    <a:pt x="860725" y="4233748"/>
                    <a:pt x="858312" y="4231890"/>
                  </a:cubicBezTo>
                  <a:cubicBezTo>
                    <a:pt x="864279" y="4221816"/>
                    <a:pt x="867032" y="4210162"/>
                    <a:pt x="866202" y="4198483"/>
                  </a:cubicBezTo>
                  <a:cubicBezTo>
                    <a:pt x="864780" y="4180079"/>
                    <a:pt x="854086" y="4163949"/>
                    <a:pt x="846828" y="4146993"/>
                  </a:cubicBezTo>
                  <a:cubicBezTo>
                    <a:pt x="832591" y="4113737"/>
                    <a:pt x="831447" y="4076588"/>
                    <a:pt x="827606" y="4040589"/>
                  </a:cubicBezTo>
                  <a:cubicBezTo>
                    <a:pt x="817962" y="3950199"/>
                    <a:pt x="790241" y="3862921"/>
                    <a:pt x="769290" y="3774485"/>
                  </a:cubicBezTo>
                  <a:cubicBezTo>
                    <a:pt x="766914" y="3764457"/>
                    <a:pt x="764642" y="3754380"/>
                    <a:pt x="762475" y="3744253"/>
                  </a:cubicBezTo>
                  <a:cubicBezTo>
                    <a:pt x="782857" y="3701898"/>
                    <a:pt x="807827" y="3661907"/>
                    <a:pt x="836934" y="3624999"/>
                  </a:cubicBezTo>
                  <a:cubicBezTo>
                    <a:pt x="870118" y="3583369"/>
                    <a:pt x="894392" y="3535363"/>
                    <a:pt x="908250" y="3483961"/>
                  </a:cubicBezTo>
                  <a:cubicBezTo>
                    <a:pt x="912548" y="3468216"/>
                    <a:pt x="915754" y="3452179"/>
                    <a:pt x="919032" y="3436142"/>
                  </a:cubicBezTo>
                  <a:cubicBezTo>
                    <a:pt x="956256" y="3251313"/>
                    <a:pt x="991344" y="3066068"/>
                    <a:pt x="1024295" y="2880409"/>
                  </a:cubicBezTo>
                  <a:cubicBezTo>
                    <a:pt x="1029738" y="2853950"/>
                    <a:pt x="1032871" y="2827069"/>
                    <a:pt x="1033661" y="2800068"/>
                  </a:cubicBezTo>
                  <a:cubicBezTo>
                    <a:pt x="1042279" y="2775612"/>
                    <a:pt x="1046942" y="2749937"/>
                    <a:pt x="1047473" y="2724013"/>
                  </a:cubicBezTo>
                  <a:cubicBezTo>
                    <a:pt x="1057058" y="2686426"/>
                    <a:pt x="1066821" y="2647000"/>
                    <a:pt x="1058970" y="2622350"/>
                  </a:cubicBezTo>
                  <a:cubicBezTo>
                    <a:pt x="1053417" y="2604945"/>
                    <a:pt x="1050620" y="2545408"/>
                    <a:pt x="1047617" y="2488368"/>
                  </a:cubicBezTo>
                  <a:cubicBezTo>
                    <a:pt x="1048457" y="2457784"/>
                    <a:pt x="1046588" y="2427185"/>
                    <a:pt x="1042031" y="2396930"/>
                  </a:cubicBezTo>
                  <a:cubicBezTo>
                    <a:pt x="1041176" y="2391759"/>
                    <a:pt x="1040122" y="2386584"/>
                    <a:pt x="1038963" y="2381416"/>
                  </a:cubicBezTo>
                  <a:cubicBezTo>
                    <a:pt x="1038502" y="2378851"/>
                    <a:pt x="1037890" y="2376315"/>
                    <a:pt x="1037129" y="2373822"/>
                  </a:cubicBezTo>
                  <a:cubicBezTo>
                    <a:pt x="1032796" y="2356670"/>
                    <a:pt x="1026755" y="2339994"/>
                    <a:pt x="1019095" y="2324047"/>
                  </a:cubicBezTo>
                  <a:cubicBezTo>
                    <a:pt x="1015187" y="2314505"/>
                    <a:pt x="1010671" y="2305225"/>
                    <a:pt x="1005573" y="2296263"/>
                  </a:cubicBezTo>
                  <a:cubicBezTo>
                    <a:pt x="1002505" y="2290975"/>
                    <a:pt x="999051" y="2285921"/>
                    <a:pt x="995240" y="2281142"/>
                  </a:cubicBezTo>
                  <a:cubicBezTo>
                    <a:pt x="1016552" y="2281989"/>
                    <a:pt x="1037805" y="2283945"/>
                    <a:pt x="1058914" y="2287002"/>
                  </a:cubicBezTo>
                  <a:cubicBezTo>
                    <a:pt x="1064109" y="2287780"/>
                    <a:pt x="1070438" y="2288199"/>
                    <a:pt x="1073548" y="2283943"/>
                  </a:cubicBezTo>
                  <a:cubicBezTo>
                    <a:pt x="1074935" y="2281626"/>
                    <a:pt x="1075613" y="2278953"/>
                    <a:pt x="1075497" y="2276255"/>
                  </a:cubicBezTo>
                  <a:cubicBezTo>
                    <a:pt x="1076487" y="2252089"/>
                    <a:pt x="1070744" y="2228123"/>
                    <a:pt x="1058910" y="2207029"/>
                  </a:cubicBezTo>
                  <a:cubicBezTo>
                    <a:pt x="1050730" y="2192516"/>
                    <a:pt x="1039366" y="2178321"/>
                    <a:pt x="1039680" y="2161643"/>
                  </a:cubicBezTo>
                  <a:cubicBezTo>
                    <a:pt x="1040270" y="2153869"/>
                    <a:pt x="1042170" y="2146250"/>
                    <a:pt x="1045298" y="2139108"/>
                  </a:cubicBezTo>
                  <a:cubicBezTo>
                    <a:pt x="1054776" y="2113701"/>
                    <a:pt x="1064253" y="2088294"/>
                    <a:pt x="1073729" y="2062887"/>
                  </a:cubicBezTo>
                  <a:cubicBezTo>
                    <a:pt x="1097730" y="1998543"/>
                    <a:pt x="1086309" y="1923804"/>
                    <a:pt x="1098774" y="1856238"/>
                  </a:cubicBezTo>
                  <a:cubicBezTo>
                    <a:pt x="1108515" y="1803420"/>
                    <a:pt x="1114758" y="1750016"/>
                    <a:pt x="1117459" y="1696376"/>
                  </a:cubicBezTo>
                  <a:cubicBezTo>
                    <a:pt x="1119767" y="1650525"/>
                    <a:pt x="1118332" y="1600871"/>
                    <a:pt x="1090811" y="1564235"/>
                  </a:cubicBezTo>
                  <a:cubicBezTo>
                    <a:pt x="1082759" y="1555397"/>
                    <a:pt x="1075779" y="1545640"/>
                    <a:pt x="1070016" y="1535166"/>
                  </a:cubicBezTo>
                  <a:cubicBezTo>
                    <a:pt x="1066065" y="1524024"/>
                    <a:pt x="1064381" y="1512204"/>
                    <a:pt x="1065064" y="1500401"/>
                  </a:cubicBezTo>
                  <a:cubicBezTo>
                    <a:pt x="1064584" y="1428655"/>
                    <a:pt x="1066033" y="1356931"/>
                    <a:pt x="1069409" y="1285230"/>
                  </a:cubicBezTo>
                  <a:cubicBezTo>
                    <a:pt x="1190013" y="1281985"/>
                    <a:pt x="1310117" y="1268408"/>
                    <a:pt x="1428401" y="1244648"/>
                  </a:cubicBezTo>
                  <a:cubicBezTo>
                    <a:pt x="1442332" y="1242237"/>
                    <a:pt x="1456011" y="1238551"/>
                    <a:pt x="1469267" y="1233637"/>
                  </a:cubicBezTo>
                  <a:cubicBezTo>
                    <a:pt x="1483972" y="1226598"/>
                    <a:pt x="1497828" y="1217910"/>
                    <a:pt x="1510569" y="1207741"/>
                  </a:cubicBezTo>
                  <a:cubicBezTo>
                    <a:pt x="1550814" y="1178656"/>
                    <a:pt x="1591632" y="1149028"/>
                    <a:pt x="1622232" y="1109831"/>
                  </a:cubicBezTo>
                  <a:cubicBezTo>
                    <a:pt x="1658666" y="1062432"/>
                    <a:pt x="1681545" y="1006028"/>
                    <a:pt x="1688425" y="946642"/>
                  </a:cubicBezTo>
                  <a:cubicBezTo>
                    <a:pt x="1717534" y="919682"/>
                    <a:pt x="1732990" y="881361"/>
                    <a:pt x="1747562" y="844368"/>
                  </a:cubicBezTo>
                  <a:cubicBezTo>
                    <a:pt x="1754761" y="828666"/>
                    <a:pt x="1759316" y="811883"/>
                    <a:pt x="1761043" y="794696"/>
                  </a:cubicBezTo>
                  <a:cubicBezTo>
                    <a:pt x="1761825" y="777107"/>
                    <a:pt x="1750231" y="758668"/>
                    <a:pt x="1753437" y="741358"/>
                  </a:cubicBezTo>
                  <a:cubicBezTo>
                    <a:pt x="1759034" y="711546"/>
                    <a:pt x="1774085" y="684329"/>
                    <a:pt x="1796361" y="663739"/>
                  </a:cubicBezTo>
                  <a:cubicBezTo>
                    <a:pt x="1801084" y="660350"/>
                    <a:pt x="1804649" y="655588"/>
                    <a:pt x="1806570" y="650101"/>
                  </a:cubicBezTo>
                  <a:cubicBezTo>
                    <a:pt x="1807169" y="645525"/>
                    <a:pt x="1806319" y="640877"/>
                    <a:pt x="1804140" y="636808"/>
                  </a:cubicBezTo>
                  <a:cubicBezTo>
                    <a:pt x="1803900" y="636270"/>
                    <a:pt x="1803559" y="635797"/>
                    <a:pt x="1803307" y="635266"/>
                  </a:cubicBezTo>
                  <a:cubicBezTo>
                    <a:pt x="1806083" y="633507"/>
                    <a:pt x="1808835" y="631696"/>
                    <a:pt x="1811545" y="629796"/>
                  </a:cubicBezTo>
                  <a:cubicBezTo>
                    <a:pt x="1821087" y="623058"/>
                    <a:pt x="1830193" y="615589"/>
                    <a:pt x="1839081" y="608266"/>
                  </a:cubicBezTo>
                  <a:cubicBezTo>
                    <a:pt x="1852739" y="598028"/>
                    <a:pt x="1864794" y="585811"/>
                    <a:pt x="1874848" y="572018"/>
                  </a:cubicBezTo>
                  <a:cubicBezTo>
                    <a:pt x="1884973" y="557978"/>
                    <a:pt x="1888409" y="540195"/>
                    <a:pt x="1884245" y="523393"/>
                  </a:cubicBezTo>
                  <a:close/>
                  <a:moveTo>
                    <a:pt x="570346" y="4449227"/>
                  </a:moveTo>
                  <a:cubicBezTo>
                    <a:pt x="567928" y="4449397"/>
                    <a:pt x="565501" y="4449516"/>
                    <a:pt x="563104" y="4449848"/>
                  </a:cubicBezTo>
                  <a:cubicBezTo>
                    <a:pt x="554121" y="4451073"/>
                    <a:pt x="545361" y="4453589"/>
                    <a:pt x="537097" y="4457317"/>
                  </a:cubicBezTo>
                  <a:cubicBezTo>
                    <a:pt x="536428" y="4457626"/>
                    <a:pt x="535797" y="4458009"/>
                    <a:pt x="535135" y="4458333"/>
                  </a:cubicBezTo>
                  <a:cubicBezTo>
                    <a:pt x="546450" y="4433898"/>
                    <a:pt x="557033" y="4409119"/>
                    <a:pt x="566672" y="4383942"/>
                  </a:cubicBezTo>
                  <a:cubicBezTo>
                    <a:pt x="567820" y="4380970"/>
                    <a:pt x="568903" y="4377961"/>
                    <a:pt x="570026" y="4374975"/>
                  </a:cubicBezTo>
                  <a:cubicBezTo>
                    <a:pt x="569608" y="4380572"/>
                    <a:pt x="569207" y="4386185"/>
                    <a:pt x="568786" y="4391777"/>
                  </a:cubicBezTo>
                  <a:cubicBezTo>
                    <a:pt x="566614" y="4410906"/>
                    <a:pt x="567139" y="4430245"/>
                    <a:pt x="570346" y="4449227"/>
                  </a:cubicBezTo>
                  <a:close/>
                </a:path>
              </a:pathLst>
            </a:custGeom>
            <a:solidFill>
              <a:srgbClr val="808080"/>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5" name="任意多边形: 形状 24">
              <a:extLst>
                <a:ext uri="{FF2B5EF4-FFF2-40B4-BE49-F238E27FC236}">
                  <a16:creationId xmlns:a16="http://schemas.microsoft.com/office/drawing/2014/main" id="{B135EA10-D109-4B3F-B2DD-B747CEBB89E1}"/>
                </a:ext>
              </a:extLst>
            </p:cNvPr>
            <p:cNvSpPr/>
            <p:nvPr/>
          </p:nvSpPr>
          <p:spPr>
            <a:xfrm>
              <a:off x="2887339" y="1216911"/>
              <a:ext cx="400727" cy="364159"/>
            </a:xfrm>
            <a:custGeom>
              <a:avLst/>
              <a:gdLst>
                <a:gd name="connsiteX0" fmla="*/ 331989 w 400727"/>
                <a:gd name="connsiteY0" fmla="*/ 245607 h 364159"/>
                <a:gd name="connsiteX1" fmla="*/ 348598 w 400727"/>
                <a:gd name="connsiteY1" fmla="*/ 363618 h 364159"/>
                <a:gd name="connsiteX2" fmla="*/ -45 w 400727"/>
                <a:gd name="connsiteY2" fmla="*/ 330036 h 364159"/>
                <a:gd name="connsiteX3" fmla="*/ 59907 w 400727"/>
                <a:gd name="connsiteY3" fmla="*/ 234024 h 364159"/>
                <a:gd name="connsiteX4" fmla="*/ 71344 w 400727"/>
                <a:gd name="connsiteY4" fmla="*/ 86511 h 364159"/>
                <a:gd name="connsiteX5" fmla="*/ 69888 w 400727"/>
                <a:gd name="connsiteY5" fmla="*/ 78352 h 364159"/>
                <a:gd name="connsiteX6" fmla="*/ 57431 w 400727"/>
                <a:gd name="connsiteY6" fmla="*/ 16068 h 364159"/>
                <a:gd name="connsiteX7" fmla="*/ 97642 w 400727"/>
                <a:gd name="connsiteY7" fmla="*/ 989 h 364159"/>
                <a:gd name="connsiteX8" fmla="*/ 253971 w 400727"/>
                <a:gd name="connsiteY8" fmla="*/ 21167 h 364159"/>
                <a:gd name="connsiteX9" fmla="*/ 400683 w 400727"/>
                <a:gd name="connsiteY9" fmla="*/ 52856 h 364159"/>
                <a:gd name="connsiteX10" fmla="*/ 343863 w 400727"/>
                <a:gd name="connsiteY10" fmla="*/ 169920 h 364159"/>
                <a:gd name="connsiteX11" fmla="*/ 331989 w 400727"/>
                <a:gd name="connsiteY11" fmla="*/ 245607 h 364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727" h="364159">
                  <a:moveTo>
                    <a:pt x="331989" y="245607"/>
                  </a:moveTo>
                  <a:cubicBezTo>
                    <a:pt x="333009" y="285382"/>
                    <a:pt x="346486" y="323917"/>
                    <a:pt x="348598" y="363618"/>
                  </a:cubicBezTo>
                  <a:cubicBezTo>
                    <a:pt x="231461" y="369446"/>
                    <a:pt x="115927" y="312626"/>
                    <a:pt x="-45" y="330036"/>
                  </a:cubicBezTo>
                  <a:cubicBezTo>
                    <a:pt x="32371" y="309057"/>
                    <a:pt x="49710" y="271249"/>
                    <a:pt x="59907" y="234024"/>
                  </a:cubicBezTo>
                  <a:cubicBezTo>
                    <a:pt x="72902" y="186000"/>
                    <a:pt x="76782" y="135964"/>
                    <a:pt x="71344" y="86511"/>
                  </a:cubicBezTo>
                  <a:cubicBezTo>
                    <a:pt x="71033" y="83763"/>
                    <a:pt x="70547" y="81038"/>
                    <a:pt x="69888" y="78352"/>
                  </a:cubicBezTo>
                  <a:cubicBezTo>
                    <a:pt x="65589" y="58902"/>
                    <a:pt x="54444" y="31366"/>
                    <a:pt x="57431" y="16068"/>
                  </a:cubicBezTo>
                  <a:cubicBezTo>
                    <a:pt x="61365" y="-4183"/>
                    <a:pt x="80451" y="-176"/>
                    <a:pt x="97642" y="989"/>
                  </a:cubicBezTo>
                  <a:cubicBezTo>
                    <a:pt x="150068" y="4982"/>
                    <a:pt x="202249" y="11718"/>
                    <a:pt x="253971" y="21167"/>
                  </a:cubicBezTo>
                  <a:cubicBezTo>
                    <a:pt x="267447" y="23499"/>
                    <a:pt x="398716" y="56280"/>
                    <a:pt x="400683" y="52856"/>
                  </a:cubicBezTo>
                  <a:cubicBezTo>
                    <a:pt x="377674" y="89768"/>
                    <a:pt x="358628" y="129007"/>
                    <a:pt x="343863" y="169920"/>
                  </a:cubicBezTo>
                  <a:cubicBezTo>
                    <a:pt x="335668" y="194300"/>
                    <a:pt x="331654" y="219889"/>
                    <a:pt x="331989" y="2456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6" name="任意多边形: 形状 25">
              <a:extLst>
                <a:ext uri="{FF2B5EF4-FFF2-40B4-BE49-F238E27FC236}">
                  <a16:creationId xmlns:a16="http://schemas.microsoft.com/office/drawing/2014/main" id="{B030B22A-14E1-41F4-A148-424A252F0A60}"/>
                </a:ext>
              </a:extLst>
            </p:cNvPr>
            <p:cNvSpPr/>
            <p:nvPr/>
          </p:nvSpPr>
          <p:spPr>
            <a:xfrm>
              <a:off x="4141347" y="1093162"/>
              <a:ext cx="247553" cy="328030"/>
            </a:xfrm>
            <a:custGeom>
              <a:avLst/>
              <a:gdLst>
                <a:gd name="connsiteX0" fmla="*/ 236384 w 247553"/>
                <a:gd name="connsiteY0" fmla="*/ 246465 h 328030"/>
                <a:gd name="connsiteX1" fmla="*/ 200617 w 247553"/>
                <a:gd name="connsiteY1" fmla="*/ 282524 h 328030"/>
                <a:gd name="connsiteX2" fmla="*/ 173080 w 247553"/>
                <a:gd name="connsiteY2" fmla="*/ 303941 h 328030"/>
                <a:gd name="connsiteX3" fmla="*/ 114512 w 247553"/>
                <a:gd name="connsiteY3" fmla="*/ 327761 h 328030"/>
                <a:gd name="connsiteX4" fmla="*/ 10050 w 247553"/>
                <a:gd name="connsiteY4" fmla="*/ 289371 h 328030"/>
                <a:gd name="connsiteX5" fmla="*/ 70 w 247553"/>
                <a:gd name="connsiteY5" fmla="*/ 249379 h 328030"/>
                <a:gd name="connsiteX6" fmla="*/ 9685 w 247553"/>
                <a:gd name="connsiteY6" fmla="*/ 193432 h 328030"/>
                <a:gd name="connsiteX7" fmla="*/ 54850 w 247553"/>
                <a:gd name="connsiteY7" fmla="*/ 111699 h 328030"/>
                <a:gd name="connsiteX8" fmla="*/ 127478 w 247553"/>
                <a:gd name="connsiteY8" fmla="*/ 39071 h 328030"/>
                <a:gd name="connsiteX9" fmla="*/ 158364 w 247553"/>
                <a:gd name="connsiteY9" fmla="*/ 24866 h 328030"/>
                <a:gd name="connsiteX10" fmla="*/ 212927 w 247553"/>
                <a:gd name="connsiteY10" fmla="*/ 2503 h 328030"/>
                <a:gd name="connsiteX11" fmla="*/ 222833 w 247553"/>
                <a:gd name="connsiteY11" fmla="*/ -120 h 328030"/>
                <a:gd name="connsiteX12" fmla="*/ 231866 w 247553"/>
                <a:gd name="connsiteY12" fmla="*/ 34482 h 328030"/>
                <a:gd name="connsiteX13" fmla="*/ 167398 w 247553"/>
                <a:gd name="connsiteY13" fmla="*/ 93196 h 328030"/>
                <a:gd name="connsiteX14" fmla="*/ 206297 w 247553"/>
                <a:gd name="connsiteY14" fmla="*/ 123354 h 328030"/>
                <a:gd name="connsiteX15" fmla="*/ 211543 w 247553"/>
                <a:gd name="connsiteY15" fmla="*/ 135520 h 328030"/>
                <a:gd name="connsiteX16" fmla="*/ 229318 w 247553"/>
                <a:gd name="connsiteY16" fmla="*/ 140109 h 328030"/>
                <a:gd name="connsiteX17" fmla="*/ 235800 w 247553"/>
                <a:gd name="connsiteY17" fmla="*/ 170632 h 328030"/>
                <a:gd name="connsiteX18" fmla="*/ 245780 w 247553"/>
                <a:gd name="connsiteY18" fmla="*/ 198095 h 328030"/>
                <a:gd name="connsiteX19" fmla="*/ 236384 w 247553"/>
                <a:gd name="connsiteY19" fmla="*/ 246465 h 328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47553" h="328030">
                  <a:moveTo>
                    <a:pt x="236384" y="246465"/>
                  </a:moveTo>
                  <a:cubicBezTo>
                    <a:pt x="226320" y="260196"/>
                    <a:pt x="214265" y="272349"/>
                    <a:pt x="200617" y="282524"/>
                  </a:cubicBezTo>
                  <a:cubicBezTo>
                    <a:pt x="191728" y="289809"/>
                    <a:pt x="182622" y="297239"/>
                    <a:pt x="173080" y="303941"/>
                  </a:cubicBezTo>
                  <a:cubicBezTo>
                    <a:pt x="156086" y="317057"/>
                    <a:pt x="135837" y="325293"/>
                    <a:pt x="114512" y="327761"/>
                  </a:cubicBezTo>
                  <a:cubicBezTo>
                    <a:pt x="86611" y="329655"/>
                    <a:pt x="27387" y="313265"/>
                    <a:pt x="10050" y="289371"/>
                  </a:cubicBezTo>
                  <a:cubicBezTo>
                    <a:pt x="2741" y="277362"/>
                    <a:pt x="-740" y="263414"/>
                    <a:pt x="70" y="249379"/>
                  </a:cubicBezTo>
                  <a:cubicBezTo>
                    <a:pt x="361" y="230345"/>
                    <a:pt x="3605" y="211471"/>
                    <a:pt x="9685" y="193432"/>
                  </a:cubicBezTo>
                  <a:cubicBezTo>
                    <a:pt x="20552" y="164075"/>
                    <a:pt x="35778" y="136522"/>
                    <a:pt x="54850" y="111699"/>
                  </a:cubicBezTo>
                  <a:cubicBezTo>
                    <a:pt x="75028" y="83653"/>
                    <a:pt x="97465" y="56045"/>
                    <a:pt x="127478" y="39071"/>
                  </a:cubicBezTo>
                  <a:cubicBezTo>
                    <a:pt x="137478" y="33719"/>
                    <a:pt x="147792" y="28975"/>
                    <a:pt x="158364" y="24866"/>
                  </a:cubicBezTo>
                  <a:cubicBezTo>
                    <a:pt x="176577" y="17436"/>
                    <a:pt x="194716" y="9932"/>
                    <a:pt x="212927" y="2503"/>
                  </a:cubicBezTo>
                  <a:cubicBezTo>
                    <a:pt x="216026" y="988"/>
                    <a:pt x="219392" y="97"/>
                    <a:pt x="222833" y="-120"/>
                  </a:cubicBezTo>
                  <a:cubicBezTo>
                    <a:pt x="237476" y="25"/>
                    <a:pt x="240172" y="22389"/>
                    <a:pt x="231866" y="34482"/>
                  </a:cubicBezTo>
                  <a:cubicBezTo>
                    <a:pt x="215257" y="58812"/>
                    <a:pt x="177888" y="65587"/>
                    <a:pt x="167398" y="93196"/>
                  </a:cubicBezTo>
                  <a:cubicBezTo>
                    <a:pt x="185530" y="93757"/>
                    <a:pt x="201236" y="105934"/>
                    <a:pt x="206297" y="123354"/>
                  </a:cubicBezTo>
                  <a:cubicBezTo>
                    <a:pt x="206709" y="127864"/>
                    <a:pt x="208546" y="132125"/>
                    <a:pt x="211543" y="135520"/>
                  </a:cubicBezTo>
                  <a:cubicBezTo>
                    <a:pt x="216351" y="139381"/>
                    <a:pt x="223854" y="137195"/>
                    <a:pt x="229318" y="140109"/>
                  </a:cubicBezTo>
                  <a:cubicBezTo>
                    <a:pt x="239005" y="145281"/>
                    <a:pt x="234781" y="159705"/>
                    <a:pt x="235800" y="170632"/>
                  </a:cubicBezTo>
                  <a:cubicBezTo>
                    <a:pt x="238179" y="180103"/>
                    <a:pt x="241523" y="189306"/>
                    <a:pt x="245780" y="198095"/>
                  </a:cubicBezTo>
                  <a:cubicBezTo>
                    <a:pt x="249943" y="214815"/>
                    <a:pt x="246503" y="232519"/>
                    <a:pt x="236384" y="246465"/>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7" name="任意多边形: 形状 26">
              <a:extLst>
                <a:ext uri="{FF2B5EF4-FFF2-40B4-BE49-F238E27FC236}">
                  <a16:creationId xmlns:a16="http://schemas.microsoft.com/office/drawing/2014/main" id="{BDD0D382-0306-418F-BC81-E5CDD2C3232F}"/>
                </a:ext>
              </a:extLst>
            </p:cNvPr>
            <p:cNvSpPr/>
            <p:nvPr/>
          </p:nvSpPr>
          <p:spPr>
            <a:xfrm>
              <a:off x="2763102" y="5142476"/>
              <a:ext cx="242428" cy="196149"/>
            </a:xfrm>
            <a:custGeom>
              <a:avLst/>
              <a:gdLst>
                <a:gd name="connsiteX0" fmla="*/ -45 w 242428"/>
                <a:gd name="connsiteY0" fmla="*/ 184990 h 196149"/>
                <a:gd name="connsiteX1" fmla="*/ 36294 w 242428"/>
                <a:gd name="connsiteY1" fmla="*/ 179502 h 196149"/>
                <a:gd name="connsiteX2" fmla="*/ 240613 w 242428"/>
                <a:gd name="connsiteY2" fmla="*/ 196030 h 196149"/>
                <a:gd name="connsiteX3" fmla="*/ 216299 w 242428"/>
                <a:gd name="connsiteY3" fmla="*/ 71594 h 196149"/>
                <a:gd name="connsiteX4" fmla="*/ 208206 w 242428"/>
                <a:gd name="connsiteY4" fmla="*/ 40131 h 196149"/>
                <a:gd name="connsiteX5" fmla="*/ 156434 w 242428"/>
                <a:gd name="connsiteY5" fmla="*/ 8883 h 196149"/>
                <a:gd name="connsiteX6" fmla="*/ 41493 w 242428"/>
                <a:gd name="connsiteY6" fmla="*/ 24640 h 196149"/>
                <a:gd name="connsiteX7" fmla="*/ -45 w 242428"/>
                <a:gd name="connsiteY7" fmla="*/ 184990 h 196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2428" h="196149">
                  <a:moveTo>
                    <a:pt x="-45" y="184990"/>
                  </a:moveTo>
                  <a:cubicBezTo>
                    <a:pt x="8972" y="175980"/>
                    <a:pt x="23703" y="177511"/>
                    <a:pt x="36294" y="179502"/>
                  </a:cubicBezTo>
                  <a:cubicBezTo>
                    <a:pt x="103882" y="190188"/>
                    <a:pt x="172186" y="195713"/>
                    <a:pt x="240613" y="196030"/>
                  </a:cubicBezTo>
                  <a:cubicBezTo>
                    <a:pt x="249179" y="154196"/>
                    <a:pt x="224310" y="113537"/>
                    <a:pt x="216299" y="71594"/>
                  </a:cubicBezTo>
                  <a:cubicBezTo>
                    <a:pt x="215141" y="60769"/>
                    <a:pt x="212415" y="50171"/>
                    <a:pt x="208206" y="40131"/>
                  </a:cubicBezTo>
                  <a:cubicBezTo>
                    <a:pt x="198571" y="21643"/>
                    <a:pt x="176834" y="13186"/>
                    <a:pt x="156434" y="8883"/>
                  </a:cubicBezTo>
                  <a:cubicBezTo>
                    <a:pt x="119614" y="1117"/>
                    <a:pt x="62057" y="-12587"/>
                    <a:pt x="41493" y="24640"/>
                  </a:cubicBezTo>
                  <a:cubicBezTo>
                    <a:pt x="16818" y="69307"/>
                    <a:pt x="8924" y="135279"/>
                    <a:pt x="-45" y="184990"/>
                  </a:cubicBezTo>
                  <a:close/>
                </a:path>
              </a:pathLst>
            </a:custGeom>
            <a:solidFill>
              <a:srgbClr val="65617D"/>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8" name="任意多边形: 形状 27">
              <a:extLst>
                <a:ext uri="{FF2B5EF4-FFF2-40B4-BE49-F238E27FC236}">
                  <a16:creationId xmlns:a16="http://schemas.microsoft.com/office/drawing/2014/main" id="{EC41E42B-4ABE-4593-9CEB-851A8F476A7A}"/>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9" name="任意多边形: 形状 28">
              <a:extLst>
                <a:ext uri="{FF2B5EF4-FFF2-40B4-BE49-F238E27FC236}">
                  <a16:creationId xmlns:a16="http://schemas.microsoft.com/office/drawing/2014/main" id="{60B6F9AE-A73E-4A00-A798-ADB008D30381}"/>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0" name="任意多边形: 形状 29">
              <a:extLst>
                <a:ext uri="{FF2B5EF4-FFF2-40B4-BE49-F238E27FC236}">
                  <a16:creationId xmlns:a16="http://schemas.microsoft.com/office/drawing/2014/main" id="{8E6C2FD4-9C6F-4E32-BEEB-7221453DE598}"/>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1" name="任意多边形: 形状 30">
              <a:extLst>
                <a:ext uri="{FF2B5EF4-FFF2-40B4-BE49-F238E27FC236}">
                  <a16:creationId xmlns:a16="http://schemas.microsoft.com/office/drawing/2014/main" id="{82A47739-8CEF-4720-BD50-5251DAC4758E}"/>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2" name="任意多边形: 形状 31">
              <a:extLst>
                <a:ext uri="{FF2B5EF4-FFF2-40B4-BE49-F238E27FC236}">
                  <a16:creationId xmlns:a16="http://schemas.microsoft.com/office/drawing/2014/main" id="{35D423FE-999F-48C7-8601-60EB852AC013}"/>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3" name="任意多边形: 形状 32">
              <a:extLst>
                <a:ext uri="{FF2B5EF4-FFF2-40B4-BE49-F238E27FC236}">
                  <a16:creationId xmlns:a16="http://schemas.microsoft.com/office/drawing/2014/main" id="{E340B1FB-8B2A-404D-806F-C448CED5D9DE}"/>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4" name="任意多边形: 形状 33">
              <a:extLst>
                <a:ext uri="{FF2B5EF4-FFF2-40B4-BE49-F238E27FC236}">
                  <a16:creationId xmlns:a16="http://schemas.microsoft.com/office/drawing/2014/main" id="{80794C7C-16FF-4A5A-9DE6-D6423376027C}"/>
                </a:ext>
              </a:extLst>
            </p:cNvPr>
            <p:cNvSpPr/>
            <p:nvPr/>
          </p:nvSpPr>
          <p:spPr>
            <a:xfrm>
              <a:off x="2745182" y="3016810"/>
              <a:ext cx="819579" cy="2248079"/>
            </a:xfrm>
            <a:custGeom>
              <a:avLst/>
              <a:gdLst>
                <a:gd name="connsiteX0" fmla="*/ 791393 w 819579"/>
                <a:gd name="connsiteY0" fmla="*/ 536471 h 2248079"/>
                <a:gd name="connsiteX1" fmla="*/ 781995 w 819579"/>
                <a:gd name="connsiteY1" fmla="*/ 619152 h 2248079"/>
                <a:gd name="connsiteX2" fmla="*/ 676732 w 819579"/>
                <a:gd name="connsiteY2" fmla="*/ 1171983 h 2248079"/>
                <a:gd name="connsiteX3" fmla="*/ 665951 w 819579"/>
                <a:gd name="connsiteY3" fmla="*/ 1219552 h 2248079"/>
                <a:gd name="connsiteX4" fmla="*/ 594635 w 819579"/>
                <a:gd name="connsiteY4" fmla="*/ 1359854 h 2248079"/>
                <a:gd name="connsiteX5" fmla="*/ 341784 w 819579"/>
                <a:gd name="connsiteY5" fmla="*/ 2067629 h 2248079"/>
                <a:gd name="connsiteX6" fmla="*/ 324374 w 819579"/>
                <a:gd name="connsiteY6" fmla="*/ 2114833 h 2248079"/>
                <a:gd name="connsiteX7" fmla="*/ 272434 w 819579"/>
                <a:gd name="connsiteY7" fmla="*/ 2230732 h 2248079"/>
                <a:gd name="connsiteX8" fmla="*/ 261726 w 819579"/>
                <a:gd name="connsiteY8" fmla="*/ 2244572 h 2248079"/>
                <a:gd name="connsiteX9" fmla="*/ 244826 w 819579"/>
                <a:gd name="connsiteY9" fmla="*/ 2247851 h 2248079"/>
                <a:gd name="connsiteX10" fmla="*/ 26068 w 819579"/>
                <a:gd name="connsiteY10" fmla="*/ 2198097 h 2248079"/>
                <a:gd name="connsiteX11" fmla="*/ 2831 w 819579"/>
                <a:gd name="connsiteY11" fmla="*/ 2178793 h 2248079"/>
                <a:gd name="connsiteX12" fmla="*/ 354 w 819579"/>
                <a:gd name="connsiteY12" fmla="*/ 2156574 h 2248079"/>
                <a:gd name="connsiteX13" fmla="*/ 27598 w 819579"/>
                <a:gd name="connsiteY13" fmla="*/ 2021736 h 2248079"/>
                <a:gd name="connsiteX14" fmla="*/ 81504 w 819579"/>
                <a:gd name="connsiteY14" fmla="*/ 1956392 h 2248079"/>
                <a:gd name="connsiteX15" fmla="*/ 134317 w 819579"/>
                <a:gd name="connsiteY15" fmla="*/ 1523976 h 2248079"/>
                <a:gd name="connsiteX16" fmla="*/ 213064 w 819579"/>
                <a:gd name="connsiteY16" fmla="*/ 1316947 h 2248079"/>
                <a:gd name="connsiteX17" fmla="*/ 283143 w 819579"/>
                <a:gd name="connsiteY17" fmla="*/ 1172493 h 2248079"/>
                <a:gd name="connsiteX18" fmla="*/ 290209 w 819579"/>
                <a:gd name="connsiteY18" fmla="*/ 1104600 h 2248079"/>
                <a:gd name="connsiteX19" fmla="*/ 317088 w 819579"/>
                <a:gd name="connsiteY19" fmla="*/ 1088792 h 2248079"/>
                <a:gd name="connsiteX20" fmla="*/ 320876 w 819579"/>
                <a:gd name="connsiteY20" fmla="*/ 1075243 h 2248079"/>
                <a:gd name="connsiteX21" fmla="*/ 313957 w 819579"/>
                <a:gd name="connsiteY21" fmla="*/ 963278 h 2248079"/>
                <a:gd name="connsiteX22" fmla="*/ 297274 w 819579"/>
                <a:gd name="connsiteY22" fmla="*/ 890286 h 2248079"/>
                <a:gd name="connsiteX23" fmla="*/ 315632 w 819579"/>
                <a:gd name="connsiteY23" fmla="*/ 819771 h 2248079"/>
                <a:gd name="connsiteX24" fmla="*/ 316287 w 819579"/>
                <a:gd name="connsiteY24" fmla="*/ 668469 h 2248079"/>
                <a:gd name="connsiteX25" fmla="*/ 309293 w 819579"/>
                <a:gd name="connsiteY25" fmla="*/ 583967 h 2248079"/>
                <a:gd name="connsiteX26" fmla="*/ 296837 w 819579"/>
                <a:gd name="connsiteY26" fmla="*/ 545140 h 2248079"/>
                <a:gd name="connsiteX27" fmla="*/ 281467 w 819579"/>
                <a:gd name="connsiteY27" fmla="*/ 401997 h 2248079"/>
                <a:gd name="connsiteX28" fmla="*/ 231786 w 819579"/>
                <a:gd name="connsiteY28" fmla="*/ 367030 h 2248079"/>
                <a:gd name="connsiteX29" fmla="*/ 163601 w 819579"/>
                <a:gd name="connsiteY29" fmla="*/ 268979 h 2248079"/>
                <a:gd name="connsiteX30" fmla="*/ 144297 w 819579"/>
                <a:gd name="connsiteY30" fmla="*/ 148929 h 2248079"/>
                <a:gd name="connsiteX31" fmla="*/ 144005 w 819579"/>
                <a:gd name="connsiteY31" fmla="*/ 122995 h 2248079"/>
                <a:gd name="connsiteX32" fmla="*/ 147502 w 819579"/>
                <a:gd name="connsiteY32" fmla="*/ 110029 h 2248079"/>
                <a:gd name="connsiteX33" fmla="*/ 205998 w 819579"/>
                <a:gd name="connsiteY33" fmla="*/ 74480 h 2248079"/>
                <a:gd name="connsiteX34" fmla="*/ 652692 w 819579"/>
                <a:gd name="connsiteY34" fmla="*/ 22249 h 2248079"/>
                <a:gd name="connsiteX35" fmla="*/ 763272 w 819579"/>
                <a:gd name="connsiteY35" fmla="*/ 38057 h 2248079"/>
                <a:gd name="connsiteX36" fmla="*/ 794743 w 819579"/>
                <a:gd name="connsiteY36" fmla="*/ 114910 h 2248079"/>
                <a:gd name="connsiteX37" fmla="*/ 816669 w 819579"/>
                <a:gd name="connsiteY37" fmla="*/ 362441 h 2248079"/>
                <a:gd name="connsiteX38" fmla="*/ 791393 w 819579"/>
                <a:gd name="connsiteY38" fmla="*/ 536471 h 2248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819579" h="2248079">
                  <a:moveTo>
                    <a:pt x="791393" y="536471"/>
                  </a:moveTo>
                  <a:cubicBezTo>
                    <a:pt x="790840" y="564264"/>
                    <a:pt x="787694" y="591944"/>
                    <a:pt x="781995" y="619152"/>
                  </a:cubicBezTo>
                  <a:cubicBezTo>
                    <a:pt x="749069" y="803818"/>
                    <a:pt x="713981" y="988095"/>
                    <a:pt x="676732" y="1171983"/>
                  </a:cubicBezTo>
                  <a:cubicBezTo>
                    <a:pt x="673454" y="1187936"/>
                    <a:pt x="670249" y="1203890"/>
                    <a:pt x="665951" y="1219552"/>
                  </a:cubicBezTo>
                  <a:cubicBezTo>
                    <a:pt x="652073" y="1270723"/>
                    <a:pt x="627796" y="1318484"/>
                    <a:pt x="594635" y="1359854"/>
                  </a:cubicBezTo>
                  <a:cubicBezTo>
                    <a:pt x="439399" y="1553334"/>
                    <a:pt x="425994" y="1834302"/>
                    <a:pt x="341784" y="2067629"/>
                  </a:cubicBezTo>
                  <a:cubicBezTo>
                    <a:pt x="336103" y="2083436"/>
                    <a:pt x="330421" y="2099244"/>
                    <a:pt x="324374" y="2114833"/>
                  </a:cubicBezTo>
                  <a:cubicBezTo>
                    <a:pt x="309156" y="2154372"/>
                    <a:pt x="291817" y="2193060"/>
                    <a:pt x="272434" y="2230732"/>
                  </a:cubicBezTo>
                  <a:cubicBezTo>
                    <a:pt x="270170" y="2236222"/>
                    <a:pt x="266472" y="2241002"/>
                    <a:pt x="261726" y="2244572"/>
                  </a:cubicBezTo>
                  <a:cubicBezTo>
                    <a:pt x="256502" y="2247200"/>
                    <a:pt x="250654" y="2248335"/>
                    <a:pt x="244826" y="2247851"/>
                  </a:cubicBezTo>
                  <a:cubicBezTo>
                    <a:pt x="169053" y="2248286"/>
                    <a:pt x="94198" y="2231262"/>
                    <a:pt x="26068" y="2198097"/>
                  </a:cubicBezTo>
                  <a:cubicBezTo>
                    <a:pt x="16342" y="2194510"/>
                    <a:pt x="8140" y="2187697"/>
                    <a:pt x="2831" y="2178793"/>
                  </a:cubicBezTo>
                  <a:cubicBezTo>
                    <a:pt x="218" y="2171697"/>
                    <a:pt x="-632" y="2164071"/>
                    <a:pt x="354" y="2156574"/>
                  </a:cubicBezTo>
                  <a:cubicBezTo>
                    <a:pt x="2685" y="2110317"/>
                    <a:pt x="5525" y="2062384"/>
                    <a:pt x="27598" y="2021736"/>
                  </a:cubicBezTo>
                  <a:cubicBezTo>
                    <a:pt x="42245" y="1997415"/>
                    <a:pt x="60410" y="1975395"/>
                    <a:pt x="81504" y="1956392"/>
                  </a:cubicBezTo>
                  <a:cubicBezTo>
                    <a:pt x="88060" y="1811210"/>
                    <a:pt x="102411" y="1665736"/>
                    <a:pt x="134317" y="1523976"/>
                  </a:cubicBezTo>
                  <a:cubicBezTo>
                    <a:pt x="150708" y="1451494"/>
                    <a:pt x="170959" y="1378211"/>
                    <a:pt x="213064" y="1316947"/>
                  </a:cubicBezTo>
                  <a:cubicBezTo>
                    <a:pt x="244097" y="1271710"/>
                    <a:pt x="288607" y="1227055"/>
                    <a:pt x="283143" y="1172493"/>
                  </a:cubicBezTo>
                  <a:cubicBezTo>
                    <a:pt x="280739" y="1148526"/>
                    <a:pt x="270686" y="1118659"/>
                    <a:pt x="290209" y="1104600"/>
                  </a:cubicBezTo>
                  <a:cubicBezTo>
                    <a:pt x="298731" y="1098409"/>
                    <a:pt x="311334" y="1097607"/>
                    <a:pt x="317088" y="1088792"/>
                  </a:cubicBezTo>
                  <a:cubicBezTo>
                    <a:pt x="319407" y="1084640"/>
                    <a:pt x="320706" y="1079996"/>
                    <a:pt x="320876" y="1075243"/>
                  </a:cubicBezTo>
                  <a:cubicBezTo>
                    <a:pt x="324888" y="1037798"/>
                    <a:pt x="322548" y="999944"/>
                    <a:pt x="313957" y="963278"/>
                  </a:cubicBezTo>
                  <a:cubicBezTo>
                    <a:pt x="306858" y="939325"/>
                    <a:pt x="301286" y="914945"/>
                    <a:pt x="297274" y="890286"/>
                  </a:cubicBezTo>
                  <a:cubicBezTo>
                    <a:pt x="294797" y="865372"/>
                    <a:pt x="299023" y="838420"/>
                    <a:pt x="315632" y="819771"/>
                  </a:cubicBezTo>
                  <a:cubicBezTo>
                    <a:pt x="316651" y="769944"/>
                    <a:pt x="315267" y="718223"/>
                    <a:pt x="316287" y="668469"/>
                  </a:cubicBezTo>
                  <a:cubicBezTo>
                    <a:pt x="318250" y="640110"/>
                    <a:pt x="315892" y="611618"/>
                    <a:pt x="309293" y="583967"/>
                  </a:cubicBezTo>
                  <a:cubicBezTo>
                    <a:pt x="305506" y="570927"/>
                    <a:pt x="299751" y="558471"/>
                    <a:pt x="296837" y="545140"/>
                  </a:cubicBezTo>
                  <a:cubicBezTo>
                    <a:pt x="286420" y="497280"/>
                    <a:pt x="312427" y="439950"/>
                    <a:pt x="281467" y="401997"/>
                  </a:cubicBezTo>
                  <a:cubicBezTo>
                    <a:pt x="268573" y="386262"/>
                    <a:pt x="248687" y="378395"/>
                    <a:pt x="231786" y="367030"/>
                  </a:cubicBezTo>
                  <a:cubicBezTo>
                    <a:pt x="198058" y="344521"/>
                    <a:pt x="175912" y="307661"/>
                    <a:pt x="163601" y="268979"/>
                  </a:cubicBezTo>
                  <a:cubicBezTo>
                    <a:pt x="152677" y="229815"/>
                    <a:pt x="146201" y="189544"/>
                    <a:pt x="144297" y="148929"/>
                  </a:cubicBezTo>
                  <a:cubicBezTo>
                    <a:pt x="143290" y="140318"/>
                    <a:pt x="143193" y="131626"/>
                    <a:pt x="144005" y="122995"/>
                  </a:cubicBezTo>
                  <a:cubicBezTo>
                    <a:pt x="144551" y="118529"/>
                    <a:pt x="145728" y="114164"/>
                    <a:pt x="147502" y="110029"/>
                  </a:cubicBezTo>
                  <a:cubicBezTo>
                    <a:pt x="157118" y="88393"/>
                    <a:pt x="182979" y="80015"/>
                    <a:pt x="205998" y="74480"/>
                  </a:cubicBezTo>
                  <a:cubicBezTo>
                    <a:pt x="352294" y="39393"/>
                    <a:pt x="502248" y="21859"/>
                    <a:pt x="652692" y="22249"/>
                  </a:cubicBezTo>
                  <a:cubicBezTo>
                    <a:pt x="708346" y="-15631"/>
                    <a:pt x="739670" y="-2082"/>
                    <a:pt x="763272" y="38057"/>
                  </a:cubicBezTo>
                  <a:cubicBezTo>
                    <a:pt x="776307" y="62557"/>
                    <a:pt x="786850" y="88304"/>
                    <a:pt x="794743" y="114910"/>
                  </a:cubicBezTo>
                  <a:cubicBezTo>
                    <a:pt x="805524" y="147472"/>
                    <a:pt x="806179" y="329733"/>
                    <a:pt x="816669" y="362441"/>
                  </a:cubicBezTo>
                  <a:cubicBezTo>
                    <a:pt x="830292" y="404984"/>
                    <a:pt x="790883" y="491816"/>
                    <a:pt x="791393" y="536471"/>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5" name="任意多边形: 形状 34">
              <a:extLst>
                <a:ext uri="{FF2B5EF4-FFF2-40B4-BE49-F238E27FC236}">
                  <a16:creationId xmlns:a16="http://schemas.microsoft.com/office/drawing/2014/main" id="{4AA64C12-F69F-40BB-A948-3644F099F003}"/>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6" name="任意多边形: 形状 35">
              <a:extLst>
                <a:ext uri="{FF2B5EF4-FFF2-40B4-BE49-F238E27FC236}">
                  <a16:creationId xmlns:a16="http://schemas.microsoft.com/office/drawing/2014/main" id="{C107E5A5-E142-4203-B6A8-6C1BAA23A205}"/>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7" name="任意多边形: 形状 36">
              <a:extLst>
                <a:ext uri="{FF2B5EF4-FFF2-40B4-BE49-F238E27FC236}">
                  <a16:creationId xmlns:a16="http://schemas.microsoft.com/office/drawing/2014/main" id="{32DBC2E4-E6FA-4F48-AF17-87F91852642E}"/>
                </a:ext>
              </a:extLst>
            </p:cNvPr>
            <p:cNvSpPr/>
            <p:nvPr/>
          </p:nvSpPr>
          <p:spPr>
            <a:xfrm>
              <a:off x="2944583" y="1216911"/>
              <a:ext cx="343483" cy="177834"/>
            </a:xfrm>
            <a:custGeom>
              <a:avLst/>
              <a:gdLst>
                <a:gd name="connsiteX0" fmla="*/ 343439 w 343483"/>
                <a:gd name="connsiteY0" fmla="*/ 52856 h 177834"/>
                <a:gd name="connsiteX1" fmla="*/ 286619 w 343483"/>
                <a:gd name="connsiteY1" fmla="*/ 169920 h 177834"/>
                <a:gd name="connsiteX2" fmla="*/ 222078 w 343483"/>
                <a:gd name="connsiteY2" fmla="*/ 177714 h 177834"/>
                <a:gd name="connsiteX3" fmla="*/ 28239 w 343483"/>
                <a:gd name="connsiteY3" fmla="*/ 68993 h 177834"/>
                <a:gd name="connsiteX4" fmla="*/ 187 w 343483"/>
                <a:gd name="connsiteY4" fmla="*/ 16068 h 177834"/>
                <a:gd name="connsiteX5" fmla="*/ 40399 w 343483"/>
                <a:gd name="connsiteY5" fmla="*/ 989 h 177834"/>
                <a:gd name="connsiteX6" fmla="*/ 196728 w 343483"/>
                <a:gd name="connsiteY6" fmla="*/ 21167 h 177834"/>
                <a:gd name="connsiteX7" fmla="*/ 343439 w 343483"/>
                <a:gd name="connsiteY7" fmla="*/ 52856 h 1778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483" h="177834">
                  <a:moveTo>
                    <a:pt x="343439" y="52856"/>
                  </a:moveTo>
                  <a:cubicBezTo>
                    <a:pt x="320430" y="89768"/>
                    <a:pt x="301385" y="129007"/>
                    <a:pt x="286619" y="169920"/>
                  </a:cubicBezTo>
                  <a:cubicBezTo>
                    <a:pt x="265498" y="175113"/>
                    <a:pt x="243827" y="177730"/>
                    <a:pt x="222078" y="177714"/>
                  </a:cubicBezTo>
                  <a:cubicBezTo>
                    <a:pt x="137648" y="177714"/>
                    <a:pt x="77847" y="129674"/>
                    <a:pt x="28239" y="68993"/>
                  </a:cubicBezTo>
                  <a:cubicBezTo>
                    <a:pt x="23940" y="49543"/>
                    <a:pt x="-2800" y="31366"/>
                    <a:pt x="187" y="16068"/>
                  </a:cubicBezTo>
                  <a:cubicBezTo>
                    <a:pt x="4121" y="-4183"/>
                    <a:pt x="23207" y="-176"/>
                    <a:pt x="40399" y="989"/>
                  </a:cubicBezTo>
                  <a:cubicBezTo>
                    <a:pt x="92825" y="4982"/>
                    <a:pt x="145006" y="11718"/>
                    <a:pt x="196728" y="21167"/>
                  </a:cubicBezTo>
                  <a:cubicBezTo>
                    <a:pt x="210203" y="23499"/>
                    <a:pt x="341472" y="56280"/>
                    <a:pt x="343439" y="5285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8" name="任意多边形: 形状 37">
              <a:extLst>
                <a:ext uri="{FF2B5EF4-FFF2-40B4-BE49-F238E27FC236}">
                  <a16:creationId xmlns:a16="http://schemas.microsoft.com/office/drawing/2014/main" id="{CC250162-C302-4BD1-8D0C-D41E6620688A}"/>
                </a:ext>
              </a:extLst>
            </p:cNvPr>
            <p:cNvSpPr/>
            <p:nvPr/>
          </p:nvSpPr>
          <p:spPr>
            <a:xfrm>
              <a:off x="2896225" y="846413"/>
              <a:ext cx="541013" cy="541013"/>
            </a:xfrm>
            <a:custGeom>
              <a:avLst/>
              <a:gdLst>
                <a:gd name="connsiteX0" fmla="*/ 541013 w 541013"/>
                <a:gd name="connsiteY0" fmla="*/ 270507 h 541013"/>
                <a:gd name="connsiteX1" fmla="*/ 270507 w 541013"/>
                <a:gd name="connsiteY1" fmla="*/ 541013 h 541013"/>
                <a:gd name="connsiteX2" fmla="*/ 0 w 541013"/>
                <a:gd name="connsiteY2" fmla="*/ 270507 h 541013"/>
                <a:gd name="connsiteX3" fmla="*/ 270507 w 541013"/>
                <a:gd name="connsiteY3" fmla="*/ 0 h 541013"/>
                <a:gd name="connsiteX4" fmla="*/ 541013 w 541013"/>
                <a:gd name="connsiteY4" fmla="*/ 270507 h 541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13" h="541013">
                  <a:moveTo>
                    <a:pt x="541013" y="270507"/>
                  </a:moveTo>
                  <a:cubicBezTo>
                    <a:pt x="541013" y="419903"/>
                    <a:pt x="419903" y="541013"/>
                    <a:pt x="270507" y="541013"/>
                  </a:cubicBezTo>
                  <a:cubicBezTo>
                    <a:pt x="121110" y="541013"/>
                    <a:pt x="0" y="419903"/>
                    <a:pt x="0" y="270507"/>
                  </a:cubicBezTo>
                  <a:cubicBezTo>
                    <a:pt x="0" y="121110"/>
                    <a:pt x="121110" y="0"/>
                    <a:pt x="270507" y="0"/>
                  </a:cubicBezTo>
                  <a:cubicBezTo>
                    <a:pt x="419903" y="0"/>
                    <a:pt x="541013" y="121110"/>
                    <a:pt x="541013" y="2705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9" name="任意多边形: 形状 38">
              <a:extLst>
                <a:ext uri="{FF2B5EF4-FFF2-40B4-BE49-F238E27FC236}">
                  <a16:creationId xmlns:a16="http://schemas.microsoft.com/office/drawing/2014/main" id="{88C8BAE5-D51C-46B0-B326-D9DEF894AA74}"/>
                </a:ext>
              </a:extLst>
            </p:cNvPr>
            <p:cNvSpPr/>
            <p:nvPr/>
          </p:nvSpPr>
          <p:spPr>
            <a:xfrm>
              <a:off x="2889233" y="3016810"/>
              <a:ext cx="619266" cy="123114"/>
            </a:xfrm>
            <a:custGeom>
              <a:avLst/>
              <a:gdLst>
                <a:gd name="connsiteX0" fmla="*/ 619222 w 619266"/>
                <a:gd name="connsiteY0" fmla="*/ 38057 h 123114"/>
                <a:gd name="connsiteX1" fmla="*/ 478265 w 619266"/>
                <a:gd name="connsiteY1" fmla="*/ 39076 h 123114"/>
                <a:gd name="connsiteX2" fmla="*/ 390777 w 619266"/>
                <a:gd name="connsiteY2" fmla="*/ 48036 h 123114"/>
                <a:gd name="connsiteX3" fmla="*/ 286970 w 619266"/>
                <a:gd name="connsiteY3" fmla="*/ 82420 h 123114"/>
                <a:gd name="connsiteX4" fmla="*/ 113523 w 619266"/>
                <a:gd name="connsiteY4" fmla="*/ 105220 h 123114"/>
                <a:gd name="connsiteX5" fmla="*/ -45 w 619266"/>
                <a:gd name="connsiteY5" fmla="*/ 122995 h 123114"/>
                <a:gd name="connsiteX6" fmla="*/ 3451 w 619266"/>
                <a:gd name="connsiteY6" fmla="*/ 110028 h 123114"/>
                <a:gd name="connsiteX7" fmla="*/ 61947 w 619266"/>
                <a:gd name="connsiteY7" fmla="*/ 74479 h 123114"/>
                <a:gd name="connsiteX8" fmla="*/ 508641 w 619266"/>
                <a:gd name="connsiteY8" fmla="*/ 22248 h 123114"/>
                <a:gd name="connsiteX9" fmla="*/ 619222 w 619266"/>
                <a:gd name="connsiteY9" fmla="*/ 38057 h 12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266" h="123114">
                  <a:moveTo>
                    <a:pt x="619222" y="38057"/>
                  </a:moveTo>
                  <a:cubicBezTo>
                    <a:pt x="572382" y="35288"/>
                    <a:pt x="525251" y="37182"/>
                    <a:pt x="478265" y="39076"/>
                  </a:cubicBezTo>
                  <a:cubicBezTo>
                    <a:pt x="448888" y="39355"/>
                    <a:pt x="419600" y="42355"/>
                    <a:pt x="390777" y="48036"/>
                  </a:cubicBezTo>
                  <a:cubicBezTo>
                    <a:pt x="355227" y="56122"/>
                    <a:pt x="322009" y="72293"/>
                    <a:pt x="286970" y="82420"/>
                  </a:cubicBezTo>
                  <a:cubicBezTo>
                    <a:pt x="230877" y="98737"/>
                    <a:pt x="171654" y="99466"/>
                    <a:pt x="113523" y="105220"/>
                  </a:cubicBezTo>
                  <a:cubicBezTo>
                    <a:pt x="75352" y="108921"/>
                    <a:pt x="37431" y="114856"/>
                    <a:pt x="-45" y="122995"/>
                  </a:cubicBezTo>
                  <a:cubicBezTo>
                    <a:pt x="501" y="118529"/>
                    <a:pt x="1678" y="114164"/>
                    <a:pt x="3451" y="110028"/>
                  </a:cubicBezTo>
                  <a:cubicBezTo>
                    <a:pt x="13068" y="88393"/>
                    <a:pt x="38929" y="80015"/>
                    <a:pt x="61947" y="74479"/>
                  </a:cubicBezTo>
                  <a:cubicBezTo>
                    <a:pt x="208243" y="39392"/>
                    <a:pt x="358197" y="21859"/>
                    <a:pt x="508641" y="22248"/>
                  </a:cubicBezTo>
                  <a:cubicBezTo>
                    <a:pt x="564296" y="-15631"/>
                    <a:pt x="595620" y="-2082"/>
                    <a:pt x="619222" y="38057"/>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0" name="任意多边形: 形状 39">
              <a:extLst>
                <a:ext uri="{FF2B5EF4-FFF2-40B4-BE49-F238E27FC236}">
                  <a16:creationId xmlns:a16="http://schemas.microsoft.com/office/drawing/2014/main" id="{C1CB9A4C-323F-494D-9004-90FDB35B07A2}"/>
                </a:ext>
              </a:extLst>
            </p:cNvPr>
            <p:cNvSpPr/>
            <p:nvPr/>
          </p:nvSpPr>
          <p:spPr>
            <a:xfrm>
              <a:off x="2566790" y="1481999"/>
              <a:ext cx="1054353" cy="1688174"/>
            </a:xfrm>
            <a:custGeom>
              <a:avLst/>
              <a:gdLst>
                <a:gd name="connsiteX0" fmla="*/ 757318 w 1054353"/>
                <a:gd name="connsiteY0" fmla="*/ 77622 h 1688174"/>
                <a:gd name="connsiteX1" fmla="*/ 712210 w 1054353"/>
                <a:gd name="connsiteY1" fmla="*/ 101906 h 1688174"/>
                <a:gd name="connsiteX2" fmla="*/ 694656 w 1054353"/>
                <a:gd name="connsiteY2" fmla="*/ 92510 h 1688174"/>
                <a:gd name="connsiteX3" fmla="*/ 588514 w 1054353"/>
                <a:gd name="connsiteY3" fmla="*/ 62170 h 1688174"/>
                <a:gd name="connsiteX4" fmla="*/ 369922 w 1054353"/>
                <a:gd name="connsiteY4" fmla="*/ 13026 h 1688174"/>
                <a:gd name="connsiteX5" fmla="*/ 305267 w 1054353"/>
                <a:gd name="connsiteY5" fmla="*/ -120 h 1688174"/>
                <a:gd name="connsiteX6" fmla="*/ 190055 w 1054353"/>
                <a:gd name="connsiteY6" fmla="*/ 66323 h 1688174"/>
                <a:gd name="connsiteX7" fmla="*/ 112774 w 1054353"/>
                <a:gd name="connsiteY7" fmla="*/ 180016 h 1688174"/>
                <a:gd name="connsiteX8" fmla="*/ 50006 w 1054353"/>
                <a:gd name="connsiteY8" fmla="*/ 255218 h 1688174"/>
                <a:gd name="connsiteX9" fmla="*/ 4693 w 1054353"/>
                <a:gd name="connsiteY9" fmla="*/ 492376 h 1688174"/>
                <a:gd name="connsiteX10" fmla="*/ 81795 w 1054353"/>
                <a:gd name="connsiteY10" fmla="*/ 726721 h 1688174"/>
                <a:gd name="connsiteX11" fmla="*/ 144747 w 1054353"/>
                <a:gd name="connsiteY11" fmla="*/ 853648 h 1688174"/>
                <a:gd name="connsiteX12" fmla="*/ 169069 w 1054353"/>
                <a:gd name="connsiteY12" fmla="*/ 1042073 h 1688174"/>
                <a:gd name="connsiteX13" fmla="*/ 193599 w 1054353"/>
                <a:gd name="connsiteY13" fmla="*/ 1098076 h 1688174"/>
                <a:gd name="connsiteX14" fmla="*/ 191899 w 1054353"/>
                <a:gd name="connsiteY14" fmla="*/ 1139148 h 1688174"/>
                <a:gd name="connsiteX15" fmla="*/ 178131 w 1054353"/>
                <a:gd name="connsiteY15" fmla="*/ 1237082 h 1688174"/>
                <a:gd name="connsiteX16" fmla="*/ 164316 w 1054353"/>
                <a:gd name="connsiteY16" fmla="*/ 1326355 h 1688174"/>
                <a:gd name="connsiteX17" fmla="*/ 166004 w 1054353"/>
                <a:gd name="connsiteY17" fmla="*/ 1488469 h 1688174"/>
                <a:gd name="connsiteX18" fmla="*/ 172392 w 1054353"/>
                <a:gd name="connsiteY18" fmla="*/ 1688054 h 1688174"/>
                <a:gd name="connsiteX19" fmla="*/ 435986 w 1054353"/>
                <a:gd name="connsiteY19" fmla="*/ 1625429 h 1688174"/>
                <a:gd name="connsiteX20" fmla="*/ 609413 w 1054353"/>
                <a:gd name="connsiteY20" fmla="*/ 1602692 h 1688174"/>
                <a:gd name="connsiteX21" fmla="*/ 713216 w 1054353"/>
                <a:gd name="connsiteY21" fmla="*/ 1568243 h 1688174"/>
                <a:gd name="connsiteX22" fmla="*/ 800744 w 1054353"/>
                <a:gd name="connsiteY22" fmla="*/ 1559308 h 1688174"/>
                <a:gd name="connsiteX23" fmla="*/ 995006 w 1054353"/>
                <a:gd name="connsiteY23" fmla="*/ 1563656 h 1688174"/>
                <a:gd name="connsiteX24" fmla="*/ 1009640 w 1054353"/>
                <a:gd name="connsiteY24" fmla="*/ 1560613 h 1688174"/>
                <a:gd name="connsiteX25" fmla="*/ 1011589 w 1054353"/>
                <a:gd name="connsiteY25" fmla="*/ 1552965 h 1688174"/>
                <a:gd name="connsiteX26" fmla="*/ 995002 w 1054353"/>
                <a:gd name="connsiteY26" fmla="*/ 1484101 h 1688174"/>
                <a:gd name="connsiteX27" fmla="*/ 975772 w 1054353"/>
                <a:gd name="connsiteY27" fmla="*/ 1438952 h 1688174"/>
                <a:gd name="connsiteX28" fmla="*/ 981391 w 1054353"/>
                <a:gd name="connsiteY28" fmla="*/ 1416534 h 1688174"/>
                <a:gd name="connsiteX29" fmla="*/ 1009822 w 1054353"/>
                <a:gd name="connsiteY29" fmla="*/ 1340712 h 1688174"/>
                <a:gd name="connsiteX30" fmla="*/ 1034865 w 1054353"/>
                <a:gd name="connsiteY30" fmla="*/ 1135142 h 1688174"/>
                <a:gd name="connsiteX31" fmla="*/ 1053551 w 1054353"/>
                <a:gd name="connsiteY31" fmla="*/ 976114 h 1688174"/>
                <a:gd name="connsiteX32" fmla="*/ 1026902 w 1054353"/>
                <a:gd name="connsiteY32" fmla="*/ 844663 h 1688174"/>
                <a:gd name="connsiteX33" fmla="*/ 1006107 w 1054353"/>
                <a:gd name="connsiteY33" fmla="*/ 815745 h 1688174"/>
                <a:gd name="connsiteX34" fmla="*/ 1001155 w 1054353"/>
                <a:gd name="connsiteY34" fmla="*/ 781163 h 1688174"/>
                <a:gd name="connsiteX35" fmla="*/ 1008667 w 1054353"/>
                <a:gd name="connsiteY35" fmla="*/ 507496 h 1688174"/>
                <a:gd name="connsiteX36" fmla="*/ 935645 w 1054353"/>
                <a:gd name="connsiteY36" fmla="*/ 377204 h 1688174"/>
                <a:gd name="connsiteX37" fmla="*/ 868116 w 1054353"/>
                <a:gd name="connsiteY37" fmla="*/ 219544 h 1688174"/>
                <a:gd name="connsiteX38" fmla="*/ 855570 w 1054353"/>
                <a:gd name="connsiteY38" fmla="*/ 106277 h 1688174"/>
                <a:gd name="connsiteX39" fmla="*/ 846005 w 1054353"/>
                <a:gd name="connsiteY39" fmla="*/ 79826 h 1688174"/>
                <a:gd name="connsiteX40" fmla="*/ 807500 w 1054353"/>
                <a:gd name="connsiteY40" fmla="*/ 68390 h 1688174"/>
                <a:gd name="connsiteX41" fmla="*/ 757318 w 1054353"/>
                <a:gd name="connsiteY41" fmla="*/ 77622 h 1688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054353" h="1688174">
                  <a:moveTo>
                    <a:pt x="757318" y="77622"/>
                  </a:moveTo>
                  <a:cubicBezTo>
                    <a:pt x="745525" y="91268"/>
                    <a:pt x="729701" y="106306"/>
                    <a:pt x="712210" y="101906"/>
                  </a:cubicBezTo>
                  <a:cubicBezTo>
                    <a:pt x="705888" y="99746"/>
                    <a:pt x="699960" y="96573"/>
                    <a:pt x="694656" y="92510"/>
                  </a:cubicBezTo>
                  <a:cubicBezTo>
                    <a:pt x="663473" y="72413"/>
                    <a:pt x="625198" y="67697"/>
                    <a:pt x="588514" y="62170"/>
                  </a:cubicBezTo>
                  <a:cubicBezTo>
                    <a:pt x="514570" y="51028"/>
                    <a:pt x="441519" y="34605"/>
                    <a:pt x="369922" y="13026"/>
                  </a:cubicBezTo>
                  <a:cubicBezTo>
                    <a:pt x="349141" y="5462"/>
                    <a:pt x="327351" y="1031"/>
                    <a:pt x="305267" y="-120"/>
                  </a:cubicBezTo>
                  <a:cubicBezTo>
                    <a:pt x="259418" y="117"/>
                    <a:pt x="218786" y="30594"/>
                    <a:pt x="190055" y="66323"/>
                  </a:cubicBezTo>
                  <a:cubicBezTo>
                    <a:pt x="161323" y="102052"/>
                    <a:pt x="140968" y="143860"/>
                    <a:pt x="112774" y="180016"/>
                  </a:cubicBezTo>
                  <a:cubicBezTo>
                    <a:pt x="92686" y="205776"/>
                    <a:pt x="68765" y="228475"/>
                    <a:pt x="50006" y="255218"/>
                  </a:cubicBezTo>
                  <a:cubicBezTo>
                    <a:pt x="2646" y="322734"/>
                    <a:pt x="-7533" y="410817"/>
                    <a:pt x="4693" y="492376"/>
                  </a:cubicBezTo>
                  <a:cubicBezTo>
                    <a:pt x="16920" y="573934"/>
                    <a:pt x="49505" y="650836"/>
                    <a:pt x="81795" y="726721"/>
                  </a:cubicBezTo>
                  <a:cubicBezTo>
                    <a:pt x="99052" y="770778"/>
                    <a:pt x="120115" y="813248"/>
                    <a:pt x="144747" y="853648"/>
                  </a:cubicBezTo>
                  <a:cubicBezTo>
                    <a:pt x="133854" y="915615"/>
                    <a:pt x="139603" y="986481"/>
                    <a:pt x="169069" y="1042073"/>
                  </a:cubicBezTo>
                  <a:cubicBezTo>
                    <a:pt x="178666" y="1060178"/>
                    <a:pt x="190426" y="1077833"/>
                    <a:pt x="193599" y="1098076"/>
                  </a:cubicBezTo>
                  <a:cubicBezTo>
                    <a:pt x="195053" y="1111776"/>
                    <a:pt x="194481" y="1125615"/>
                    <a:pt x="191899" y="1139148"/>
                  </a:cubicBezTo>
                  <a:lnTo>
                    <a:pt x="178131" y="1237082"/>
                  </a:lnTo>
                  <a:cubicBezTo>
                    <a:pt x="173939" y="1266903"/>
                    <a:pt x="169745" y="1296735"/>
                    <a:pt x="164316" y="1326355"/>
                  </a:cubicBezTo>
                  <a:cubicBezTo>
                    <a:pt x="154379" y="1380568"/>
                    <a:pt x="140898" y="1439404"/>
                    <a:pt x="166004" y="1488469"/>
                  </a:cubicBezTo>
                  <a:cubicBezTo>
                    <a:pt x="196071" y="1547226"/>
                    <a:pt x="164492" y="1622526"/>
                    <a:pt x="172392" y="1688054"/>
                  </a:cubicBezTo>
                  <a:cubicBezTo>
                    <a:pt x="257023" y="1655365"/>
                    <a:pt x="345695" y="1634298"/>
                    <a:pt x="435986" y="1625429"/>
                  </a:cubicBezTo>
                  <a:cubicBezTo>
                    <a:pt x="494116" y="1619730"/>
                    <a:pt x="553331" y="1619010"/>
                    <a:pt x="609413" y="1602692"/>
                  </a:cubicBezTo>
                  <a:cubicBezTo>
                    <a:pt x="644439" y="1592501"/>
                    <a:pt x="677654" y="1576368"/>
                    <a:pt x="713216" y="1568243"/>
                  </a:cubicBezTo>
                  <a:cubicBezTo>
                    <a:pt x="742055" y="1562583"/>
                    <a:pt x="771355" y="1559592"/>
                    <a:pt x="800744" y="1559308"/>
                  </a:cubicBezTo>
                  <a:cubicBezTo>
                    <a:pt x="865563" y="1556693"/>
                    <a:pt x="930841" y="1554101"/>
                    <a:pt x="995006" y="1563656"/>
                  </a:cubicBezTo>
                  <a:cubicBezTo>
                    <a:pt x="1000202" y="1564429"/>
                    <a:pt x="1006531" y="1564847"/>
                    <a:pt x="1009640" y="1560613"/>
                  </a:cubicBezTo>
                  <a:cubicBezTo>
                    <a:pt x="1011027" y="1558311"/>
                    <a:pt x="1011705" y="1555651"/>
                    <a:pt x="1011589" y="1552965"/>
                  </a:cubicBezTo>
                  <a:cubicBezTo>
                    <a:pt x="1012575" y="1528914"/>
                    <a:pt x="1006831" y="1505065"/>
                    <a:pt x="995002" y="1484101"/>
                  </a:cubicBezTo>
                  <a:cubicBezTo>
                    <a:pt x="986822" y="1469664"/>
                    <a:pt x="975457" y="1455542"/>
                    <a:pt x="975772" y="1438952"/>
                  </a:cubicBezTo>
                  <a:cubicBezTo>
                    <a:pt x="976364" y="1431215"/>
                    <a:pt x="978264" y="1423635"/>
                    <a:pt x="981391" y="1416534"/>
                  </a:cubicBezTo>
                  <a:lnTo>
                    <a:pt x="1009822" y="1340712"/>
                  </a:lnTo>
                  <a:cubicBezTo>
                    <a:pt x="1033822" y="1276704"/>
                    <a:pt x="1022401" y="1202355"/>
                    <a:pt x="1034865" y="1135142"/>
                  </a:cubicBezTo>
                  <a:cubicBezTo>
                    <a:pt x="1044607" y="1082605"/>
                    <a:pt x="1050849" y="1029479"/>
                    <a:pt x="1053551" y="976114"/>
                  </a:cubicBezTo>
                  <a:cubicBezTo>
                    <a:pt x="1055859" y="930503"/>
                    <a:pt x="1054425" y="881109"/>
                    <a:pt x="1026902" y="844663"/>
                  </a:cubicBezTo>
                  <a:cubicBezTo>
                    <a:pt x="1018855" y="835878"/>
                    <a:pt x="1011875" y="826171"/>
                    <a:pt x="1006107" y="815745"/>
                  </a:cubicBezTo>
                  <a:cubicBezTo>
                    <a:pt x="1002156" y="804666"/>
                    <a:pt x="1000472" y="792906"/>
                    <a:pt x="1001155" y="781163"/>
                  </a:cubicBezTo>
                  <a:cubicBezTo>
                    <a:pt x="1000542" y="689891"/>
                    <a:pt x="1003046" y="598668"/>
                    <a:pt x="1008667" y="507496"/>
                  </a:cubicBezTo>
                  <a:cubicBezTo>
                    <a:pt x="984667" y="464392"/>
                    <a:pt x="959644" y="420309"/>
                    <a:pt x="935645" y="377204"/>
                  </a:cubicBezTo>
                  <a:cubicBezTo>
                    <a:pt x="907713" y="327040"/>
                    <a:pt x="879393" y="275842"/>
                    <a:pt x="868116" y="219544"/>
                  </a:cubicBezTo>
                  <a:cubicBezTo>
                    <a:pt x="860651" y="182279"/>
                    <a:pt x="860910" y="143905"/>
                    <a:pt x="855570" y="106277"/>
                  </a:cubicBezTo>
                  <a:cubicBezTo>
                    <a:pt x="855009" y="96720"/>
                    <a:pt x="851686" y="87532"/>
                    <a:pt x="846005" y="79826"/>
                  </a:cubicBezTo>
                  <a:cubicBezTo>
                    <a:pt x="836840" y="69444"/>
                    <a:pt x="821342" y="67958"/>
                    <a:pt x="807500" y="68390"/>
                  </a:cubicBezTo>
                  <a:cubicBezTo>
                    <a:pt x="790404" y="68932"/>
                    <a:pt x="773487" y="72044"/>
                    <a:pt x="757318" y="7762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1" name="任意多边形: 形状 40">
              <a:extLst>
                <a:ext uri="{FF2B5EF4-FFF2-40B4-BE49-F238E27FC236}">
                  <a16:creationId xmlns:a16="http://schemas.microsoft.com/office/drawing/2014/main" id="{D87A066D-C959-4704-80C6-85663FA777F5}"/>
                </a:ext>
              </a:extLst>
            </p:cNvPr>
            <p:cNvSpPr/>
            <p:nvPr/>
          </p:nvSpPr>
          <p:spPr>
            <a:xfrm>
              <a:off x="4141347" y="1338559"/>
              <a:ext cx="173124" cy="82633"/>
            </a:xfrm>
            <a:custGeom>
              <a:avLst/>
              <a:gdLst>
                <a:gd name="connsiteX0" fmla="*/ 173080 w 173124"/>
                <a:gd name="connsiteY0" fmla="*/ 58544 h 82633"/>
                <a:gd name="connsiteX1" fmla="*/ 114512 w 173124"/>
                <a:gd name="connsiteY1" fmla="*/ 82364 h 82633"/>
                <a:gd name="connsiteX2" fmla="*/ 10050 w 173124"/>
                <a:gd name="connsiteY2" fmla="*/ 43975 h 82633"/>
                <a:gd name="connsiteX3" fmla="*/ 70 w 173124"/>
                <a:gd name="connsiteY3" fmla="*/ 3982 h 82633"/>
                <a:gd name="connsiteX4" fmla="*/ 11725 w 173124"/>
                <a:gd name="connsiteY4" fmla="*/ 1724 h 82633"/>
                <a:gd name="connsiteX5" fmla="*/ 102491 w 173124"/>
                <a:gd name="connsiteY5" fmla="*/ 5366 h 82633"/>
                <a:gd name="connsiteX6" fmla="*/ 172934 w 173124"/>
                <a:gd name="connsiteY6" fmla="*/ 58252 h 82633"/>
                <a:gd name="connsiteX7" fmla="*/ 173080 w 173124"/>
                <a:gd name="connsiteY7" fmla="*/ 58544 h 8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124" h="82633">
                  <a:moveTo>
                    <a:pt x="173080" y="58544"/>
                  </a:moveTo>
                  <a:cubicBezTo>
                    <a:pt x="156086" y="71660"/>
                    <a:pt x="135837" y="79896"/>
                    <a:pt x="114512" y="82364"/>
                  </a:cubicBezTo>
                  <a:cubicBezTo>
                    <a:pt x="86611" y="84259"/>
                    <a:pt x="27386" y="67868"/>
                    <a:pt x="10050" y="43975"/>
                  </a:cubicBezTo>
                  <a:cubicBezTo>
                    <a:pt x="2741" y="31966"/>
                    <a:pt x="-740" y="18017"/>
                    <a:pt x="70" y="3982"/>
                  </a:cubicBezTo>
                  <a:cubicBezTo>
                    <a:pt x="3848" y="2756"/>
                    <a:pt x="7763" y="1998"/>
                    <a:pt x="11725" y="1724"/>
                  </a:cubicBezTo>
                  <a:cubicBezTo>
                    <a:pt x="41992" y="-1631"/>
                    <a:pt x="72591" y="-403"/>
                    <a:pt x="102491" y="5366"/>
                  </a:cubicBezTo>
                  <a:cubicBezTo>
                    <a:pt x="131994" y="12578"/>
                    <a:pt x="160478" y="30498"/>
                    <a:pt x="172934" y="58252"/>
                  </a:cubicBezTo>
                  <a:cubicBezTo>
                    <a:pt x="173007" y="58325"/>
                    <a:pt x="173007" y="58471"/>
                    <a:pt x="173080" y="5854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2" name="任意多边形: 形状 41">
              <a:extLst>
                <a:ext uri="{FF2B5EF4-FFF2-40B4-BE49-F238E27FC236}">
                  <a16:creationId xmlns:a16="http://schemas.microsoft.com/office/drawing/2014/main" id="{8B46A674-74C5-4E89-9450-DECB830D5B7A}"/>
                </a:ext>
              </a:extLst>
            </p:cNvPr>
            <p:cNvSpPr/>
            <p:nvPr/>
          </p:nvSpPr>
          <p:spPr>
            <a:xfrm>
              <a:off x="3344611" y="1345824"/>
              <a:ext cx="965073" cy="703983"/>
            </a:xfrm>
            <a:custGeom>
              <a:avLst/>
              <a:gdLst>
                <a:gd name="connsiteX0" fmla="*/ 69846 w 965073"/>
                <a:gd name="connsiteY0" fmla="*/ 636299 h 703983"/>
                <a:gd name="connsiteX1" fmla="*/ 126827 w 965073"/>
                <a:gd name="connsiteY1" fmla="*/ 690058 h 703983"/>
                <a:gd name="connsiteX2" fmla="*/ 215622 w 965073"/>
                <a:gd name="connsiteY2" fmla="*/ 703680 h 703983"/>
                <a:gd name="connsiteX3" fmla="*/ 586674 w 965073"/>
                <a:gd name="connsiteY3" fmla="*/ 662920 h 703983"/>
                <a:gd name="connsiteX4" fmla="*/ 627540 w 965073"/>
                <a:gd name="connsiteY4" fmla="*/ 651966 h 703983"/>
                <a:gd name="connsiteX5" fmla="*/ 668842 w 965073"/>
                <a:gd name="connsiteY5" fmla="*/ 626206 h 703983"/>
                <a:gd name="connsiteX6" fmla="*/ 780505 w 965073"/>
                <a:gd name="connsiteY6" fmla="*/ 528808 h 703983"/>
                <a:gd name="connsiteX7" fmla="*/ 846698 w 965073"/>
                <a:gd name="connsiteY7" fmla="*/ 366471 h 703983"/>
                <a:gd name="connsiteX8" fmla="*/ 905835 w 965073"/>
                <a:gd name="connsiteY8" fmla="*/ 264731 h 703983"/>
                <a:gd name="connsiteX9" fmla="*/ 919315 w 965073"/>
                <a:gd name="connsiteY9" fmla="*/ 215319 h 703983"/>
                <a:gd name="connsiteX10" fmla="*/ 911710 w 965073"/>
                <a:gd name="connsiteY10" fmla="*/ 162260 h 703983"/>
                <a:gd name="connsiteX11" fmla="*/ 954633 w 965073"/>
                <a:gd name="connsiteY11" fmla="*/ 85046 h 703983"/>
                <a:gd name="connsiteX12" fmla="*/ 964842 w 965073"/>
                <a:gd name="connsiteY12" fmla="*/ 71479 h 703983"/>
                <a:gd name="connsiteX13" fmla="*/ 962411 w 965073"/>
                <a:gd name="connsiteY13" fmla="*/ 58255 h 703983"/>
                <a:gd name="connsiteX14" fmla="*/ 891942 w 965073"/>
                <a:gd name="connsiteY14" fmla="*/ 5350 h 703983"/>
                <a:gd name="connsiteX15" fmla="*/ 801146 w 965073"/>
                <a:gd name="connsiteY15" fmla="*/ 1745 h 703983"/>
                <a:gd name="connsiteX16" fmla="*/ 771406 w 965073"/>
                <a:gd name="connsiteY16" fmla="*/ 9644 h 703983"/>
                <a:gd name="connsiteX17" fmla="*/ 750252 w 965073"/>
                <a:gd name="connsiteY17" fmla="*/ 65347 h 703983"/>
                <a:gd name="connsiteX18" fmla="*/ 736430 w 965073"/>
                <a:gd name="connsiteY18" fmla="*/ 90757 h 703983"/>
                <a:gd name="connsiteX19" fmla="*/ 721412 w 965073"/>
                <a:gd name="connsiteY19" fmla="*/ 102500 h 703983"/>
                <a:gd name="connsiteX20" fmla="*/ 691646 w 965073"/>
                <a:gd name="connsiteY20" fmla="*/ 177573 h 703983"/>
                <a:gd name="connsiteX21" fmla="*/ 643943 w 965073"/>
                <a:gd name="connsiteY21" fmla="*/ 277160 h 703983"/>
                <a:gd name="connsiteX22" fmla="*/ 574192 w 965073"/>
                <a:gd name="connsiteY22" fmla="*/ 338566 h 703983"/>
                <a:gd name="connsiteX23" fmla="*/ 565082 w 965073"/>
                <a:gd name="connsiteY23" fmla="*/ 357678 h 703983"/>
                <a:gd name="connsiteX24" fmla="*/ 540727 w 965073"/>
                <a:gd name="connsiteY24" fmla="*/ 365162 h 703983"/>
                <a:gd name="connsiteX25" fmla="*/ 474259 w 965073"/>
                <a:gd name="connsiteY25" fmla="*/ 375254 h 703983"/>
                <a:gd name="connsiteX26" fmla="*/ 395312 w 965073"/>
                <a:gd name="connsiteY26" fmla="*/ 364220 h 703983"/>
                <a:gd name="connsiteX27" fmla="*/ 378466 w 965073"/>
                <a:gd name="connsiteY27" fmla="*/ 365714 h 703983"/>
                <a:gd name="connsiteX28" fmla="*/ 364650 w 965073"/>
                <a:gd name="connsiteY28" fmla="*/ 360899 h 703983"/>
                <a:gd name="connsiteX29" fmla="*/ 333314 w 965073"/>
                <a:gd name="connsiteY29" fmla="*/ 348571 h 703983"/>
                <a:gd name="connsiteX30" fmla="*/ 303585 w 965073"/>
                <a:gd name="connsiteY30" fmla="*/ 360054 h 703983"/>
                <a:gd name="connsiteX31" fmla="*/ 284567 w 965073"/>
                <a:gd name="connsiteY31" fmla="*/ 332197 h 703983"/>
                <a:gd name="connsiteX32" fmla="*/ 255727 w 965073"/>
                <a:gd name="connsiteY32" fmla="*/ 318435 h 703983"/>
                <a:gd name="connsiteX33" fmla="*/ 246199 w 965073"/>
                <a:gd name="connsiteY33" fmla="*/ 296916 h 703983"/>
                <a:gd name="connsiteX34" fmla="*/ 217426 w 965073"/>
                <a:gd name="connsiteY34" fmla="*/ 297958 h 703983"/>
                <a:gd name="connsiteX35" fmla="*/ 148910 w 965073"/>
                <a:gd name="connsiteY35" fmla="*/ 269165 h 703983"/>
                <a:gd name="connsiteX36" fmla="*/ 85350 w 965073"/>
                <a:gd name="connsiteY36" fmla="*/ 250274 h 703983"/>
                <a:gd name="connsiteX37" fmla="*/ 73587 w 965073"/>
                <a:gd name="connsiteY37" fmla="*/ 229286 h 703983"/>
                <a:gd name="connsiteX38" fmla="*/ 58495 w 965073"/>
                <a:gd name="connsiteY38" fmla="*/ 227537 h 703983"/>
                <a:gd name="connsiteX39" fmla="*/ 12854 w 965073"/>
                <a:gd name="connsiteY39" fmla="*/ 241389 h 703983"/>
                <a:gd name="connsiteX40" fmla="*/ 19568 w 965073"/>
                <a:gd name="connsiteY40" fmla="*/ 521032 h 703983"/>
                <a:gd name="connsiteX41" fmla="*/ 69846 w 965073"/>
                <a:gd name="connsiteY41" fmla="*/ 636299 h 703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965073" h="703983">
                  <a:moveTo>
                    <a:pt x="69846" y="636299"/>
                  </a:moveTo>
                  <a:cubicBezTo>
                    <a:pt x="86311" y="656826"/>
                    <a:pt x="103471" y="677935"/>
                    <a:pt x="126827" y="690058"/>
                  </a:cubicBezTo>
                  <a:cubicBezTo>
                    <a:pt x="153699" y="704006"/>
                    <a:pt x="185352" y="704324"/>
                    <a:pt x="215622" y="703680"/>
                  </a:cubicBezTo>
                  <a:cubicBezTo>
                    <a:pt x="340263" y="701021"/>
                    <a:pt x="464427" y="687381"/>
                    <a:pt x="586674" y="662920"/>
                  </a:cubicBezTo>
                  <a:cubicBezTo>
                    <a:pt x="600602" y="660522"/>
                    <a:pt x="614280" y="656856"/>
                    <a:pt x="627540" y="651966"/>
                  </a:cubicBezTo>
                  <a:cubicBezTo>
                    <a:pt x="642237" y="644969"/>
                    <a:pt x="656093" y="636327"/>
                    <a:pt x="668842" y="626206"/>
                  </a:cubicBezTo>
                  <a:cubicBezTo>
                    <a:pt x="709086" y="597273"/>
                    <a:pt x="749903" y="567799"/>
                    <a:pt x="780505" y="528808"/>
                  </a:cubicBezTo>
                  <a:cubicBezTo>
                    <a:pt x="816913" y="481717"/>
                    <a:pt x="839797" y="425593"/>
                    <a:pt x="846698" y="366471"/>
                  </a:cubicBezTo>
                  <a:cubicBezTo>
                    <a:pt x="875806" y="339652"/>
                    <a:pt x="891263" y="301531"/>
                    <a:pt x="905835" y="264731"/>
                  </a:cubicBezTo>
                  <a:cubicBezTo>
                    <a:pt x="913031" y="249120"/>
                    <a:pt x="917586" y="232422"/>
                    <a:pt x="919315" y="215319"/>
                  </a:cubicBezTo>
                  <a:cubicBezTo>
                    <a:pt x="920098" y="197822"/>
                    <a:pt x="908503" y="179479"/>
                    <a:pt x="911710" y="162260"/>
                  </a:cubicBezTo>
                  <a:cubicBezTo>
                    <a:pt x="917325" y="132569"/>
                    <a:pt x="932380" y="105487"/>
                    <a:pt x="954633" y="85046"/>
                  </a:cubicBezTo>
                  <a:cubicBezTo>
                    <a:pt x="959351" y="81681"/>
                    <a:pt x="962917" y="76944"/>
                    <a:pt x="964842" y="71479"/>
                  </a:cubicBezTo>
                  <a:cubicBezTo>
                    <a:pt x="965441" y="66925"/>
                    <a:pt x="964590" y="62298"/>
                    <a:pt x="962411" y="58255"/>
                  </a:cubicBezTo>
                  <a:cubicBezTo>
                    <a:pt x="949955" y="30510"/>
                    <a:pt x="921473" y="12621"/>
                    <a:pt x="891942" y="5350"/>
                  </a:cubicBezTo>
                  <a:cubicBezTo>
                    <a:pt x="862031" y="-418"/>
                    <a:pt x="831420" y="-1633"/>
                    <a:pt x="801146" y="1745"/>
                  </a:cubicBezTo>
                  <a:cubicBezTo>
                    <a:pt x="791054" y="3655"/>
                    <a:pt x="781116" y="6295"/>
                    <a:pt x="771406" y="9644"/>
                  </a:cubicBezTo>
                  <a:lnTo>
                    <a:pt x="750252" y="65347"/>
                  </a:lnTo>
                  <a:cubicBezTo>
                    <a:pt x="747410" y="74664"/>
                    <a:pt x="742708" y="83308"/>
                    <a:pt x="736430" y="90757"/>
                  </a:cubicBezTo>
                  <a:cubicBezTo>
                    <a:pt x="731719" y="95034"/>
                    <a:pt x="726700" y="98959"/>
                    <a:pt x="721412" y="102500"/>
                  </a:cubicBezTo>
                  <a:cubicBezTo>
                    <a:pt x="699612" y="121010"/>
                    <a:pt x="688453" y="149154"/>
                    <a:pt x="691646" y="177573"/>
                  </a:cubicBezTo>
                  <a:cubicBezTo>
                    <a:pt x="651958" y="192980"/>
                    <a:pt x="631074" y="236577"/>
                    <a:pt x="643943" y="277160"/>
                  </a:cubicBezTo>
                  <a:cubicBezTo>
                    <a:pt x="611591" y="284096"/>
                    <a:pt x="585173" y="307354"/>
                    <a:pt x="574192" y="338566"/>
                  </a:cubicBezTo>
                  <a:cubicBezTo>
                    <a:pt x="572686" y="345559"/>
                    <a:pt x="569566" y="352104"/>
                    <a:pt x="565082" y="357678"/>
                  </a:cubicBezTo>
                  <a:cubicBezTo>
                    <a:pt x="558102" y="362970"/>
                    <a:pt x="549474" y="365621"/>
                    <a:pt x="540727" y="365162"/>
                  </a:cubicBezTo>
                  <a:cubicBezTo>
                    <a:pt x="516823" y="366641"/>
                    <a:pt x="495922" y="385466"/>
                    <a:pt x="474259" y="375254"/>
                  </a:cubicBezTo>
                  <a:cubicBezTo>
                    <a:pt x="449651" y="363721"/>
                    <a:pt x="422139" y="359876"/>
                    <a:pt x="395312" y="364220"/>
                  </a:cubicBezTo>
                  <a:cubicBezTo>
                    <a:pt x="389796" y="365518"/>
                    <a:pt x="384123" y="366021"/>
                    <a:pt x="378466" y="365714"/>
                  </a:cubicBezTo>
                  <a:cubicBezTo>
                    <a:pt x="373626" y="364883"/>
                    <a:pt x="368958" y="363256"/>
                    <a:pt x="364650" y="360899"/>
                  </a:cubicBezTo>
                  <a:cubicBezTo>
                    <a:pt x="354895" y="355214"/>
                    <a:pt x="344327" y="351056"/>
                    <a:pt x="333314" y="348571"/>
                  </a:cubicBezTo>
                  <a:cubicBezTo>
                    <a:pt x="322007" y="346213"/>
                    <a:pt x="310370" y="350708"/>
                    <a:pt x="303585" y="360054"/>
                  </a:cubicBezTo>
                  <a:cubicBezTo>
                    <a:pt x="295999" y="351736"/>
                    <a:pt x="291479" y="341083"/>
                    <a:pt x="284567" y="332197"/>
                  </a:cubicBezTo>
                  <a:cubicBezTo>
                    <a:pt x="278319" y="322537"/>
                    <a:pt x="267167" y="317215"/>
                    <a:pt x="255727" y="318435"/>
                  </a:cubicBezTo>
                  <a:cubicBezTo>
                    <a:pt x="262928" y="312019"/>
                    <a:pt x="255557" y="299250"/>
                    <a:pt x="246199" y="296916"/>
                  </a:cubicBezTo>
                  <a:cubicBezTo>
                    <a:pt x="236600" y="296127"/>
                    <a:pt x="226942" y="296477"/>
                    <a:pt x="217426" y="297958"/>
                  </a:cubicBezTo>
                  <a:cubicBezTo>
                    <a:pt x="192408" y="297827"/>
                    <a:pt x="173212" y="275111"/>
                    <a:pt x="148910" y="269165"/>
                  </a:cubicBezTo>
                  <a:cubicBezTo>
                    <a:pt x="126573" y="263699"/>
                    <a:pt x="96801" y="270217"/>
                    <a:pt x="85350" y="250274"/>
                  </a:cubicBezTo>
                  <a:cubicBezTo>
                    <a:pt x="81291" y="243204"/>
                    <a:pt x="80497" y="233615"/>
                    <a:pt x="73587" y="229286"/>
                  </a:cubicBezTo>
                  <a:cubicBezTo>
                    <a:pt x="68907" y="226987"/>
                    <a:pt x="63577" y="226369"/>
                    <a:pt x="58495" y="227537"/>
                  </a:cubicBezTo>
                  <a:cubicBezTo>
                    <a:pt x="42631" y="229648"/>
                    <a:pt x="27216" y="234327"/>
                    <a:pt x="12854" y="241389"/>
                  </a:cubicBezTo>
                  <a:cubicBezTo>
                    <a:pt x="-10569" y="333011"/>
                    <a:pt x="1720" y="428162"/>
                    <a:pt x="19568" y="521032"/>
                  </a:cubicBezTo>
                  <a:cubicBezTo>
                    <a:pt x="26089" y="563152"/>
                    <a:pt x="43411" y="602865"/>
                    <a:pt x="69846" y="636299"/>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3" name="任意多边形: 形状 42">
              <a:extLst>
                <a:ext uri="{FF2B5EF4-FFF2-40B4-BE49-F238E27FC236}">
                  <a16:creationId xmlns:a16="http://schemas.microsoft.com/office/drawing/2014/main" id="{DC87019F-71BC-491B-830B-75A4E99F4976}"/>
                </a:ext>
              </a:extLst>
            </p:cNvPr>
            <p:cNvSpPr/>
            <p:nvPr/>
          </p:nvSpPr>
          <p:spPr>
            <a:xfrm>
              <a:off x="3297316" y="2279710"/>
              <a:ext cx="143431" cy="265743"/>
            </a:xfrm>
            <a:custGeom>
              <a:avLst/>
              <a:gdLst>
                <a:gd name="connsiteX0" fmla="*/ 116437 w 143431"/>
                <a:gd name="connsiteY0" fmla="*/ 30743 h 265743"/>
                <a:gd name="connsiteX1" fmla="*/ -45 w 143431"/>
                <a:gd name="connsiteY1" fmla="*/ 265623 h 265743"/>
                <a:gd name="connsiteX2" fmla="*/ 60036 w 143431"/>
                <a:gd name="connsiteY2" fmla="*/ 221538 h 265743"/>
                <a:gd name="connsiteX3" fmla="*/ 117520 w 143431"/>
                <a:gd name="connsiteY3" fmla="*/ 144315 h 265743"/>
                <a:gd name="connsiteX4" fmla="*/ 139516 w 143431"/>
                <a:gd name="connsiteY4" fmla="*/ 49171 h 265743"/>
                <a:gd name="connsiteX5" fmla="*/ 139630 w 143431"/>
                <a:gd name="connsiteY5" fmla="*/ -120 h 265743"/>
                <a:gd name="connsiteX6" fmla="*/ 116437 w 143431"/>
                <a:gd name="connsiteY6" fmla="*/ 30743 h 265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3431" h="265743">
                  <a:moveTo>
                    <a:pt x="116437" y="30743"/>
                  </a:moveTo>
                  <a:lnTo>
                    <a:pt x="-45" y="265623"/>
                  </a:lnTo>
                  <a:cubicBezTo>
                    <a:pt x="12544" y="243859"/>
                    <a:pt x="39095" y="235455"/>
                    <a:pt x="60036" y="221538"/>
                  </a:cubicBezTo>
                  <a:cubicBezTo>
                    <a:pt x="86706" y="202345"/>
                    <a:pt x="106785" y="175371"/>
                    <a:pt x="117520" y="144315"/>
                  </a:cubicBezTo>
                  <a:cubicBezTo>
                    <a:pt x="128105" y="113442"/>
                    <a:pt x="135476" y="81558"/>
                    <a:pt x="139516" y="49171"/>
                  </a:cubicBezTo>
                  <a:cubicBezTo>
                    <a:pt x="141897" y="34264"/>
                    <a:pt x="146825" y="13378"/>
                    <a:pt x="139630" y="-120"/>
                  </a:cubicBezTo>
                  <a:cubicBezTo>
                    <a:pt x="126240" y="2634"/>
                    <a:pt x="121910" y="19708"/>
                    <a:pt x="116437" y="30743"/>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4" name="任意多边形: 形状 43">
              <a:extLst>
                <a:ext uri="{FF2B5EF4-FFF2-40B4-BE49-F238E27FC236}">
                  <a16:creationId xmlns:a16="http://schemas.microsoft.com/office/drawing/2014/main" id="{45F45ABC-D570-4761-AF1C-BE0638124B3E}"/>
                </a:ext>
              </a:extLst>
            </p:cNvPr>
            <p:cNvSpPr/>
            <p:nvPr/>
          </p:nvSpPr>
          <p:spPr>
            <a:xfrm>
              <a:off x="2795254" y="2464108"/>
              <a:ext cx="331780" cy="376626"/>
            </a:xfrm>
            <a:custGeom>
              <a:avLst/>
              <a:gdLst>
                <a:gd name="connsiteX0" fmla="*/ 283330 w 331780"/>
                <a:gd name="connsiteY0" fmla="*/ 45739 h 376626"/>
                <a:gd name="connsiteX1" fmla="*/ 195944 w 331780"/>
                <a:gd name="connsiteY1" fmla="*/ 113931 h 376626"/>
                <a:gd name="connsiteX2" fmla="*/ 33208 w 331780"/>
                <a:gd name="connsiteY2" fmla="*/ 314007 h 376626"/>
                <a:gd name="connsiteX3" fmla="*/ -45 w 331780"/>
                <a:gd name="connsiteY3" fmla="*/ 374593 h 376626"/>
                <a:gd name="connsiteX4" fmla="*/ 19143 w 331780"/>
                <a:gd name="connsiteY4" fmla="*/ 369628 h 376626"/>
                <a:gd name="connsiteX5" fmla="*/ 110616 w 331780"/>
                <a:gd name="connsiteY5" fmla="*/ 289238 h 376626"/>
                <a:gd name="connsiteX6" fmla="*/ 141123 w 331780"/>
                <a:gd name="connsiteY6" fmla="*/ 258364 h 376626"/>
                <a:gd name="connsiteX7" fmla="*/ 178461 w 331780"/>
                <a:gd name="connsiteY7" fmla="*/ 187884 h 376626"/>
                <a:gd name="connsiteX8" fmla="*/ 234049 w 331780"/>
                <a:gd name="connsiteY8" fmla="*/ 131233 h 376626"/>
                <a:gd name="connsiteX9" fmla="*/ 328064 w 331780"/>
                <a:gd name="connsiteY9" fmla="*/ -120 h 376626"/>
                <a:gd name="connsiteX10" fmla="*/ 283330 w 331780"/>
                <a:gd name="connsiteY10" fmla="*/ 45739 h 376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1780" h="376626">
                  <a:moveTo>
                    <a:pt x="283330" y="45739"/>
                  </a:moveTo>
                  <a:cubicBezTo>
                    <a:pt x="257049" y="71756"/>
                    <a:pt x="224865" y="90883"/>
                    <a:pt x="195944" y="113931"/>
                  </a:cubicBezTo>
                  <a:cubicBezTo>
                    <a:pt x="128403" y="167757"/>
                    <a:pt x="80209" y="241550"/>
                    <a:pt x="33208" y="314007"/>
                  </a:cubicBezTo>
                  <a:cubicBezTo>
                    <a:pt x="19932" y="332919"/>
                    <a:pt x="8780" y="353238"/>
                    <a:pt x="-45" y="374593"/>
                  </a:cubicBezTo>
                  <a:cubicBezTo>
                    <a:pt x="5456" y="379306"/>
                    <a:pt x="13703" y="374410"/>
                    <a:pt x="19143" y="369628"/>
                  </a:cubicBezTo>
                  <a:lnTo>
                    <a:pt x="110616" y="289238"/>
                  </a:lnTo>
                  <a:cubicBezTo>
                    <a:pt x="121843" y="280049"/>
                    <a:pt x="132069" y="269700"/>
                    <a:pt x="141123" y="258364"/>
                  </a:cubicBezTo>
                  <a:cubicBezTo>
                    <a:pt x="156995" y="236983"/>
                    <a:pt x="164037" y="210267"/>
                    <a:pt x="178461" y="187884"/>
                  </a:cubicBezTo>
                  <a:cubicBezTo>
                    <a:pt x="194167" y="166423"/>
                    <a:pt x="212889" y="147343"/>
                    <a:pt x="234049" y="131233"/>
                  </a:cubicBezTo>
                  <a:cubicBezTo>
                    <a:pt x="255037" y="113224"/>
                    <a:pt x="351609" y="31576"/>
                    <a:pt x="328064" y="-120"/>
                  </a:cubicBezTo>
                  <a:cubicBezTo>
                    <a:pt x="311090" y="8432"/>
                    <a:pt x="297217" y="31992"/>
                    <a:pt x="283330" y="45739"/>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5" name="任意多边形: 形状 44">
              <a:extLst>
                <a:ext uri="{FF2B5EF4-FFF2-40B4-BE49-F238E27FC236}">
                  <a16:creationId xmlns:a16="http://schemas.microsoft.com/office/drawing/2014/main" id="{80E52D9B-2B49-4537-8647-B5D010ECD018}"/>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6" name="任意多边形: 形状 45">
              <a:extLst>
                <a:ext uri="{FF2B5EF4-FFF2-40B4-BE49-F238E27FC236}">
                  <a16:creationId xmlns:a16="http://schemas.microsoft.com/office/drawing/2014/main" id="{004CE1D3-9462-4B87-9E10-865DCC6B59AA}"/>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7" name="任意多边形: 形状 46">
              <a:extLst>
                <a:ext uri="{FF2B5EF4-FFF2-40B4-BE49-F238E27FC236}">
                  <a16:creationId xmlns:a16="http://schemas.microsoft.com/office/drawing/2014/main" id="{20AF054D-65B4-4400-A1B9-DC33665CC1DB}"/>
                </a:ext>
              </a:extLst>
            </p:cNvPr>
            <p:cNvSpPr/>
            <p:nvPr/>
          </p:nvSpPr>
          <p:spPr>
            <a:xfrm>
              <a:off x="2700122" y="5196663"/>
              <a:ext cx="741221" cy="283677"/>
            </a:xfrm>
            <a:custGeom>
              <a:avLst/>
              <a:gdLst>
                <a:gd name="connsiteX0" fmla="*/ 719097 w 741221"/>
                <a:gd name="connsiteY0" fmla="*/ 215658 h 283677"/>
                <a:gd name="connsiteX1" fmla="*/ 646396 w 741221"/>
                <a:gd name="connsiteY1" fmla="*/ 247637 h 283677"/>
                <a:gd name="connsiteX2" fmla="*/ 465445 w 741221"/>
                <a:gd name="connsiteY2" fmla="*/ 270001 h 283677"/>
                <a:gd name="connsiteX3" fmla="*/ 406367 w 741221"/>
                <a:gd name="connsiteY3" fmla="*/ 274517 h 283677"/>
                <a:gd name="connsiteX4" fmla="*/ 232993 w 741221"/>
                <a:gd name="connsiteY4" fmla="*/ 283551 h 283677"/>
                <a:gd name="connsiteX5" fmla="*/ 19772 w 741221"/>
                <a:gd name="connsiteY5" fmla="*/ 265120 h 283677"/>
                <a:gd name="connsiteX6" fmla="*/ 38 w 741221"/>
                <a:gd name="connsiteY6" fmla="*/ 248840 h 283677"/>
                <a:gd name="connsiteX7" fmla="*/ 322 w 741221"/>
                <a:gd name="connsiteY7" fmla="*/ 243486 h 283677"/>
                <a:gd name="connsiteX8" fmla="*/ 26546 w 741221"/>
                <a:gd name="connsiteY8" fmla="*/ 29463 h 283677"/>
                <a:gd name="connsiteX9" fmla="*/ 87300 w 741221"/>
                <a:gd name="connsiteY9" fmla="*/ 67998 h 283677"/>
                <a:gd name="connsiteX10" fmla="*/ 134286 w 741221"/>
                <a:gd name="connsiteY10" fmla="*/ 92984 h 283677"/>
                <a:gd name="connsiteX11" fmla="*/ 307733 w 741221"/>
                <a:gd name="connsiteY11" fmla="*/ 27860 h 283677"/>
                <a:gd name="connsiteX12" fmla="*/ 339858 w 741221"/>
                <a:gd name="connsiteY12" fmla="*/ 7973 h 283677"/>
                <a:gd name="connsiteX13" fmla="*/ 365865 w 741221"/>
                <a:gd name="connsiteY13" fmla="*/ 543 h 283677"/>
                <a:gd name="connsiteX14" fmla="*/ 454373 w 741221"/>
                <a:gd name="connsiteY14" fmla="*/ 18463 h 283677"/>
                <a:gd name="connsiteX15" fmla="*/ 556285 w 741221"/>
                <a:gd name="connsiteY15" fmla="*/ 79581 h 283677"/>
                <a:gd name="connsiteX16" fmla="*/ 647634 w 741221"/>
                <a:gd name="connsiteY16" fmla="*/ 108501 h 283677"/>
                <a:gd name="connsiteX17" fmla="*/ 734832 w 741221"/>
                <a:gd name="connsiteY17" fmla="*/ 142957 h 283677"/>
                <a:gd name="connsiteX18" fmla="*/ 734905 w 741221"/>
                <a:gd name="connsiteY18" fmla="*/ 143176 h 283677"/>
                <a:gd name="connsiteX19" fmla="*/ 719097 w 741221"/>
                <a:gd name="connsiteY19" fmla="*/ 215658 h 283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41221" h="283677">
                  <a:moveTo>
                    <a:pt x="719097" y="215658"/>
                  </a:moveTo>
                  <a:cubicBezTo>
                    <a:pt x="699501" y="233943"/>
                    <a:pt x="672548" y="241955"/>
                    <a:pt x="646396" y="247637"/>
                  </a:cubicBezTo>
                  <a:cubicBezTo>
                    <a:pt x="586671" y="259284"/>
                    <a:pt x="526208" y="266757"/>
                    <a:pt x="465445" y="270001"/>
                  </a:cubicBezTo>
                  <a:cubicBezTo>
                    <a:pt x="445777" y="271458"/>
                    <a:pt x="426035" y="272988"/>
                    <a:pt x="406367" y="274517"/>
                  </a:cubicBezTo>
                  <a:cubicBezTo>
                    <a:pt x="348673" y="278889"/>
                    <a:pt x="290905" y="283332"/>
                    <a:pt x="232993" y="283551"/>
                  </a:cubicBezTo>
                  <a:cubicBezTo>
                    <a:pt x="161511" y="283793"/>
                    <a:pt x="90152" y="277625"/>
                    <a:pt x="19772" y="265120"/>
                  </a:cubicBezTo>
                  <a:cubicBezTo>
                    <a:pt x="9827" y="266074"/>
                    <a:pt x="991" y="258785"/>
                    <a:pt x="38" y="248840"/>
                  </a:cubicBezTo>
                  <a:cubicBezTo>
                    <a:pt x="-134" y="247051"/>
                    <a:pt x="-38" y="245246"/>
                    <a:pt x="322" y="243486"/>
                  </a:cubicBezTo>
                  <a:cubicBezTo>
                    <a:pt x="1574" y="171425"/>
                    <a:pt x="10363" y="99694"/>
                    <a:pt x="26546" y="29463"/>
                  </a:cubicBezTo>
                  <a:cubicBezTo>
                    <a:pt x="33249" y="616"/>
                    <a:pt x="84968" y="65303"/>
                    <a:pt x="87300" y="67998"/>
                  </a:cubicBezTo>
                  <a:cubicBezTo>
                    <a:pt x="101651" y="84316"/>
                    <a:pt x="112505" y="91819"/>
                    <a:pt x="134286" y="92984"/>
                  </a:cubicBezTo>
                  <a:cubicBezTo>
                    <a:pt x="193801" y="96263"/>
                    <a:pt x="260456" y="60058"/>
                    <a:pt x="307733" y="27860"/>
                  </a:cubicBezTo>
                  <a:cubicBezTo>
                    <a:pt x="317857" y="20330"/>
                    <a:pt x="328604" y="13677"/>
                    <a:pt x="339858" y="7973"/>
                  </a:cubicBezTo>
                  <a:cubicBezTo>
                    <a:pt x="348126" y="4263"/>
                    <a:pt x="356884" y="1761"/>
                    <a:pt x="365865" y="543"/>
                  </a:cubicBezTo>
                  <a:cubicBezTo>
                    <a:pt x="396486" y="-2280"/>
                    <a:pt x="427262" y="3952"/>
                    <a:pt x="454373" y="18463"/>
                  </a:cubicBezTo>
                  <a:cubicBezTo>
                    <a:pt x="489922" y="36091"/>
                    <a:pt x="521101" y="61442"/>
                    <a:pt x="556285" y="79581"/>
                  </a:cubicBezTo>
                  <a:cubicBezTo>
                    <a:pt x="584895" y="94281"/>
                    <a:pt x="615776" y="104058"/>
                    <a:pt x="647634" y="108501"/>
                  </a:cubicBezTo>
                  <a:cubicBezTo>
                    <a:pt x="679833" y="112944"/>
                    <a:pt x="718295" y="115057"/>
                    <a:pt x="734832" y="142957"/>
                  </a:cubicBezTo>
                  <a:cubicBezTo>
                    <a:pt x="734888" y="143015"/>
                    <a:pt x="734915" y="143096"/>
                    <a:pt x="734905" y="143176"/>
                  </a:cubicBezTo>
                  <a:cubicBezTo>
                    <a:pt x="748454" y="166268"/>
                    <a:pt x="738619" y="197446"/>
                    <a:pt x="719097" y="215658"/>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8" name="任意多边形: 形状 47">
              <a:extLst>
                <a:ext uri="{FF2B5EF4-FFF2-40B4-BE49-F238E27FC236}">
                  <a16:creationId xmlns:a16="http://schemas.microsoft.com/office/drawing/2014/main" id="{EFC78AE2-2980-447A-B75D-F29B38FE3E2B}"/>
                </a:ext>
              </a:extLst>
            </p:cNvPr>
            <p:cNvSpPr/>
            <p:nvPr/>
          </p:nvSpPr>
          <p:spPr>
            <a:xfrm>
              <a:off x="2689828" y="5197325"/>
              <a:ext cx="755498" cy="293676"/>
            </a:xfrm>
            <a:custGeom>
              <a:avLst/>
              <a:gdLst>
                <a:gd name="connsiteX0" fmla="*/ 729391 w 755498"/>
                <a:gd name="connsiteY0" fmla="*/ 225656 h 293676"/>
                <a:gd name="connsiteX1" fmla="*/ 656690 w 755498"/>
                <a:gd name="connsiteY1" fmla="*/ 257636 h 293676"/>
                <a:gd name="connsiteX2" fmla="*/ 475739 w 755498"/>
                <a:gd name="connsiteY2" fmla="*/ 280000 h 293676"/>
                <a:gd name="connsiteX3" fmla="*/ 416662 w 755498"/>
                <a:gd name="connsiteY3" fmla="*/ 284516 h 293676"/>
                <a:gd name="connsiteX4" fmla="*/ 243287 w 755498"/>
                <a:gd name="connsiteY4" fmla="*/ 293549 h 293676"/>
                <a:gd name="connsiteX5" fmla="*/ 30066 w 755498"/>
                <a:gd name="connsiteY5" fmla="*/ 275119 h 293676"/>
                <a:gd name="connsiteX6" fmla="*/ 13165 w 755498"/>
                <a:gd name="connsiteY6" fmla="*/ 266960 h 293676"/>
                <a:gd name="connsiteX7" fmla="*/ -45 w 755498"/>
                <a:gd name="connsiteY7" fmla="*/ 242822 h 293676"/>
                <a:gd name="connsiteX8" fmla="*/ 36840 w 755498"/>
                <a:gd name="connsiteY8" fmla="*/ 28800 h 293676"/>
                <a:gd name="connsiteX9" fmla="*/ 97594 w 755498"/>
                <a:gd name="connsiteY9" fmla="*/ 67335 h 293676"/>
                <a:gd name="connsiteX10" fmla="*/ 144580 w 755498"/>
                <a:gd name="connsiteY10" fmla="*/ 92321 h 293676"/>
                <a:gd name="connsiteX11" fmla="*/ 318027 w 755498"/>
                <a:gd name="connsiteY11" fmla="*/ 27197 h 293676"/>
                <a:gd name="connsiteX12" fmla="*/ 350152 w 755498"/>
                <a:gd name="connsiteY12" fmla="*/ 7310 h 293676"/>
                <a:gd name="connsiteX13" fmla="*/ 376159 w 755498"/>
                <a:gd name="connsiteY13" fmla="*/ -120 h 293676"/>
                <a:gd name="connsiteX14" fmla="*/ 275411 w 755498"/>
                <a:gd name="connsiteY14" fmla="*/ 110169 h 293676"/>
                <a:gd name="connsiteX15" fmla="*/ 63576 w 755498"/>
                <a:gd name="connsiteY15" fmla="*/ 129838 h 293676"/>
                <a:gd name="connsiteX16" fmla="*/ 48569 w 755498"/>
                <a:gd name="connsiteY16" fmla="*/ 133480 h 293676"/>
                <a:gd name="connsiteX17" fmla="*/ 39755 w 755498"/>
                <a:gd name="connsiteY17" fmla="*/ 161599 h 293676"/>
                <a:gd name="connsiteX18" fmla="*/ 57310 w 755498"/>
                <a:gd name="connsiteY18" fmla="*/ 207346 h 293676"/>
                <a:gd name="connsiteX19" fmla="*/ 81058 w 755498"/>
                <a:gd name="connsiteY19" fmla="*/ 212300 h 293676"/>
                <a:gd name="connsiteX20" fmla="*/ 609267 w 755498"/>
                <a:gd name="connsiteY20" fmla="*/ 193796 h 293676"/>
                <a:gd name="connsiteX21" fmla="*/ 695299 w 755498"/>
                <a:gd name="connsiteY21" fmla="*/ 174637 h 293676"/>
                <a:gd name="connsiteX22" fmla="*/ 745198 w 755498"/>
                <a:gd name="connsiteY22" fmla="*/ 142513 h 293676"/>
                <a:gd name="connsiteX23" fmla="*/ 729391 w 755498"/>
                <a:gd name="connsiteY23" fmla="*/ 225656 h 293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55498" h="293676">
                  <a:moveTo>
                    <a:pt x="729391" y="225656"/>
                  </a:moveTo>
                  <a:cubicBezTo>
                    <a:pt x="709795" y="243941"/>
                    <a:pt x="682842" y="251954"/>
                    <a:pt x="656690" y="257636"/>
                  </a:cubicBezTo>
                  <a:cubicBezTo>
                    <a:pt x="596965" y="269283"/>
                    <a:pt x="536502" y="276756"/>
                    <a:pt x="475739" y="280000"/>
                  </a:cubicBezTo>
                  <a:cubicBezTo>
                    <a:pt x="456071" y="281457"/>
                    <a:pt x="436330" y="282987"/>
                    <a:pt x="416662" y="284516"/>
                  </a:cubicBezTo>
                  <a:cubicBezTo>
                    <a:pt x="358967" y="288887"/>
                    <a:pt x="301199" y="293331"/>
                    <a:pt x="243287" y="293549"/>
                  </a:cubicBezTo>
                  <a:cubicBezTo>
                    <a:pt x="171806" y="293792"/>
                    <a:pt x="100446" y="287623"/>
                    <a:pt x="30066" y="275119"/>
                  </a:cubicBezTo>
                  <a:cubicBezTo>
                    <a:pt x="23544" y="274861"/>
                    <a:pt x="17423" y="271906"/>
                    <a:pt x="13165" y="266960"/>
                  </a:cubicBezTo>
                  <a:cubicBezTo>
                    <a:pt x="7608" y="259602"/>
                    <a:pt x="3158" y="251469"/>
                    <a:pt x="-45" y="242822"/>
                  </a:cubicBezTo>
                  <a:cubicBezTo>
                    <a:pt x="1193" y="170850"/>
                    <a:pt x="20668" y="98951"/>
                    <a:pt x="36840" y="28800"/>
                  </a:cubicBezTo>
                  <a:cubicBezTo>
                    <a:pt x="43543" y="-47"/>
                    <a:pt x="95263" y="64640"/>
                    <a:pt x="97594" y="67335"/>
                  </a:cubicBezTo>
                  <a:cubicBezTo>
                    <a:pt x="111945" y="83653"/>
                    <a:pt x="122799" y="91156"/>
                    <a:pt x="144580" y="92321"/>
                  </a:cubicBezTo>
                  <a:cubicBezTo>
                    <a:pt x="204095" y="95600"/>
                    <a:pt x="270750" y="59395"/>
                    <a:pt x="318027" y="27197"/>
                  </a:cubicBezTo>
                  <a:cubicBezTo>
                    <a:pt x="328151" y="19667"/>
                    <a:pt x="338898" y="13014"/>
                    <a:pt x="350152" y="7310"/>
                  </a:cubicBezTo>
                  <a:cubicBezTo>
                    <a:pt x="358420" y="3600"/>
                    <a:pt x="367179" y="1098"/>
                    <a:pt x="376159" y="-120"/>
                  </a:cubicBezTo>
                  <a:cubicBezTo>
                    <a:pt x="368509" y="42713"/>
                    <a:pt x="307100" y="94434"/>
                    <a:pt x="275411" y="110169"/>
                  </a:cubicBezTo>
                  <a:cubicBezTo>
                    <a:pt x="211307" y="142003"/>
                    <a:pt x="135110" y="126122"/>
                    <a:pt x="63576" y="129838"/>
                  </a:cubicBezTo>
                  <a:cubicBezTo>
                    <a:pt x="58339" y="129700"/>
                    <a:pt x="53160" y="130957"/>
                    <a:pt x="48569" y="133480"/>
                  </a:cubicBezTo>
                  <a:cubicBezTo>
                    <a:pt x="39973" y="139162"/>
                    <a:pt x="39463" y="151327"/>
                    <a:pt x="39755" y="161599"/>
                  </a:cubicBezTo>
                  <a:cubicBezTo>
                    <a:pt x="40337" y="178645"/>
                    <a:pt x="42522" y="198677"/>
                    <a:pt x="57310" y="207346"/>
                  </a:cubicBezTo>
                  <a:cubicBezTo>
                    <a:pt x="64708" y="210897"/>
                    <a:pt x="72858" y="212597"/>
                    <a:pt x="81058" y="212300"/>
                  </a:cubicBezTo>
                  <a:cubicBezTo>
                    <a:pt x="257340" y="220017"/>
                    <a:pt x="433957" y="213830"/>
                    <a:pt x="609267" y="193796"/>
                  </a:cubicBezTo>
                  <a:cubicBezTo>
                    <a:pt x="638752" y="191824"/>
                    <a:pt x="667764" y="185363"/>
                    <a:pt x="695299" y="174637"/>
                  </a:cubicBezTo>
                  <a:cubicBezTo>
                    <a:pt x="713291" y="166204"/>
                    <a:pt x="730073" y="155399"/>
                    <a:pt x="745198" y="142513"/>
                  </a:cubicBezTo>
                  <a:cubicBezTo>
                    <a:pt x="767717" y="160206"/>
                    <a:pt x="748913" y="207445"/>
                    <a:pt x="729391" y="225656"/>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9" name="任意多边形: 形状 48">
              <a:extLst>
                <a:ext uri="{FF2B5EF4-FFF2-40B4-BE49-F238E27FC236}">
                  <a16:creationId xmlns:a16="http://schemas.microsoft.com/office/drawing/2014/main" id="{A414C388-B6FA-4F4E-8DF7-F4D0569013D8}"/>
                </a:ext>
              </a:extLst>
            </p:cNvPr>
            <p:cNvSpPr/>
            <p:nvPr/>
          </p:nvSpPr>
          <p:spPr>
            <a:xfrm>
              <a:off x="2857280" y="828932"/>
              <a:ext cx="498126" cy="504805"/>
            </a:xfrm>
            <a:custGeom>
              <a:avLst/>
              <a:gdLst>
                <a:gd name="connsiteX0" fmla="*/ 414644 w 498126"/>
                <a:gd name="connsiteY0" fmla="*/ 284945 h 504805"/>
                <a:gd name="connsiteX1" fmla="*/ 380406 w 498126"/>
                <a:gd name="connsiteY1" fmla="*/ 352036 h 504805"/>
                <a:gd name="connsiteX2" fmla="*/ 300857 w 498126"/>
                <a:gd name="connsiteY2" fmla="*/ 314301 h 504805"/>
                <a:gd name="connsiteX3" fmla="*/ 238793 w 498126"/>
                <a:gd name="connsiteY3" fmla="*/ 403174 h 504805"/>
                <a:gd name="connsiteX4" fmla="*/ 115536 w 498126"/>
                <a:gd name="connsiteY4" fmla="*/ 502755 h 504805"/>
                <a:gd name="connsiteX5" fmla="*/ 81591 w 498126"/>
                <a:gd name="connsiteY5" fmla="*/ 502682 h 504805"/>
                <a:gd name="connsiteX6" fmla="*/ 31108 w 498126"/>
                <a:gd name="connsiteY6" fmla="*/ 444696 h 504805"/>
                <a:gd name="connsiteX7" fmla="*/ 8744 w 498126"/>
                <a:gd name="connsiteY7" fmla="*/ 381029 h 504805"/>
                <a:gd name="connsiteX8" fmla="*/ 657 w 498126"/>
                <a:gd name="connsiteY8" fmla="*/ 334334 h 504805"/>
                <a:gd name="connsiteX9" fmla="*/ 658 w 498126"/>
                <a:gd name="connsiteY9" fmla="*/ 334261 h 504805"/>
                <a:gd name="connsiteX10" fmla="*/ 512 w 498126"/>
                <a:gd name="connsiteY10" fmla="*/ 301990 h 504805"/>
                <a:gd name="connsiteX11" fmla="*/ 87783 w 498126"/>
                <a:gd name="connsiteY11" fmla="*/ 136557 h 504805"/>
                <a:gd name="connsiteX12" fmla="*/ 246004 w 498126"/>
                <a:gd name="connsiteY12" fmla="*/ 29764 h 504805"/>
                <a:gd name="connsiteX13" fmla="*/ 304354 w 498126"/>
                <a:gd name="connsiteY13" fmla="*/ 3757 h 504805"/>
                <a:gd name="connsiteX14" fmla="*/ 365983 w 498126"/>
                <a:gd name="connsiteY14" fmla="*/ 1208 h 504805"/>
                <a:gd name="connsiteX15" fmla="*/ 444366 w 498126"/>
                <a:gd name="connsiteY15" fmla="*/ 19638 h 504805"/>
                <a:gd name="connsiteX16" fmla="*/ 471974 w 498126"/>
                <a:gd name="connsiteY16" fmla="*/ 39015 h 504805"/>
                <a:gd name="connsiteX17" fmla="*/ 495867 w 498126"/>
                <a:gd name="connsiteY17" fmla="*/ 78935 h 504805"/>
                <a:gd name="connsiteX18" fmla="*/ 458425 w 498126"/>
                <a:gd name="connsiteY18" fmla="*/ 189515 h 504805"/>
                <a:gd name="connsiteX19" fmla="*/ 414644 w 498126"/>
                <a:gd name="connsiteY19" fmla="*/ 284945 h 504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98126" h="504805">
                  <a:moveTo>
                    <a:pt x="414644" y="284945"/>
                  </a:moveTo>
                  <a:cubicBezTo>
                    <a:pt x="413623" y="312917"/>
                    <a:pt x="432709" y="367188"/>
                    <a:pt x="380406" y="352036"/>
                  </a:cubicBezTo>
                  <a:cubicBezTo>
                    <a:pt x="349227" y="343003"/>
                    <a:pt x="340413" y="306070"/>
                    <a:pt x="300857" y="314301"/>
                  </a:cubicBezTo>
                  <a:cubicBezTo>
                    <a:pt x="260937" y="322679"/>
                    <a:pt x="252196" y="371267"/>
                    <a:pt x="238793" y="403174"/>
                  </a:cubicBezTo>
                  <a:cubicBezTo>
                    <a:pt x="216626" y="454650"/>
                    <a:pt x="170521" y="491899"/>
                    <a:pt x="115536" y="502755"/>
                  </a:cubicBezTo>
                  <a:cubicBezTo>
                    <a:pt x="104367" y="505354"/>
                    <a:pt x="92748" y="505329"/>
                    <a:pt x="81591" y="502682"/>
                  </a:cubicBezTo>
                  <a:cubicBezTo>
                    <a:pt x="56094" y="495398"/>
                    <a:pt x="41525" y="469100"/>
                    <a:pt x="31108" y="444696"/>
                  </a:cubicBezTo>
                  <a:cubicBezTo>
                    <a:pt x="22087" y="424057"/>
                    <a:pt x="14612" y="402776"/>
                    <a:pt x="8744" y="381029"/>
                  </a:cubicBezTo>
                  <a:cubicBezTo>
                    <a:pt x="4679" y="365732"/>
                    <a:pt x="1973" y="350107"/>
                    <a:pt x="657" y="334334"/>
                  </a:cubicBezTo>
                  <a:lnTo>
                    <a:pt x="658" y="334261"/>
                  </a:lnTo>
                  <a:cubicBezTo>
                    <a:pt x="-228" y="323524"/>
                    <a:pt x="-277" y="312735"/>
                    <a:pt x="512" y="301990"/>
                  </a:cubicBezTo>
                  <a:cubicBezTo>
                    <a:pt x="5248" y="238396"/>
                    <a:pt x="41452" y="180410"/>
                    <a:pt x="87783" y="136557"/>
                  </a:cubicBezTo>
                  <a:cubicBezTo>
                    <a:pt x="134112" y="92703"/>
                    <a:pt x="190423" y="61015"/>
                    <a:pt x="246004" y="29764"/>
                  </a:cubicBezTo>
                  <a:cubicBezTo>
                    <a:pt x="264156" y="18435"/>
                    <a:pt x="283794" y="9682"/>
                    <a:pt x="304354" y="3757"/>
                  </a:cubicBezTo>
                  <a:cubicBezTo>
                    <a:pt x="324634" y="-334"/>
                    <a:pt x="345434" y="-1194"/>
                    <a:pt x="365983" y="1208"/>
                  </a:cubicBezTo>
                  <a:cubicBezTo>
                    <a:pt x="393038" y="2363"/>
                    <a:pt x="419631" y="8616"/>
                    <a:pt x="444366" y="19638"/>
                  </a:cubicBezTo>
                  <a:cubicBezTo>
                    <a:pt x="454507" y="24645"/>
                    <a:pt x="463818" y="31180"/>
                    <a:pt x="471974" y="39015"/>
                  </a:cubicBezTo>
                  <a:cubicBezTo>
                    <a:pt x="483581" y="49772"/>
                    <a:pt x="491871" y="63623"/>
                    <a:pt x="495867" y="78935"/>
                  </a:cubicBezTo>
                  <a:cubicBezTo>
                    <a:pt x="505921" y="120020"/>
                    <a:pt x="479695" y="157026"/>
                    <a:pt x="458425" y="189515"/>
                  </a:cubicBezTo>
                  <a:cubicBezTo>
                    <a:pt x="439483" y="218363"/>
                    <a:pt x="416027" y="248958"/>
                    <a:pt x="414644" y="284945"/>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0" name="任意多边形: 形状 49">
              <a:extLst>
                <a:ext uri="{FF2B5EF4-FFF2-40B4-BE49-F238E27FC236}">
                  <a16:creationId xmlns:a16="http://schemas.microsoft.com/office/drawing/2014/main" id="{BEC86654-3D74-4DFE-B54F-CBF6275080B1}"/>
                </a:ext>
              </a:extLst>
            </p:cNvPr>
            <p:cNvSpPr/>
            <p:nvPr/>
          </p:nvSpPr>
          <p:spPr>
            <a:xfrm>
              <a:off x="4105167" y="1581430"/>
              <a:ext cx="47026" cy="132906"/>
            </a:xfrm>
            <a:custGeom>
              <a:avLst/>
              <a:gdLst>
                <a:gd name="connsiteX0" fmla="*/ 46981 w 47026"/>
                <a:gd name="connsiteY0" fmla="*/ 132786 h 132906"/>
                <a:gd name="connsiteX1" fmla="*/ 2402 w 47026"/>
                <a:gd name="connsiteY1" fmla="*/ -120 h 132906"/>
                <a:gd name="connsiteX2" fmla="*/ 38146 w 47026"/>
                <a:gd name="connsiteY2" fmla="*/ 63809 h 132906"/>
                <a:gd name="connsiteX3" fmla="*/ 46981 w 47026"/>
                <a:gd name="connsiteY3" fmla="*/ 132786 h 132906"/>
              </a:gdLst>
              <a:ahLst/>
              <a:cxnLst>
                <a:cxn ang="0">
                  <a:pos x="connsiteX0" y="connsiteY0"/>
                </a:cxn>
                <a:cxn ang="0">
                  <a:pos x="connsiteX1" y="connsiteY1"/>
                </a:cxn>
                <a:cxn ang="0">
                  <a:pos x="connsiteX2" y="connsiteY2"/>
                </a:cxn>
                <a:cxn ang="0">
                  <a:pos x="connsiteX3" y="connsiteY3"/>
                </a:cxn>
              </a:cxnLst>
              <a:rect l="l" t="t" r="r" b="b"/>
              <a:pathLst>
                <a:path w="47026" h="132906">
                  <a:moveTo>
                    <a:pt x="46981" y="132786"/>
                  </a:moveTo>
                  <a:cubicBezTo>
                    <a:pt x="35786" y="104594"/>
                    <a:pt x="-11194" y="26680"/>
                    <a:pt x="2402" y="-120"/>
                  </a:cubicBezTo>
                  <a:cubicBezTo>
                    <a:pt x="16515" y="19884"/>
                    <a:pt x="28495" y="41310"/>
                    <a:pt x="38146" y="63809"/>
                  </a:cubicBezTo>
                  <a:cubicBezTo>
                    <a:pt x="47024" y="85604"/>
                    <a:pt x="39772" y="114826"/>
                    <a:pt x="46981" y="13278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1" name="任意多边形: 形状 50">
              <a:extLst>
                <a:ext uri="{FF2B5EF4-FFF2-40B4-BE49-F238E27FC236}">
                  <a16:creationId xmlns:a16="http://schemas.microsoft.com/office/drawing/2014/main" id="{7BD1765A-D83C-4204-ADA6-C3BE5DE2977C}"/>
                </a:ext>
              </a:extLst>
            </p:cNvPr>
            <p:cNvSpPr/>
            <p:nvPr/>
          </p:nvSpPr>
          <p:spPr>
            <a:xfrm>
              <a:off x="2901409" y="862431"/>
              <a:ext cx="455206" cy="471307"/>
            </a:xfrm>
            <a:custGeom>
              <a:avLst/>
              <a:gdLst>
                <a:gd name="connsiteX0" fmla="*/ 415455 w 455206"/>
                <a:gd name="connsiteY0" fmla="*/ 156005 h 471307"/>
                <a:gd name="connsiteX1" fmla="*/ 452952 w 455206"/>
                <a:gd name="connsiteY1" fmla="*/ 45406 h 471307"/>
                <a:gd name="connsiteX2" fmla="*/ 422529 w 455206"/>
                <a:gd name="connsiteY2" fmla="*/ -120 h 471307"/>
                <a:gd name="connsiteX3" fmla="*/ 430238 w 455206"/>
                <a:gd name="connsiteY3" fmla="*/ 19073 h 471307"/>
                <a:gd name="connsiteX4" fmla="*/ 392740 w 455206"/>
                <a:gd name="connsiteY4" fmla="*/ 129671 h 471307"/>
                <a:gd name="connsiteX5" fmla="*/ 349002 w 455206"/>
                <a:gd name="connsiteY5" fmla="*/ 225110 h 471307"/>
                <a:gd name="connsiteX6" fmla="*/ 314720 w 455206"/>
                <a:gd name="connsiteY6" fmla="*/ 292210 h 471307"/>
                <a:gd name="connsiteX7" fmla="*/ 235189 w 455206"/>
                <a:gd name="connsiteY7" fmla="*/ 254483 h 471307"/>
                <a:gd name="connsiteX8" fmla="*/ 173143 w 455206"/>
                <a:gd name="connsiteY8" fmla="*/ 343349 h 471307"/>
                <a:gd name="connsiteX9" fmla="*/ 49860 w 455206"/>
                <a:gd name="connsiteY9" fmla="*/ 442937 h 471307"/>
                <a:gd name="connsiteX10" fmla="*/ 15938 w 455206"/>
                <a:gd name="connsiteY10" fmla="*/ 442853 h 471307"/>
                <a:gd name="connsiteX11" fmla="*/ -45 w 455206"/>
                <a:gd name="connsiteY11" fmla="*/ 435005 h 471307"/>
                <a:gd name="connsiteX12" fmla="*/ 38652 w 455206"/>
                <a:gd name="connsiteY12" fmla="*/ 469187 h 471307"/>
                <a:gd name="connsiteX13" fmla="*/ 72574 w 455206"/>
                <a:gd name="connsiteY13" fmla="*/ 469271 h 471307"/>
                <a:gd name="connsiteX14" fmla="*/ 195859 w 455206"/>
                <a:gd name="connsiteY14" fmla="*/ 369683 h 471307"/>
                <a:gd name="connsiteX15" fmla="*/ 257904 w 455206"/>
                <a:gd name="connsiteY15" fmla="*/ 280817 h 471307"/>
                <a:gd name="connsiteX16" fmla="*/ 337434 w 455206"/>
                <a:gd name="connsiteY16" fmla="*/ 318544 h 471307"/>
                <a:gd name="connsiteX17" fmla="*/ 371717 w 455206"/>
                <a:gd name="connsiteY17" fmla="*/ 251443 h 471307"/>
                <a:gd name="connsiteX18" fmla="*/ 415455 w 455206"/>
                <a:gd name="connsiteY18" fmla="*/ 156005 h 47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5206" h="471307">
                  <a:moveTo>
                    <a:pt x="415455" y="156005"/>
                  </a:moveTo>
                  <a:cubicBezTo>
                    <a:pt x="436766" y="123497"/>
                    <a:pt x="462992" y="86495"/>
                    <a:pt x="452952" y="45406"/>
                  </a:cubicBezTo>
                  <a:cubicBezTo>
                    <a:pt x="448026" y="27329"/>
                    <a:pt x="437346" y="11348"/>
                    <a:pt x="422529" y="-120"/>
                  </a:cubicBezTo>
                  <a:cubicBezTo>
                    <a:pt x="425969" y="5893"/>
                    <a:pt x="428563" y="12351"/>
                    <a:pt x="430238" y="19073"/>
                  </a:cubicBezTo>
                  <a:cubicBezTo>
                    <a:pt x="440278" y="60161"/>
                    <a:pt x="414052" y="97164"/>
                    <a:pt x="392740" y="129671"/>
                  </a:cubicBezTo>
                  <a:cubicBezTo>
                    <a:pt x="373828" y="158519"/>
                    <a:pt x="350352" y="189147"/>
                    <a:pt x="349002" y="225110"/>
                  </a:cubicBezTo>
                  <a:cubicBezTo>
                    <a:pt x="347953" y="253061"/>
                    <a:pt x="367073" y="307371"/>
                    <a:pt x="314720" y="292210"/>
                  </a:cubicBezTo>
                  <a:cubicBezTo>
                    <a:pt x="283575" y="283192"/>
                    <a:pt x="274765" y="246230"/>
                    <a:pt x="235189" y="254483"/>
                  </a:cubicBezTo>
                  <a:cubicBezTo>
                    <a:pt x="195265" y="262810"/>
                    <a:pt x="186549" y="311412"/>
                    <a:pt x="173143" y="343349"/>
                  </a:cubicBezTo>
                  <a:cubicBezTo>
                    <a:pt x="150950" y="394817"/>
                    <a:pt x="104843" y="432062"/>
                    <a:pt x="49860" y="442937"/>
                  </a:cubicBezTo>
                  <a:cubicBezTo>
                    <a:pt x="38697" y="445521"/>
                    <a:pt x="27088" y="445492"/>
                    <a:pt x="15938" y="442853"/>
                  </a:cubicBezTo>
                  <a:cubicBezTo>
                    <a:pt x="10194" y="441187"/>
                    <a:pt x="4786" y="438531"/>
                    <a:pt x="-45" y="435005"/>
                  </a:cubicBezTo>
                  <a:cubicBezTo>
                    <a:pt x="7942" y="450980"/>
                    <a:pt x="21814" y="463233"/>
                    <a:pt x="38652" y="469187"/>
                  </a:cubicBezTo>
                  <a:cubicBezTo>
                    <a:pt x="49802" y="471826"/>
                    <a:pt x="61411" y="471855"/>
                    <a:pt x="72574" y="469271"/>
                  </a:cubicBezTo>
                  <a:cubicBezTo>
                    <a:pt x="127558" y="458396"/>
                    <a:pt x="173665" y="421151"/>
                    <a:pt x="195859" y="369683"/>
                  </a:cubicBezTo>
                  <a:cubicBezTo>
                    <a:pt x="209263" y="337746"/>
                    <a:pt x="217978" y="289144"/>
                    <a:pt x="257904" y="280817"/>
                  </a:cubicBezTo>
                  <a:cubicBezTo>
                    <a:pt x="297480" y="272563"/>
                    <a:pt x="306291" y="309526"/>
                    <a:pt x="337434" y="318544"/>
                  </a:cubicBezTo>
                  <a:cubicBezTo>
                    <a:pt x="389788" y="333704"/>
                    <a:pt x="370668" y="279395"/>
                    <a:pt x="371717" y="251443"/>
                  </a:cubicBezTo>
                  <a:cubicBezTo>
                    <a:pt x="373067" y="215481"/>
                    <a:pt x="396543" y="184853"/>
                    <a:pt x="415455" y="156005"/>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2" name="任意多边形: 形状 51">
              <a:extLst>
                <a:ext uri="{FF2B5EF4-FFF2-40B4-BE49-F238E27FC236}">
                  <a16:creationId xmlns:a16="http://schemas.microsoft.com/office/drawing/2014/main" id="{DC0B30A9-4CB1-4144-A37D-DACF71754A67}"/>
                </a:ext>
              </a:extLst>
            </p:cNvPr>
            <p:cNvSpPr/>
            <p:nvPr/>
          </p:nvSpPr>
          <p:spPr>
            <a:xfrm>
              <a:off x="2857279" y="828932"/>
              <a:ext cx="488172" cy="381148"/>
            </a:xfrm>
            <a:custGeom>
              <a:avLst/>
              <a:gdLst>
                <a:gd name="connsiteX0" fmla="*/ 471173 w 488172"/>
                <a:gd name="connsiteY0" fmla="*/ 133934 h 381148"/>
                <a:gd name="connsiteX1" fmla="*/ 455147 w 488172"/>
                <a:gd name="connsiteY1" fmla="*/ 156808 h 381148"/>
                <a:gd name="connsiteX2" fmla="*/ 418140 w 488172"/>
                <a:gd name="connsiteY2" fmla="*/ 195125 h 381148"/>
                <a:gd name="connsiteX3" fmla="*/ 393155 w 488172"/>
                <a:gd name="connsiteY3" fmla="*/ 214720 h 381148"/>
                <a:gd name="connsiteX4" fmla="*/ 342672 w 488172"/>
                <a:gd name="connsiteY4" fmla="*/ 244879 h 381148"/>
                <a:gd name="connsiteX5" fmla="*/ 181098 w 488172"/>
                <a:gd name="connsiteY5" fmla="*/ 302792 h 381148"/>
                <a:gd name="connsiteX6" fmla="*/ 73068 w 488172"/>
                <a:gd name="connsiteY6" fmla="*/ 334189 h 381148"/>
                <a:gd name="connsiteX7" fmla="*/ 8744 w 488172"/>
                <a:gd name="connsiteY7" fmla="*/ 381029 h 381148"/>
                <a:gd name="connsiteX8" fmla="*/ 658 w 488172"/>
                <a:gd name="connsiteY8" fmla="*/ 334334 h 381148"/>
                <a:gd name="connsiteX9" fmla="*/ 658 w 488172"/>
                <a:gd name="connsiteY9" fmla="*/ 334261 h 381148"/>
                <a:gd name="connsiteX10" fmla="*/ 512 w 488172"/>
                <a:gd name="connsiteY10" fmla="*/ 301990 h 381148"/>
                <a:gd name="connsiteX11" fmla="*/ 87783 w 488172"/>
                <a:gd name="connsiteY11" fmla="*/ 136557 h 381148"/>
                <a:gd name="connsiteX12" fmla="*/ 246005 w 488172"/>
                <a:gd name="connsiteY12" fmla="*/ 29764 h 381148"/>
                <a:gd name="connsiteX13" fmla="*/ 304355 w 488172"/>
                <a:gd name="connsiteY13" fmla="*/ 3757 h 381148"/>
                <a:gd name="connsiteX14" fmla="*/ 365984 w 488172"/>
                <a:gd name="connsiteY14" fmla="*/ 1208 h 381148"/>
                <a:gd name="connsiteX15" fmla="*/ 444367 w 488172"/>
                <a:gd name="connsiteY15" fmla="*/ 19638 h 381148"/>
                <a:gd name="connsiteX16" fmla="*/ 471975 w 488172"/>
                <a:gd name="connsiteY16" fmla="*/ 39015 h 381148"/>
                <a:gd name="connsiteX17" fmla="*/ 485816 w 488172"/>
                <a:gd name="connsiteY17" fmla="*/ 68300 h 381148"/>
                <a:gd name="connsiteX18" fmla="*/ 471173 w 488172"/>
                <a:gd name="connsiteY18" fmla="*/ 133934 h 381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8172" h="381148">
                  <a:moveTo>
                    <a:pt x="471173" y="133934"/>
                  </a:moveTo>
                  <a:cubicBezTo>
                    <a:pt x="466282" y="141865"/>
                    <a:pt x="460931" y="149503"/>
                    <a:pt x="455147" y="156808"/>
                  </a:cubicBezTo>
                  <a:cubicBezTo>
                    <a:pt x="444102" y="170766"/>
                    <a:pt x="431706" y="183601"/>
                    <a:pt x="418140" y="195125"/>
                  </a:cubicBezTo>
                  <a:cubicBezTo>
                    <a:pt x="410154" y="202082"/>
                    <a:pt x="401815" y="208623"/>
                    <a:pt x="393155" y="214720"/>
                  </a:cubicBezTo>
                  <a:cubicBezTo>
                    <a:pt x="377103" y="226019"/>
                    <a:pt x="360229" y="236100"/>
                    <a:pt x="342672" y="244879"/>
                  </a:cubicBezTo>
                  <a:cubicBezTo>
                    <a:pt x="291534" y="270666"/>
                    <a:pt x="236171" y="286839"/>
                    <a:pt x="181098" y="302792"/>
                  </a:cubicBezTo>
                  <a:cubicBezTo>
                    <a:pt x="145113" y="313282"/>
                    <a:pt x="109103" y="323747"/>
                    <a:pt x="73068" y="334189"/>
                  </a:cubicBezTo>
                  <a:cubicBezTo>
                    <a:pt x="59810" y="344242"/>
                    <a:pt x="35552" y="362307"/>
                    <a:pt x="8744" y="381029"/>
                  </a:cubicBezTo>
                  <a:cubicBezTo>
                    <a:pt x="4680" y="365732"/>
                    <a:pt x="1973" y="350107"/>
                    <a:pt x="658" y="334334"/>
                  </a:cubicBezTo>
                  <a:lnTo>
                    <a:pt x="658" y="334261"/>
                  </a:lnTo>
                  <a:cubicBezTo>
                    <a:pt x="-228" y="323524"/>
                    <a:pt x="-277" y="312735"/>
                    <a:pt x="512" y="301990"/>
                  </a:cubicBezTo>
                  <a:cubicBezTo>
                    <a:pt x="5248" y="238396"/>
                    <a:pt x="41452" y="180410"/>
                    <a:pt x="87783" y="136557"/>
                  </a:cubicBezTo>
                  <a:cubicBezTo>
                    <a:pt x="134113" y="92703"/>
                    <a:pt x="190423" y="61015"/>
                    <a:pt x="246005" y="29764"/>
                  </a:cubicBezTo>
                  <a:cubicBezTo>
                    <a:pt x="264157" y="18435"/>
                    <a:pt x="283795" y="9682"/>
                    <a:pt x="304355" y="3757"/>
                  </a:cubicBezTo>
                  <a:cubicBezTo>
                    <a:pt x="324635" y="-334"/>
                    <a:pt x="345434" y="-1194"/>
                    <a:pt x="365984" y="1208"/>
                  </a:cubicBezTo>
                  <a:cubicBezTo>
                    <a:pt x="393038" y="2363"/>
                    <a:pt x="419632" y="8616"/>
                    <a:pt x="444367" y="19638"/>
                  </a:cubicBezTo>
                  <a:cubicBezTo>
                    <a:pt x="454507" y="24645"/>
                    <a:pt x="463819" y="31180"/>
                    <a:pt x="471975" y="39015"/>
                  </a:cubicBezTo>
                  <a:cubicBezTo>
                    <a:pt x="478071" y="48005"/>
                    <a:pt x="482740" y="57883"/>
                    <a:pt x="485816" y="68300"/>
                  </a:cubicBezTo>
                  <a:cubicBezTo>
                    <a:pt x="492662" y="90445"/>
                    <a:pt x="483264" y="114265"/>
                    <a:pt x="471173" y="13393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3" name="任意多边形: 形状 52">
              <a:extLst>
                <a:ext uri="{FF2B5EF4-FFF2-40B4-BE49-F238E27FC236}">
                  <a16:creationId xmlns:a16="http://schemas.microsoft.com/office/drawing/2014/main" id="{612E7F94-03F1-442F-A12E-14DB77C40EB3}"/>
                </a:ext>
              </a:extLst>
            </p:cNvPr>
            <p:cNvSpPr/>
            <p:nvPr/>
          </p:nvSpPr>
          <p:spPr>
            <a:xfrm>
              <a:off x="2742316" y="770599"/>
              <a:ext cx="603135" cy="496646"/>
            </a:xfrm>
            <a:custGeom>
              <a:avLst/>
              <a:gdLst>
                <a:gd name="connsiteX0" fmla="*/ 586136 w 603135"/>
                <a:gd name="connsiteY0" fmla="*/ 184982 h 496646"/>
                <a:gd name="connsiteX1" fmla="*/ 570110 w 603135"/>
                <a:gd name="connsiteY1" fmla="*/ 207856 h 496646"/>
                <a:gd name="connsiteX2" fmla="*/ 533104 w 603135"/>
                <a:gd name="connsiteY2" fmla="*/ 246173 h 496646"/>
                <a:gd name="connsiteX3" fmla="*/ 508118 w 603135"/>
                <a:gd name="connsiteY3" fmla="*/ 265769 h 496646"/>
                <a:gd name="connsiteX4" fmla="*/ 457636 w 603135"/>
                <a:gd name="connsiteY4" fmla="*/ 295927 h 496646"/>
                <a:gd name="connsiteX5" fmla="*/ 296062 w 603135"/>
                <a:gd name="connsiteY5" fmla="*/ 353840 h 496646"/>
                <a:gd name="connsiteX6" fmla="*/ 188031 w 603135"/>
                <a:gd name="connsiteY6" fmla="*/ 385237 h 496646"/>
                <a:gd name="connsiteX7" fmla="*/ 3001 w 603135"/>
                <a:gd name="connsiteY7" fmla="*/ 495526 h 496646"/>
                <a:gd name="connsiteX8" fmla="*/ 114935 w 603135"/>
                <a:gd name="connsiteY8" fmla="*/ 384829 h 496646"/>
                <a:gd name="connsiteX9" fmla="*/ 121231 w 603135"/>
                <a:gd name="connsiteY9" fmla="*/ 389608 h 496646"/>
                <a:gd name="connsiteX10" fmla="*/ 86192 w 603135"/>
                <a:gd name="connsiteY10" fmla="*/ 322516 h 496646"/>
                <a:gd name="connsiteX11" fmla="*/ 85099 w 603135"/>
                <a:gd name="connsiteY11" fmla="*/ 185565 h 496646"/>
                <a:gd name="connsiteX12" fmla="*/ 163628 w 603135"/>
                <a:gd name="connsiteY12" fmla="*/ 77461 h 496646"/>
                <a:gd name="connsiteX13" fmla="*/ 216879 w 603135"/>
                <a:gd name="connsiteY13" fmla="*/ 47448 h 496646"/>
                <a:gd name="connsiteX14" fmla="*/ 222051 w 603135"/>
                <a:gd name="connsiteY14" fmla="*/ 40455 h 496646"/>
                <a:gd name="connsiteX15" fmla="*/ 224091 w 603135"/>
                <a:gd name="connsiteY15" fmla="*/ 36740 h 496646"/>
                <a:gd name="connsiteX16" fmla="*/ 229846 w 603135"/>
                <a:gd name="connsiteY16" fmla="*/ 25595 h 496646"/>
                <a:gd name="connsiteX17" fmla="*/ 262335 w 603135"/>
                <a:gd name="connsiteY17" fmla="*/ 20933 h 496646"/>
                <a:gd name="connsiteX18" fmla="*/ 265977 w 603135"/>
                <a:gd name="connsiteY18" fmla="*/ 21297 h 496646"/>
                <a:gd name="connsiteX19" fmla="*/ 272095 w 603135"/>
                <a:gd name="connsiteY19" fmla="*/ 21588 h 496646"/>
                <a:gd name="connsiteX20" fmla="*/ 393094 w 603135"/>
                <a:gd name="connsiteY20" fmla="*/ -120 h 496646"/>
                <a:gd name="connsiteX21" fmla="*/ 516058 w 603135"/>
                <a:gd name="connsiteY21" fmla="*/ 43661 h 496646"/>
                <a:gd name="connsiteX22" fmla="*/ 538787 w 603135"/>
                <a:gd name="connsiteY22" fmla="*/ 53932 h 496646"/>
                <a:gd name="connsiteX23" fmla="*/ 600779 w 603135"/>
                <a:gd name="connsiteY23" fmla="*/ 119348 h 496646"/>
                <a:gd name="connsiteX24" fmla="*/ 586136 w 603135"/>
                <a:gd name="connsiteY24" fmla="*/ 184982 h 496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03135" h="496646">
                  <a:moveTo>
                    <a:pt x="586136" y="184982"/>
                  </a:moveTo>
                  <a:cubicBezTo>
                    <a:pt x="581246" y="192913"/>
                    <a:pt x="575895" y="200551"/>
                    <a:pt x="570110" y="207856"/>
                  </a:cubicBezTo>
                  <a:cubicBezTo>
                    <a:pt x="559065" y="221814"/>
                    <a:pt x="546669" y="234649"/>
                    <a:pt x="533104" y="246173"/>
                  </a:cubicBezTo>
                  <a:cubicBezTo>
                    <a:pt x="525118" y="253130"/>
                    <a:pt x="516778" y="259671"/>
                    <a:pt x="508118" y="265769"/>
                  </a:cubicBezTo>
                  <a:cubicBezTo>
                    <a:pt x="492067" y="277067"/>
                    <a:pt x="475192" y="287148"/>
                    <a:pt x="457636" y="295927"/>
                  </a:cubicBezTo>
                  <a:cubicBezTo>
                    <a:pt x="406497" y="321715"/>
                    <a:pt x="351134" y="337887"/>
                    <a:pt x="296062" y="353840"/>
                  </a:cubicBezTo>
                  <a:cubicBezTo>
                    <a:pt x="260076" y="364330"/>
                    <a:pt x="224066" y="374796"/>
                    <a:pt x="188031" y="385237"/>
                  </a:cubicBezTo>
                  <a:cubicBezTo>
                    <a:pt x="150369" y="413720"/>
                    <a:pt x="24199" y="507182"/>
                    <a:pt x="3001" y="495526"/>
                  </a:cubicBezTo>
                  <a:cubicBezTo>
                    <a:pt x="-21984" y="481758"/>
                    <a:pt x="114935" y="384829"/>
                    <a:pt x="114935" y="384829"/>
                  </a:cubicBezTo>
                  <a:lnTo>
                    <a:pt x="121231" y="389608"/>
                  </a:lnTo>
                  <a:cubicBezTo>
                    <a:pt x="101198" y="377005"/>
                    <a:pt x="90709" y="347794"/>
                    <a:pt x="86192" y="322516"/>
                  </a:cubicBezTo>
                  <a:cubicBezTo>
                    <a:pt x="78179" y="277279"/>
                    <a:pt x="74391" y="230293"/>
                    <a:pt x="85099" y="185565"/>
                  </a:cubicBezTo>
                  <a:cubicBezTo>
                    <a:pt x="95807" y="140910"/>
                    <a:pt x="122688" y="98368"/>
                    <a:pt x="163628" y="77461"/>
                  </a:cubicBezTo>
                  <a:cubicBezTo>
                    <a:pt x="181767" y="68136"/>
                    <a:pt x="203766" y="61799"/>
                    <a:pt x="216879" y="47448"/>
                  </a:cubicBezTo>
                  <a:cubicBezTo>
                    <a:pt x="218866" y="45324"/>
                    <a:pt x="220602" y="42978"/>
                    <a:pt x="222051" y="40455"/>
                  </a:cubicBezTo>
                  <a:cubicBezTo>
                    <a:pt x="222844" y="39282"/>
                    <a:pt x="223527" y="38039"/>
                    <a:pt x="224091" y="36740"/>
                  </a:cubicBezTo>
                  <a:cubicBezTo>
                    <a:pt x="225538" y="32800"/>
                    <a:pt x="227471" y="29056"/>
                    <a:pt x="229846" y="25595"/>
                  </a:cubicBezTo>
                  <a:cubicBezTo>
                    <a:pt x="237349" y="16926"/>
                    <a:pt x="250971" y="19549"/>
                    <a:pt x="262335" y="20933"/>
                  </a:cubicBezTo>
                  <a:cubicBezTo>
                    <a:pt x="263573" y="21078"/>
                    <a:pt x="264738" y="21224"/>
                    <a:pt x="265977" y="21297"/>
                  </a:cubicBezTo>
                  <a:cubicBezTo>
                    <a:pt x="268010" y="21503"/>
                    <a:pt x="270052" y="21600"/>
                    <a:pt x="272095" y="21588"/>
                  </a:cubicBezTo>
                  <a:cubicBezTo>
                    <a:pt x="312671" y="22462"/>
                    <a:pt x="352009" y="-120"/>
                    <a:pt x="393094" y="-120"/>
                  </a:cubicBezTo>
                  <a:cubicBezTo>
                    <a:pt x="438113" y="-193"/>
                    <a:pt x="476429" y="25886"/>
                    <a:pt x="516058" y="43661"/>
                  </a:cubicBezTo>
                  <a:cubicBezTo>
                    <a:pt x="524071" y="47303"/>
                    <a:pt x="531648" y="50581"/>
                    <a:pt x="538787" y="53932"/>
                  </a:cubicBezTo>
                  <a:cubicBezTo>
                    <a:pt x="567415" y="67263"/>
                    <a:pt x="588977" y="81468"/>
                    <a:pt x="600779" y="119348"/>
                  </a:cubicBezTo>
                  <a:cubicBezTo>
                    <a:pt x="607626" y="141493"/>
                    <a:pt x="598228" y="165314"/>
                    <a:pt x="586136" y="18498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4" name="任意多边形: 形状 53">
              <a:extLst>
                <a:ext uri="{FF2B5EF4-FFF2-40B4-BE49-F238E27FC236}">
                  <a16:creationId xmlns:a16="http://schemas.microsoft.com/office/drawing/2014/main" id="{D74C3FA2-ACF1-4903-B0E4-2FB2E18DDA69}"/>
                </a:ext>
              </a:extLst>
            </p:cNvPr>
            <p:cNvSpPr/>
            <p:nvPr/>
          </p:nvSpPr>
          <p:spPr>
            <a:xfrm>
              <a:off x="2959239" y="792015"/>
              <a:ext cx="57769" cy="31222"/>
            </a:xfrm>
            <a:custGeom>
              <a:avLst/>
              <a:gdLst>
                <a:gd name="connsiteX0" fmla="*/ 55173 w 57769"/>
                <a:gd name="connsiteY0" fmla="*/ 172 h 31222"/>
                <a:gd name="connsiteX1" fmla="*/ 50875 w 57769"/>
                <a:gd name="connsiteY1" fmla="*/ 23920 h 31222"/>
                <a:gd name="connsiteX2" fmla="*/ 33829 w 57769"/>
                <a:gd name="connsiteY2" fmla="*/ 29966 h 31222"/>
                <a:gd name="connsiteX3" fmla="*/ 20571 w 57769"/>
                <a:gd name="connsiteY3" fmla="*/ 30986 h 31222"/>
                <a:gd name="connsiteX4" fmla="*/ 3015 w 57769"/>
                <a:gd name="connsiteY4" fmla="*/ 27999 h 31222"/>
                <a:gd name="connsiteX5" fmla="*/ -45 w 57769"/>
                <a:gd name="connsiteY5" fmla="*/ 26032 h 31222"/>
                <a:gd name="connsiteX6" fmla="*/ 5127 w 57769"/>
                <a:gd name="connsiteY6" fmla="*/ 19039 h 31222"/>
                <a:gd name="connsiteX7" fmla="*/ 11246 w 57769"/>
                <a:gd name="connsiteY7" fmla="*/ 19330 h 31222"/>
                <a:gd name="connsiteX8" fmla="*/ 33100 w 57769"/>
                <a:gd name="connsiteY8" fmla="*/ 15615 h 31222"/>
                <a:gd name="connsiteX9" fmla="*/ 41332 w 57769"/>
                <a:gd name="connsiteY9" fmla="*/ 11682 h 31222"/>
                <a:gd name="connsiteX10" fmla="*/ 49053 w 57769"/>
                <a:gd name="connsiteY10" fmla="*/ -120 h 31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69" h="31222">
                  <a:moveTo>
                    <a:pt x="55173" y="172"/>
                  </a:moveTo>
                  <a:cubicBezTo>
                    <a:pt x="59809" y="8062"/>
                    <a:pt x="57982" y="18155"/>
                    <a:pt x="50875" y="23920"/>
                  </a:cubicBezTo>
                  <a:cubicBezTo>
                    <a:pt x="45862" y="27473"/>
                    <a:pt x="39961" y="29567"/>
                    <a:pt x="33829" y="29966"/>
                  </a:cubicBezTo>
                  <a:cubicBezTo>
                    <a:pt x="29433" y="30562"/>
                    <a:pt x="25006" y="30902"/>
                    <a:pt x="20571" y="30986"/>
                  </a:cubicBezTo>
                  <a:cubicBezTo>
                    <a:pt x="14561" y="31470"/>
                    <a:pt x="8526" y="30443"/>
                    <a:pt x="3015" y="27999"/>
                  </a:cubicBezTo>
                  <a:cubicBezTo>
                    <a:pt x="1942" y="27429"/>
                    <a:pt x="919" y="26771"/>
                    <a:pt x="-45" y="26032"/>
                  </a:cubicBezTo>
                  <a:cubicBezTo>
                    <a:pt x="1943" y="23908"/>
                    <a:pt x="3678" y="21561"/>
                    <a:pt x="5127" y="19039"/>
                  </a:cubicBezTo>
                  <a:cubicBezTo>
                    <a:pt x="6147" y="19840"/>
                    <a:pt x="7167" y="19622"/>
                    <a:pt x="11246" y="19330"/>
                  </a:cubicBezTo>
                  <a:cubicBezTo>
                    <a:pt x="18653" y="18970"/>
                    <a:pt x="25990" y="17723"/>
                    <a:pt x="33100" y="15615"/>
                  </a:cubicBezTo>
                  <a:cubicBezTo>
                    <a:pt x="36066" y="14830"/>
                    <a:pt x="38858" y="13496"/>
                    <a:pt x="41332" y="11682"/>
                  </a:cubicBezTo>
                  <a:cubicBezTo>
                    <a:pt x="44977" y="8563"/>
                    <a:pt x="47656" y="4469"/>
                    <a:pt x="49053" y="-120"/>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5" name="任意多边形: 形状 54">
              <a:extLst>
                <a:ext uri="{FF2B5EF4-FFF2-40B4-BE49-F238E27FC236}">
                  <a16:creationId xmlns:a16="http://schemas.microsoft.com/office/drawing/2014/main" id="{3F27BED4-5788-4229-8F79-733F4173DBA6}"/>
                </a:ext>
              </a:extLst>
            </p:cNvPr>
            <p:cNvSpPr/>
            <p:nvPr/>
          </p:nvSpPr>
          <p:spPr>
            <a:xfrm>
              <a:off x="2859995" y="1153962"/>
              <a:ext cx="68540" cy="9864"/>
            </a:xfrm>
            <a:custGeom>
              <a:avLst/>
              <a:gdLst>
                <a:gd name="connsiteX0" fmla="*/ -45 w 68540"/>
                <a:gd name="connsiteY0" fmla="*/ 393 h 9864"/>
                <a:gd name="connsiteX1" fmla="*/ 18643 w 68540"/>
                <a:gd name="connsiteY1" fmla="*/ 7350 h 9864"/>
                <a:gd name="connsiteX2" fmla="*/ 68495 w 68540"/>
                <a:gd name="connsiteY2" fmla="*/ -120 h 9864"/>
              </a:gdLst>
              <a:ahLst/>
              <a:cxnLst>
                <a:cxn ang="0">
                  <a:pos x="connsiteX0" y="connsiteY0"/>
                </a:cxn>
                <a:cxn ang="0">
                  <a:pos x="connsiteX1" y="connsiteY1"/>
                </a:cxn>
                <a:cxn ang="0">
                  <a:pos x="connsiteX2" y="connsiteY2"/>
                </a:cxn>
              </a:cxnLst>
              <a:rect l="l" t="t" r="r" b="b"/>
              <a:pathLst>
                <a:path w="68540" h="9864">
                  <a:moveTo>
                    <a:pt x="-45" y="393"/>
                  </a:moveTo>
                  <a:cubicBezTo>
                    <a:pt x="5654" y="3944"/>
                    <a:pt x="12009" y="6310"/>
                    <a:pt x="18643" y="7350"/>
                  </a:cubicBezTo>
                  <a:cubicBezTo>
                    <a:pt x="35553" y="12266"/>
                    <a:pt x="53768" y="9536"/>
                    <a:pt x="68495" y="-120"/>
                  </a:cubicBezTo>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grpSp>
      <p:sp>
        <p:nvSpPr>
          <p:cNvPr id="59" name="文本框 58">
            <a:extLst>
              <a:ext uri="{FF2B5EF4-FFF2-40B4-BE49-F238E27FC236}">
                <a16:creationId xmlns:a16="http://schemas.microsoft.com/office/drawing/2014/main" id="{B5E92D72-C1EE-4F32-963C-DFA2E159A3AA}"/>
              </a:ext>
            </a:extLst>
          </p:cNvPr>
          <p:cNvSpPr txBox="1"/>
          <p:nvPr/>
        </p:nvSpPr>
        <p:spPr>
          <a:xfrm>
            <a:off x="542580" y="5971405"/>
            <a:ext cx="1457450" cy="338554"/>
          </a:xfrm>
          <a:prstGeom prst="rect">
            <a:avLst/>
          </a:prstGeom>
          <a:noFill/>
        </p:spPr>
        <p:txBody>
          <a:bodyPr wrap="square" lIns="91440" tIns="45720" rIns="91440" bIns="45720" rtlCol="0">
            <a:spAutoFit/>
          </a:bodyPr>
          <a:lstStyle>
            <a:defPPr>
              <a:defRPr lang="zh-CN"/>
            </a:defPPr>
            <a:lvl1pPr algn="just">
              <a:defRPr sz="1600">
                <a:solidFill>
                  <a:schemeClr val="bg2">
                    <a:lumMod val="50000"/>
                  </a:schemeClr>
                </a:solidFill>
                <a:latin typeface="IBM Plex Sans Light" panose="020B0403050203000203" pitchFamily="34" charset="0"/>
                <a:ea typeface="微软雅黑 Light" panose="020B0502040204020203" pitchFamily="34" charset="-122"/>
                <a:cs typeface="Calibri"/>
              </a:defRPr>
            </a:lvl1pPr>
          </a:lstStyle>
          <a:p>
            <a:r>
              <a:rPr lang="zh-CN" altLang="en-US" dirty="0">
                <a:latin typeface="微软雅黑 Light" panose="020B0502040204020203" pitchFamily="34" charset="-122"/>
              </a:rPr>
              <a:t>检错</a:t>
            </a:r>
            <a:r>
              <a:rPr lang="en-US" altLang="zh-CN" dirty="0">
                <a:latin typeface="微软雅黑 Light" panose="020B0502040204020203" pitchFamily="34" charset="-122"/>
              </a:rPr>
              <a:t>==</a:t>
            </a:r>
            <a:r>
              <a:rPr lang="zh-CN" altLang="en-US" dirty="0">
                <a:latin typeface="微软雅黑 Light" panose="020B0502040204020203" pitchFamily="34" charset="-122"/>
              </a:rPr>
              <a:t>纠错？</a:t>
            </a:r>
          </a:p>
        </p:txBody>
      </p:sp>
    </p:spTree>
    <p:extLst>
      <p:ext uri="{BB962C8B-B14F-4D97-AF65-F5344CB8AC3E}">
        <p14:creationId xmlns:p14="http://schemas.microsoft.com/office/powerpoint/2010/main" val="33084796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en-US" altLang="zh-CN" dirty="0"/>
              <a:t>PPP</a:t>
            </a:r>
            <a:r>
              <a:rPr lang="zh-CN" altLang="en-US" dirty="0"/>
              <a:t>的协议组成要素</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Point to Point Protocol </a:t>
            </a:r>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lstStyle/>
          <a:p>
            <a:r>
              <a:rPr lang="zh-CN" altLang="en-US" dirty="0"/>
              <a:t>封帧</a:t>
            </a:r>
          </a:p>
          <a:p>
            <a:r>
              <a:rPr lang="zh-CN" altLang="en-US" dirty="0"/>
              <a:t>链路控制协议</a:t>
            </a:r>
            <a:r>
              <a:rPr lang="en-US" altLang="zh-CN" dirty="0"/>
              <a:t>LCP</a:t>
            </a:r>
          </a:p>
          <a:p>
            <a:r>
              <a:rPr lang="zh-CN" altLang="en-US" dirty="0"/>
              <a:t>网络控制协议</a:t>
            </a:r>
            <a:r>
              <a:rPr lang="en-US" altLang="zh-CN" dirty="0"/>
              <a:t>NCP</a:t>
            </a:r>
            <a:endParaRPr lang="zh-CN" altLang="en-US" dirty="0"/>
          </a:p>
        </p:txBody>
      </p:sp>
    </p:spTree>
    <p:extLst>
      <p:ext uri="{BB962C8B-B14F-4D97-AF65-F5344CB8AC3E}">
        <p14:creationId xmlns:p14="http://schemas.microsoft.com/office/powerpoint/2010/main" val="316367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en-US" altLang="zh-CN" dirty="0"/>
              <a:t>PPP</a:t>
            </a:r>
            <a:r>
              <a:rPr lang="zh-CN" altLang="en-US" dirty="0"/>
              <a:t>的帧格式</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Point to Point Protocol </a:t>
            </a:r>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lstStyle/>
          <a:p>
            <a:r>
              <a:rPr lang="en-US" altLang="zh-CN" dirty="0"/>
              <a:t>F</a:t>
            </a:r>
            <a:r>
              <a:rPr lang="zh-CN" altLang="en-US" dirty="0"/>
              <a:t>字段：</a:t>
            </a:r>
            <a:r>
              <a:rPr lang="en-US" altLang="zh-CN" dirty="0"/>
              <a:t>0x7E</a:t>
            </a:r>
            <a:r>
              <a:rPr lang="zh-CN" altLang="en-US" dirty="0"/>
              <a:t>，即：</a:t>
            </a:r>
            <a:r>
              <a:rPr lang="en-US" altLang="zh-CN" dirty="0"/>
              <a:t>0111 1110</a:t>
            </a:r>
            <a:r>
              <a:rPr lang="zh-CN" altLang="en-US" dirty="0"/>
              <a:t>，标记一个</a:t>
            </a:r>
            <a:r>
              <a:rPr lang="en-US" altLang="zh-CN" dirty="0"/>
              <a:t>PP</a:t>
            </a:r>
            <a:r>
              <a:rPr lang="zh-CN" altLang="en-US" dirty="0"/>
              <a:t>帧的开始和结束，帧界定符</a:t>
            </a:r>
            <a:endParaRPr lang="en-US" altLang="zh-CN" dirty="0"/>
          </a:p>
          <a:p>
            <a:r>
              <a:rPr lang="en-US" altLang="zh-CN" dirty="0"/>
              <a:t>A</a:t>
            </a:r>
            <a:r>
              <a:rPr lang="zh-CN" altLang="en-US" dirty="0"/>
              <a:t>字段：没有指定</a:t>
            </a:r>
            <a:endParaRPr lang="en-US" altLang="zh-CN" dirty="0"/>
          </a:p>
          <a:p>
            <a:r>
              <a:rPr lang="en-US" altLang="zh-CN" dirty="0"/>
              <a:t>C</a:t>
            </a:r>
            <a:r>
              <a:rPr lang="zh-CN" altLang="en-US" dirty="0"/>
              <a:t>字段：没有指定</a:t>
            </a:r>
            <a:endParaRPr lang="en-US" altLang="zh-CN" dirty="0"/>
          </a:p>
          <a:p>
            <a:r>
              <a:rPr lang="zh-CN" altLang="en-US" dirty="0"/>
              <a:t>协议字段：</a:t>
            </a:r>
            <a:r>
              <a:rPr lang="en-US" altLang="zh-CN" dirty="0"/>
              <a:t>ox0021</a:t>
            </a:r>
            <a:r>
              <a:rPr lang="zh-CN" altLang="en-US" dirty="0"/>
              <a:t>（</a:t>
            </a:r>
            <a:r>
              <a:rPr lang="en-US" altLang="zh-CN" dirty="0"/>
              <a:t>IP</a:t>
            </a:r>
            <a:r>
              <a:rPr lang="zh-CN" altLang="en-US" dirty="0"/>
              <a:t>数据报）、</a:t>
            </a:r>
            <a:r>
              <a:rPr lang="en-US" altLang="zh-CN" dirty="0"/>
              <a:t>oxC021</a:t>
            </a:r>
            <a:r>
              <a:rPr lang="zh-CN" altLang="en-US" dirty="0"/>
              <a:t>（链路控制协议）、</a:t>
            </a:r>
            <a:r>
              <a:rPr lang="en-US" altLang="zh-CN" dirty="0"/>
              <a:t>ox8021</a:t>
            </a:r>
            <a:r>
              <a:rPr lang="zh-CN" altLang="en-US" dirty="0"/>
              <a:t>（网络层控制数据）</a:t>
            </a:r>
            <a:endParaRPr lang="en-US" altLang="zh-CN" dirty="0"/>
          </a:p>
          <a:p>
            <a:r>
              <a:rPr lang="en-US" altLang="zh-CN" dirty="0"/>
              <a:t>FCS</a:t>
            </a:r>
            <a:r>
              <a:rPr lang="zh-CN" altLang="en-US" dirty="0"/>
              <a:t>：帧校验序列</a:t>
            </a:r>
          </a:p>
        </p:txBody>
      </p:sp>
      <p:graphicFrame>
        <p:nvGraphicFramePr>
          <p:cNvPr id="5" name="表格 4">
            <a:extLst>
              <a:ext uri="{FF2B5EF4-FFF2-40B4-BE49-F238E27FC236}">
                <a16:creationId xmlns:a16="http://schemas.microsoft.com/office/drawing/2014/main" id="{D66C2F70-9781-4DF9-A9F3-0305BF8980AB}"/>
              </a:ext>
            </a:extLst>
          </p:cNvPr>
          <p:cNvGraphicFramePr>
            <a:graphicFrameLocks noGrp="1" noChangeAspect="1"/>
          </p:cNvGraphicFramePr>
          <p:nvPr>
            <p:extLst>
              <p:ext uri="{D42A27DB-BD31-4B8C-83A1-F6EECF244321}">
                <p14:modId xmlns:p14="http://schemas.microsoft.com/office/powerpoint/2010/main" val="2899944814"/>
              </p:ext>
            </p:extLst>
          </p:nvPr>
        </p:nvGraphicFramePr>
        <p:xfrm>
          <a:off x="4026000" y="3658425"/>
          <a:ext cx="5039400" cy="1439999"/>
        </p:xfrm>
        <a:graphic>
          <a:graphicData uri="http://schemas.openxmlformats.org/drawingml/2006/table">
            <a:tbl>
              <a:tblPr firstRow="1" firstCol="1" bandRow="1"/>
              <a:tblGrid>
                <a:gridCol w="468000">
                  <a:extLst>
                    <a:ext uri="{9D8B030D-6E8A-4147-A177-3AD203B41FA5}">
                      <a16:colId xmlns:a16="http://schemas.microsoft.com/office/drawing/2014/main" val="2259479152"/>
                    </a:ext>
                  </a:extLst>
                </a:gridCol>
                <a:gridCol w="468000">
                  <a:extLst>
                    <a:ext uri="{9D8B030D-6E8A-4147-A177-3AD203B41FA5}">
                      <a16:colId xmlns:a16="http://schemas.microsoft.com/office/drawing/2014/main" val="1750968587"/>
                    </a:ext>
                  </a:extLst>
                </a:gridCol>
                <a:gridCol w="468000">
                  <a:extLst>
                    <a:ext uri="{9D8B030D-6E8A-4147-A177-3AD203B41FA5}">
                      <a16:colId xmlns:a16="http://schemas.microsoft.com/office/drawing/2014/main" val="2609119287"/>
                    </a:ext>
                  </a:extLst>
                </a:gridCol>
                <a:gridCol w="936000">
                  <a:extLst>
                    <a:ext uri="{9D8B030D-6E8A-4147-A177-3AD203B41FA5}">
                      <a16:colId xmlns:a16="http://schemas.microsoft.com/office/drawing/2014/main" val="2482875602"/>
                    </a:ext>
                  </a:extLst>
                </a:gridCol>
                <a:gridCol w="1295400">
                  <a:extLst>
                    <a:ext uri="{9D8B030D-6E8A-4147-A177-3AD203B41FA5}">
                      <a16:colId xmlns:a16="http://schemas.microsoft.com/office/drawing/2014/main" val="3206019414"/>
                    </a:ext>
                  </a:extLst>
                </a:gridCol>
                <a:gridCol w="936000">
                  <a:extLst>
                    <a:ext uri="{9D8B030D-6E8A-4147-A177-3AD203B41FA5}">
                      <a16:colId xmlns:a16="http://schemas.microsoft.com/office/drawing/2014/main" val="3303275222"/>
                    </a:ext>
                  </a:extLst>
                </a:gridCol>
                <a:gridCol w="468000">
                  <a:extLst>
                    <a:ext uri="{9D8B030D-6E8A-4147-A177-3AD203B41FA5}">
                      <a16:colId xmlns:a16="http://schemas.microsoft.com/office/drawing/2014/main" val="1685930520"/>
                    </a:ext>
                  </a:extLst>
                </a:gridCol>
              </a:tblGrid>
              <a:tr h="205711">
                <a:tc gridSpan="4">
                  <a:txBody>
                    <a:bodyPr/>
                    <a:lstStyle/>
                    <a:p>
                      <a:pPr algn="ctr"/>
                      <a:r>
                        <a:rPr lang="zh-CN" alt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a:t>
                      </a:r>
                      <a:r>
                        <a:rPr lang="en-US" alt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Header</a:t>
                      </a:r>
                      <a:r>
                        <a:rPr lang="zh-CN" alt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a:txBody>
                    <a:bodyPr/>
                    <a:lstStyle/>
                    <a:p>
                      <a:pPr algn="ctr"/>
                      <a:r>
                        <a:rPr lang="zh-CN" alt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a:t>
                      </a:r>
                      <a:r>
                        <a:rPr lang="en-US" alt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Data</a:t>
                      </a:r>
                      <a:r>
                        <a:rPr lang="zh-CN" alt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ctr"/>
                      <a:r>
                        <a:rPr lang="zh-CN" alt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a:t>
                      </a:r>
                      <a:r>
                        <a:rPr lang="en-US" alt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Tail</a:t>
                      </a:r>
                      <a:r>
                        <a:rPr lang="zh-CN" alt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zh-CN" altLang="en-US"/>
                    </a:p>
                  </a:txBody>
                  <a:tcPr/>
                </a:tc>
                <a:extLst>
                  <a:ext uri="{0D108BD9-81ED-4DB2-BD59-A6C34878D82A}">
                    <a16:rowId xmlns:a16="http://schemas.microsoft.com/office/drawing/2014/main" val="1786751167"/>
                  </a:ext>
                </a:extLst>
              </a:tr>
              <a:tr h="205711">
                <a:tc gridSpan="4">
                  <a:txBody>
                    <a:bodyPr/>
                    <a:lstStyle/>
                    <a:p>
                      <a:pPr algn="ct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a:txBody>
                    <a:bodyPr/>
                    <a:lstStyle/>
                    <a:p>
                      <a:pPr algn="ct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0000"/>
                      </a:solidFill>
                      <a:prstDash val="solid"/>
                      <a:round/>
                      <a:headEnd type="none" w="med" len="med"/>
                      <a:tailEnd type="none" w="med" len="med"/>
                    </a:lnB>
                  </a:tcPr>
                </a:tc>
                <a:tc gridSpan="2">
                  <a:txBody>
                    <a:bodyPr/>
                    <a:lstStyle/>
                    <a:p>
                      <a:pPr algn="ct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3719236443"/>
                  </a:ext>
                </a:extLst>
              </a:tr>
              <a:tr h="411433">
                <a:tc>
                  <a:txBody>
                    <a:bodyPr/>
                    <a:lstStyle/>
                    <a:p>
                      <a:pPr algn="ctr"/>
                      <a:r>
                        <a:rPr lang="en-US" alt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rPr>
                        <a:t>F</a:t>
                      </a:r>
                      <a:endParaRPr 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lt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rPr>
                        <a:t>A</a:t>
                      </a:r>
                      <a:endParaRPr 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lt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rPr>
                        <a:t>C</a:t>
                      </a:r>
                      <a:endParaRPr 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lt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rPr>
                        <a:t>Protocol</a:t>
                      </a:r>
                      <a:endParaRPr 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lt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rPr>
                        <a:t>Data</a:t>
                      </a:r>
                      <a:endParaRPr 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lt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rPr>
                        <a:t>FCS</a:t>
                      </a:r>
                      <a:endParaRPr 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ltLang="zh-CN" sz="1200" b="1" kern="100" baseline="0" dirty="0">
                          <a:solidFill>
                            <a:sysClr val="windowText" lastClr="000000"/>
                          </a:solidFill>
                          <a:effectLst/>
                          <a:latin typeface="Courier New" panose="02070309020205020404" pitchFamily="49" charset="0"/>
                          <a:ea typeface="微软雅黑" panose="020B0503020204020204" pitchFamily="34" charset="-122"/>
                          <a:cs typeface="Poppins Light" panose="00000400000000000000" pitchFamily="2" charset="0"/>
                        </a:rPr>
                        <a:t>F</a:t>
                      </a:r>
                      <a:endParaRPr lang="zh-CN" sz="1200" b="1" kern="100" baseline="0" dirty="0">
                        <a:solidFill>
                          <a:sysClr val="windowText" lastClr="000000"/>
                        </a:solidFill>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85812481"/>
                  </a:ext>
                </a:extLst>
              </a:tr>
              <a:tr h="411433">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7E</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FF</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03</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200" b="0" kern="100" baseline="0" dirty="0">
                          <a:solidFill>
                            <a:sysClr val="windowText" lastClr="000000"/>
                          </a:solidFill>
                          <a:effectLst/>
                          <a:latin typeface="Courier New" panose="02070309020205020404" pitchFamily="49" charset="0"/>
                          <a:ea typeface="微软雅黑" panose="020B0503020204020204" pitchFamily="34" charset="-122"/>
                          <a:cs typeface="Poppins Light" panose="00000400000000000000" pitchFamily="2" charset="0"/>
                        </a:rPr>
                        <a:t>7E</a:t>
                      </a:r>
                      <a:endParaRPr lang="zh-CN" sz="1200" b="0" kern="100" baseline="0" dirty="0">
                        <a:solidFill>
                          <a:sysClr val="windowText" lastClr="000000"/>
                        </a:solidFill>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90558345"/>
                  </a:ext>
                </a:extLst>
              </a:tr>
              <a:tr h="205711">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1</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1</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1</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2</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a:t>
                      </a: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1500</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2</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1</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565131128"/>
                  </a:ext>
                </a:extLst>
              </a:tr>
            </a:tbl>
          </a:graphicData>
        </a:graphic>
      </p:graphicFrame>
      <p:grpSp>
        <p:nvGrpSpPr>
          <p:cNvPr id="6" name="组合 5">
            <a:extLst>
              <a:ext uri="{FF2B5EF4-FFF2-40B4-BE49-F238E27FC236}">
                <a16:creationId xmlns:a16="http://schemas.microsoft.com/office/drawing/2014/main" id="{7A08F072-9B45-4E11-964E-3AB1882ACA28}"/>
              </a:ext>
            </a:extLst>
          </p:cNvPr>
          <p:cNvGrpSpPr>
            <a:grpSpLocks noChangeAspect="1"/>
          </p:cNvGrpSpPr>
          <p:nvPr/>
        </p:nvGrpSpPr>
        <p:grpSpPr>
          <a:xfrm>
            <a:off x="238125" y="5229959"/>
            <a:ext cx="429262" cy="1080000"/>
            <a:chOff x="2502883" y="745871"/>
            <a:chExt cx="1886020" cy="4745130"/>
          </a:xfrm>
        </p:grpSpPr>
        <p:sp>
          <p:nvSpPr>
            <p:cNvPr id="7" name="任意多边形: 形状 6">
              <a:extLst>
                <a:ext uri="{FF2B5EF4-FFF2-40B4-BE49-F238E27FC236}">
                  <a16:creationId xmlns:a16="http://schemas.microsoft.com/office/drawing/2014/main" id="{A46053DD-C9ED-4E5F-A901-F2D21DEE298F}"/>
                </a:ext>
              </a:extLst>
            </p:cNvPr>
            <p:cNvSpPr/>
            <p:nvPr/>
          </p:nvSpPr>
          <p:spPr>
            <a:xfrm>
              <a:off x="2502883" y="745871"/>
              <a:ext cx="1886020" cy="4734469"/>
            </a:xfrm>
            <a:custGeom>
              <a:avLst/>
              <a:gdLst>
                <a:gd name="connsiteX0" fmla="*/ 1884245 w 1886020"/>
                <a:gd name="connsiteY0" fmla="*/ 523393 h 4734469"/>
                <a:gd name="connsiteX1" fmla="*/ 1874265 w 1886020"/>
                <a:gd name="connsiteY1" fmla="*/ 495786 h 4734469"/>
                <a:gd name="connsiteX2" fmla="*/ 1867783 w 1886020"/>
                <a:gd name="connsiteY2" fmla="*/ 465103 h 4734469"/>
                <a:gd name="connsiteX3" fmla="*/ 1850007 w 1886020"/>
                <a:gd name="connsiteY3" fmla="*/ 460490 h 4734469"/>
                <a:gd name="connsiteX4" fmla="*/ 1844762 w 1886020"/>
                <a:gd name="connsiteY4" fmla="*/ 448260 h 4734469"/>
                <a:gd name="connsiteX5" fmla="*/ 1805863 w 1886020"/>
                <a:gd name="connsiteY5" fmla="*/ 417944 h 4734469"/>
                <a:gd name="connsiteX6" fmla="*/ 1870331 w 1886020"/>
                <a:gd name="connsiteY6" fmla="*/ 358921 h 4734469"/>
                <a:gd name="connsiteX7" fmla="*/ 1861299 w 1886020"/>
                <a:gd name="connsiteY7" fmla="*/ 324137 h 4734469"/>
                <a:gd name="connsiteX8" fmla="*/ 1851393 w 1886020"/>
                <a:gd name="connsiteY8" fmla="*/ 326774 h 4734469"/>
                <a:gd name="connsiteX9" fmla="*/ 1796830 w 1886020"/>
                <a:gd name="connsiteY9" fmla="*/ 349255 h 4734469"/>
                <a:gd name="connsiteX10" fmla="*/ 1765943 w 1886020"/>
                <a:gd name="connsiteY10" fmla="*/ 363534 h 4734469"/>
                <a:gd name="connsiteX11" fmla="*/ 1693315 w 1886020"/>
                <a:gd name="connsiteY11" fmla="*/ 436543 h 4734469"/>
                <a:gd name="connsiteX12" fmla="*/ 1648150 w 1886020"/>
                <a:gd name="connsiteY12" fmla="*/ 518706 h 4734469"/>
                <a:gd name="connsiteX13" fmla="*/ 1638535 w 1886020"/>
                <a:gd name="connsiteY13" fmla="*/ 574946 h 4734469"/>
                <a:gd name="connsiteX14" fmla="*/ 1638663 w 1886020"/>
                <a:gd name="connsiteY14" fmla="*/ 580662 h 4734469"/>
                <a:gd name="connsiteX15" fmla="*/ 1613134 w 1886020"/>
                <a:gd name="connsiteY15" fmla="*/ 587941 h 4734469"/>
                <a:gd name="connsiteX16" fmla="*/ 1591981 w 1886020"/>
                <a:gd name="connsiteY16" fmla="*/ 643937 h 4734469"/>
                <a:gd name="connsiteX17" fmla="*/ 1578159 w 1886020"/>
                <a:gd name="connsiteY17" fmla="*/ 669479 h 4734469"/>
                <a:gd name="connsiteX18" fmla="*/ 1563141 w 1886020"/>
                <a:gd name="connsiteY18" fmla="*/ 681284 h 4734469"/>
                <a:gd name="connsiteX19" fmla="*/ 1533375 w 1886020"/>
                <a:gd name="connsiteY19" fmla="*/ 756751 h 4734469"/>
                <a:gd name="connsiteX20" fmla="*/ 1485671 w 1886020"/>
                <a:gd name="connsiteY20" fmla="*/ 856861 h 4734469"/>
                <a:gd name="connsiteX21" fmla="*/ 1415921 w 1886020"/>
                <a:gd name="connsiteY21" fmla="*/ 918590 h 4734469"/>
                <a:gd name="connsiteX22" fmla="*/ 1406812 w 1886020"/>
                <a:gd name="connsiteY22" fmla="*/ 937801 h 4734469"/>
                <a:gd name="connsiteX23" fmla="*/ 1382456 w 1886020"/>
                <a:gd name="connsiteY23" fmla="*/ 945325 h 4734469"/>
                <a:gd name="connsiteX24" fmla="*/ 1315988 w 1886020"/>
                <a:gd name="connsiteY24" fmla="*/ 955470 h 4734469"/>
                <a:gd name="connsiteX25" fmla="*/ 1237040 w 1886020"/>
                <a:gd name="connsiteY25" fmla="*/ 944378 h 4734469"/>
                <a:gd name="connsiteX26" fmla="*/ 1220194 w 1886020"/>
                <a:gd name="connsiteY26" fmla="*/ 945880 h 4734469"/>
                <a:gd name="connsiteX27" fmla="*/ 1206377 w 1886020"/>
                <a:gd name="connsiteY27" fmla="*/ 941040 h 4734469"/>
                <a:gd name="connsiteX28" fmla="*/ 1175042 w 1886020"/>
                <a:gd name="connsiteY28" fmla="*/ 928647 h 4734469"/>
                <a:gd name="connsiteX29" fmla="*/ 1145313 w 1886020"/>
                <a:gd name="connsiteY29" fmla="*/ 940191 h 4734469"/>
                <a:gd name="connsiteX30" fmla="*/ 1126295 w 1886020"/>
                <a:gd name="connsiteY30" fmla="*/ 912187 h 4734469"/>
                <a:gd name="connsiteX31" fmla="*/ 1097455 w 1886020"/>
                <a:gd name="connsiteY31" fmla="*/ 898352 h 4734469"/>
                <a:gd name="connsiteX32" fmla="*/ 1087927 w 1886020"/>
                <a:gd name="connsiteY32" fmla="*/ 876721 h 4734469"/>
                <a:gd name="connsiteX33" fmla="*/ 1059155 w 1886020"/>
                <a:gd name="connsiteY33" fmla="*/ 877769 h 4734469"/>
                <a:gd name="connsiteX34" fmla="*/ 990638 w 1886020"/>
                <a:gd name="connsiteY34" fmla="*/ 848823 h 4734469"/>
                <a:gd name="connsiteX35" fmla="*/ 927078 w 1886020"/>
                <a:gd name="connsiteY35" fmla="*/ 829834 h 4734469"/>
                <a:gd name="connsiteX36" fmla="*/ 917154 w 1886020"/>
                <a:gd name="connsiteY36" fmla="*/ 810211 h 4734469"/>
                <a:gd name="connsiteX37" fmla="*/ 909914 w 1886020"/>
                <a:gd name="connsiteY37" fmla="*/ 795381 h 4734469"/>
                <a:gd name="connsiteX38" fmla="*/ 871407 w 1886020"/>
                <a:gd name="connsiteY38" fmla="*/ 783885 h 4734469"/>
                <a:gd name="connsiteX39" fmla="*/ 826658 w 1886020"/>
                <a:gd name="connsiteY39" fmla="*/ 791587 h 4734469"/>
                <a:gd name="connsiteX40" fmla="*/ 825164 w 1886020"/>
                <a:gd name="connsiteY40" fmla="*/ 785828 h 4734469"/>
                <a:gd name="connsiteX41" fmla="*/ 775558 w 1886020"/>
                <a:gd name="connsiteY41" fmla="*/ 724921 h 4734469"/>
                <a:gd name="connsiteX42" fmla="*/ 716782 w 1886020"/>
                <a:gd name="connsiteY42" fmla="*/ 701026 h 4734469"/>
                <a:gd name="connsiteX43" fmla="*/ 716446 w 1886020"/>
                <a:gd name="connsiteY43" fmla="*/ 695553 h 4734469"/>
                <a:gd name="connsiteX44" fmla="*/ 728319 w 1886020"/>
                <a:gd name="connsiteY44" fmla="*/ 619469 h 4734469"/>
                <a:gd name="connsiteX45" fmla="*/ 731107 w 1886020"/>
                <a:gd name="connsiteY45" fmla="*/ 611455 h 4734469"/>
                <a:gd name="connsiteX46" fmla="*/ 925349 w 1886020"/>
                <a:gd name="connsiteY46" fmla="*/ 278594 h 4734469"/>
                <a:gd name="connsiteX47" fmla="*/ 853616 w 1886020"/>
                <a:gd name="connsiteY47" fmla="*/ 154334 h 4734469"/>
                <a:gd name="connsiteX48" fmla="*/ 851478 w 1886020"/>
                <a:gd name="connsiteY48" fmla="*/ 137960 h 4734469"/>
                <a:gd name="connsiteX49" fmla="*/ 835001 w 1886020"/>
                <a:gd name="connsiteY49" fmla="*/ 106065 h 4734469"/>
                <a:gd name="connsiteX50" fmla="*/ 778219 w 1886020"/>
                <a:gd name="connsiteY50" fmla="*/ 54216 h 4734469"/>
                <a:gd name="connsiteX51" fmla="*/ 755492 w 1886020"/>
                <a:gd name="connsiteY51" fmla="*/ 43891 h 4734469"/>
                <a:gd name="connsiteX52" fmla="*/ 632527 w 1886020"/>
                <a:gd name="connsiteY52" fmla="*/ -120 h 4734469"/>
                <a:gd name="connsiteX53" fmla="*/ 511529 w 1886020"/>
                <a:gd name="connsiteY53" fmla="*/ 21702 h 4734469"/>
                <a:gd name="connsiteX54" fmla="*/ 508469 w 1886020"/>
                <a:gd name="connsiteY54" fmla="*/ 21555 h 4734469"/>
                <a:gd name="connsiteX55" fmla="*/ 505410 w 1886020"/>
                <a:gd name="connsiteY55" fmla="*/ 21409 h 4734469"/>
                <a:gd name="connsiteX56" fmla="*/ 501768 w 1886020"/>
                <a:gd name="connsiteY56" fmla="*/ 21043 h 4734469"/>
                <a:gd name="connsiteX57" fmla="*/ 469278 w 1886020"/>
                <a:gd name="connsiteY57" fmla="*/ 25730 h 4734469"/>
                <a:gd name="connsiteX58" fmla="*/ 463524 w 1886020"/>
                <a:gd name="connsiteY58" fmla="*/ 36933 h 4734469"/>
                <a:gd name="connsiteX59" fmla="*/ 461484 w 1886020"/>
                <a:gd name="connsiteY59" fmla="*/ 40668 h 4734469"/>
                <a:gd name="connsiteX60" fmla="*/ 461484 w 1886020"/>
                <a:gd name="connsiteY60" fmla="*/ 40668 h 4734469"/>
                <a:gd name="connsiteX61" fmla="*/ 456312 w 1886020"/>
                <a:gd name="connsiteY61" fmla="*/ 47698 h 4734469"/>
                <a:gd name="connsiteX62" fmla="*/ 456312 w 1886020"/>
                <a:gd name="connsiteY62" fmla="*/ 47698 h 4734469"/>
                <a:gd name="connsiteX63" fmla="*/ 403061 w 1886020"/>
                <a:gd name="connsiteY63" fmla="*/ 77869 h 4734469"/>
                <a:gd name="connsiteX64" fmla="*/ 324532 w 1886020"/>
                <a:gd name="connsiteY64" fmla="*/ 186540 h 4734469"/>
                <a:gd name="connsiteX65" fmla="*/ 325625 w 1886020"/>
                <a:gd name="connsiteY65" fmla="*/ 324210 h 4734469"/>
                <a:gd name="connsiteX66" fmla="*/ 354726 w 1886020"/>
                <a:gd name="connsiteY66" fmla="*/ 387041 h 4734469"/>
                <a:gd name="connsiteX67" fmla="*/ 354729 w 1886020"/>
                <a:gd name="connsiteY67" fmla="*/ 387125 h 4734469"/>
                <a:gd name="connsiteX68" fmla="*/ 354368 w 1886020"/>
                <a:gd name="connsiteY68" fmla="*/ 386850 h 4734469"/>
                <a:gd name="connsiteX69" fmla="*/ 242435 w 1886020"/>
                <a:gd name="connsiteY69" fmla="*/ 498129 h 4734469"/>
                <a:gd name="connsiteX70" fmla="*/ 361648 w 1886020"/>
                <a:gd name="connsiteY70" fmla="*/ 435424 h 4734469"/>
                <a:gd name="connsiteX71" fmla="*/ 363141 w 1886020"/>
                <a:gd name="connsiteY71" fmla="*/ 441669 h 4734469"/>
                <a:gd name="connsiteX72" fmla="*/ 385505 w 1886020"/>
                <a:gd name="connsiteY72" fmla="*/ 505671 h 4734469"/>
                <a:gd name="connsiteX73" fmla="*/ 435987 w 1886020"/>
                <a:gd name="connsiteY73" fmla="*/ 563961 h 4734469"/>
                <a:gd name="connsiteX74" fmla="*/ 453319 w 1886020"/>
                <a:gd name="connsiteY74" fmla="*/ 565943 h 4734469"/>
                <a:gd name="connsiteX75" fmla="*/ 457839 w 1886020"/>
                <a:gd name="connsiteY75" fmla="*/ 565708 h 4734469"/>
                <a:gd name="connsiteX76" fmla="*/ 446055 w 1886020"/>
                <a:gd name="connsiteY76" fmla="*/ 677019 h 4734469"/>
                <a:gd name="connsiteX77" fmla="*/ 404147 w 1886020"/>
                <a:gd name="connsiteY77" fmla="*/ 688604 h 4734469"/>
                <a:gd name="connsiteX78" fmla="*/ 387200 w 1886020"/>
                <a:gd name="connsiteY78" fmla="*/ 697652 h 4734469"/>
                <a:gd name="connsiteX79" fmla="*/ 369682 w 1886020"/>
                <a:gd name="connsiteY79" fmla="*/ 689015 h 4734469"/>
                <a:gd name="connsiteX80" fmla="*/ 245299 w 1886020"/>
                <a:gd name="connsiteY80" fmla="*/ 695605 h 4734469"/>
                <a:gd name="connsiteX81" fmla="*/ 143191 w 1886020"/>
                <a:gd name="connsiteY81" fmla="*/ 869154 h 4734469"/>
                <a:gd name="connsiteX82" fmla="*/ 97334 w 1886020"/>
                <a:gd name="connsiteY82" fmla="*/ 900423 h 4734469"/>
                <a:gd name="connsiteX83" fmla="*/ 89426 w 1886020"/>
                <a:gd name="connsiteY83" fmla="*/ 915458 h 4734469"/>
                <a:gd name="connsiteX84" fmla="*/ 75452 w 1886020"/>
                <a:gd name="connsiteY84" fmla="*/ 925468 h 4734469"/>
                <a:gd name="connsiteX85" fmla="*/ 27541 w 1886020"/>
                <a:gd name="connsiteY85" fmla="*/ 953154 h 4734469"/>
                <a:gd name="connsiteX86" fmla="*/ -34 w 1886020"/>
                <a:gd name="connsiteY86" fmla="*/ 999620 h 4734469"/>
                <a:gd name="connsiteX87" fmla="*/ 8434 w 1886020"/>
                <a:gd name="connsiteY87" fmla="*/ 1038698 h 4734469"/>
                <a:gd name="connsiteX88" fmla="*/ 40317 w 1886020"/>
                <a:gd name="connsiteY88" fmla="*/ 1099798 h 4734469"/>
                <a:gd name="connsiteX89" fmla="*/ 27433 w 1886020"/>
                <a:gd name="connsiteY89" fmla="*/ 1130006 h 4734469"/>
                <a:gd name="connsiteX90" fmla="*/ 38612 w 1886020"/>
                <a:gd name="connsiteY90" fmla="*/ 1216252 h 4734469"/>
                <a:gd name="connsiteX91" fmla="*/ 27292 w 1886020"/>
                <a:gd name="connsiteY91" fmla="*/ 1291511 h 4734469"/>
                <a:gd name="connsiteX92" fmla="*/ 78979 w 1886020"/>
                <a:gd name="connsiteY92" fmla="*/ 1580927 h 4734469"/>
                <a:gd name="connsiteX93" fmla="*/ 91251 w 1886020"/>
                <a:gd name="connsiteY93" fmla="*/ 1628525 h 4734469"/>
                <a:gd name="connsiteX94" fmla="*/ 70077 w 1886020"/>
                <a:gd name="connsiteY94" fmla="*/ 1716517 h 4734469"/>
                <a:gd name="connsiteX95" fmla="*/ 107198 w 1886020"/>
                <a:gd name="connsiteY95" fmla="*/ 1902274 h 4734469"/>
                <a:gd name="connsiteX96" fmla="*/ 105750 w 1886020"/>
                <a:gd name="connsiteY96" fmla="*/ 1989837 h 4734469"/>
                <a:gd name="connsiteX97" fmla="*/ 130737 w 1886020"/>
                <a:gd name="connsiteY97" fmla="*/ 2042751 h 4734469"/>
                <a:gd name="connsiteX98" fmla="*/ 163624 w 1886020"/>
                <a:gd name="connsiteY98" fmla="*/ 2141265 h 4734469"/>
                <a:gd name="connsiteX99" fmla="*/ 236572 w 1886020"/>
                <a:gd name="connsiteY99" fmla="*/ 2228163 h 4734469"/>
                <a:gd name="connsiteX100" fmla="*/ 236300 w 1886020"/>
                <a:gd name="connsiteY100" fmla="*/ 2412053 h 4734469"/>
                <a:gd name="connsiteX101" fmla="*/ 265444 w 1886020"/>
                <a:gd name="connsiteY101" fmla="*/ 2401299 h 4734469"/>
                <a:gd name="connsiteX102" fmla="*/ 330016 w 1886020"/>
                <a:gd name="connsiteY102" fmla="*/ 2655748 h 4734469"/>
                <a:gd name="connsiteX103" fmla="*/ 376474 w 1886020"/>
                <a:gd name="connsiteY103" fmla="*/ 2730632 h 4734469"/>
                <a:gd name="connsiteX104" fmla="*/ 394604 w 1886020"/>
                <a:gd name="connsiteY104" fmla="*/ 2789975 h 4734469"/>
                <a:gd name="connsiteX105" fmla="*/ 446089 w 1886020"/>
                <a:gd name="connsiteY105" fmla="*/ 3004200 h 4734469"/>
                <a:gd name="connsiteX106" fmla="*/ 469814 w 1886020"/>
                <a:gd name="connsiteY106" fmla="*/ 3180333 h 4734469"/>
                <a:gd name="connsiteX107" fmla="*/ 481889 w 1886020"/>
                <a:gd name="connsiteY107" fmla="*/ 3300881 h 4734469"/>
                <a:gd name="connsiteX108" fmla="*/ 497206 w 1886020"/>
                <a:gd name="connsiteY108" fmla="*/ 3322008 h 4734469"/>
                <a:gd name="connsiteX109" fmla="*/ 497458 w 1886020"/>
                <a:gd name="connsiteY109" fmla="*/ 3349846 h 4734469"/>
                <a:gd name="connsiteX110" fmla="*/ 472035 w 1886020"/>
                <a:gd name="connsiteY110" fmla="*/ 3558699 h 4734469"/>
                <a:gd name="connsiteX111" fmla="*/ 455363 w 1886020"/>
                <a:gd name="connsiteY111" fmla="*/ 3581867 h 4734469"/>
                <a:gd name="connsiteX112" fmla="*/ 376617 w 1886020"/>
                <a:gd name="connsiteY112" fmla="*/ 3789983 h 4734469"/>
                <a:gd name="connsiteX113" fmla="*/ 323803 w 1886020"/>
                <a:gd name="connsiteY113" fmla="*/ 4224670 h 4734469"/>
                <a:gd name="connsiteX114" fmla="*/ 269897 w 1886020"/>
                <a:gd name="connsiteY114" fmla="*/ 4290356 h 4734469"/>
                <a:gd name="connsiteX115" fmla="*/ 242653 w 1886020"/>
                <a:gd name="connsiteY115" fmla="*/ 4425902 h 4734469"/>
                <a:gd name="connsiteX116" fmla="*/ 245130 w 1886020"/>
                <a:gd name="connsiteY116" fmla="*/ 4448237 h 4734469"/>
                <a:gd name="connsiteX117" fmla="*/ 268367 w 1886020"/>
                <a:gd name="connsiteY117" fmla="*/ 4467643 h 4734469"/>
                <a:gd name="connsiteX118" fmla="*/ 281062 w 1886020"/>
                <a:gd name="connsiteY118" fmla="*/ 4473643 h 4734469"/>
                <a:gd name="connsiteX119" fmla="*/ 273678 w 1886020"/>
                <a:gd name="connsiteY119" fmla="*/ 4504884 h 4734469"/>
                <a:gd name="connsiteX120" fmla="*/ 223785 w 1886020"/>
                <a:gd name="connsiteY120" fmla="*/ 4478920 h 4734469"/>
                <a:gd name="connsiteX121" fmla="*/ 197562 w 1886020"/>
                <a:gd name="connsiteY121" fmla="*/ 4694067 h 4734469"/>
                <a:gd name="connsiteX122" fmla="*/ 200110 w 1886020"/>
                <a:gd name="connsiteY122" fmla="*/ 4707613 h 4734469"/>
                <a:gd name="connsiteX123" fmla="*/ 217011 w 1886020"/>
                <a:gd name="connsiteY123" fmla="*/ 4715815 h 4734469"/>
                <a:gd name="connsiteX124" fmla="*/ 430232 w 1886020"/>
                <a:gd name="connsiteY124" fmla="*/ 4734343 h 4734469"/>
                <a:gd name="connsiteX125" fmla="*/ 603607 w 1886020"/>
                <a:gd name="connsiteY125" fmla="*/ 4725262 h 4734469"/>
                <a:gd name="connsiteX126" fmla="*/ 662684 w 1886020"/>
                <a:gd name="connsiteY126" fmla="*/ 4720722 h 4734469"/>
                <a:gd name="connsiteX127" fmla="*/ 843635 w 1886020"/>
                <a:gd name="connsiteY127" fmla="*/ 4698241 h 4734469"/>
                <a:gd name="connsiteX128" fmla="*/ 916335 w 1886020"/>
                <a:gd name="connsiteY128" fmla="*/ 4666093 h 4734469"/>
                <a:gd name="connsiteX129" fmla="*/ 932144 w 1886020"/>
                <a:gd name="connsiteY129" fmla="*/ 4593231 h 4734469"/>
                <a:gd name="connsiteX130" fmla="*/ 932070 w 1886020"/>
                <a:gd name="connsiteY130" fmla="*/ 4593011 h 4734469"/>
                <a:gd name="connsiteX131" fmla="*/ 844873 w 1886020"/>
                <a:gd name="connsiteY131" fmla="*/ 4558374 h 4734469"/>
                <a:gd name="connsiteX132" fmla="*/ 753524 w 1886020"/>
                <a:gd name="connsiteY132" fmla="*/ 4529302 h 4734469"/>
                <a:gd name="connsiteX133" fmla="*/ 734593 w 1886020"/>
                <a:gd name="connsiteY133" fmla="*/ 4518606 h 4734469"/>
                <a:gd name="connsiteX134" fmla="*/ 739537 w 1886020"/>
                <a:gd name="connsiteY134" fmla="*/ 4517219 h 4734469"/>
                <a:gd name="connsiteX135" fmla="*/ 815225 w 1886020"/>
                <a:gd name="connsiteY135" fmla="*/ 4473721 h 4734469"/>
                <a:gd name="connsiteX136" fmla="*/ 913204 w 1886020"/>
                <a:gd name="connsiteY136" fmla="*/ 4451240 h 4734469"/>
                <a:gd name="connsiteX137" fmla="*/ 1008777 w 1886020"/>
                <a:gd name="connsiteY137" fmla="*/ 4421948 h 4734469"/>
                <a:gd name="connsiteX138" fmla="*/ 1047167 w 1886020"/>
                <a:gd name="connsiteY138" fmla="*/ 4341177 h 4734469"/>
                <a:gd name="connsiteX139" fmla="*/ 1045565 w 1886020"/>
                <a:gd name="connsiteY139" fmla="*/ 4334806 h 4734469"/>
                <a:gd name="connsiteX140" fmla="*/ 966018 w 1886020"/>
                <a:gd name="connsiteY140" fmla="*/ 4275418 h 4734469"/>
                <a:gd name="connsiteX141" fmla="*/ 869350 w 1886020"/>
                <a:gd name="connsiteY141" fmla="*/ 4240780 h 4734469"/>
                <a:gd name="connsiteX142" fmla="*/ 865416 w 1886020"/>
                <a:gd name="connsiteY142" fmla="*/ 4237558 h 4734469"/>
                <a:gd name="connsiteX143" fmla="*/ 858312 w 1886020"/>
                <a:gd name="connsiteY143" fmla="*/ 4231890 h 4734469"/>
                <a:gd name="connsiteX144" fmla="*/ 866202 w 1886020"/>
                <a:gd name="connsiteY144" fmla="*/ 4198483 h 4734469"/>
                <a:gd name="connsiteX145" fmla="*/ 846828 w 1886020"/>
                <a:gd name="connsiteY145" fmla="*/ 4146993 h 4734469"/>
                <a:gd name="connsiteX146" fmla="*/ 827606 w 1886020"/>
                <a:gd name="connsiteY146" fmla="*/ 4040589 h 4734469"/>
                <a:gd name="connsiteX147" fmla="*/ 769290 w 1886020"/>
                <a:gd name="connsiteY147" fmla="*/ 3774485 h 4734469"/>
                <a:gd name="connsiteX148" fmla="*/ 762475 w 1886020"/>
                <a:gd name="connsiteY148" fmla="*/ 3744253 h 4734469"/>
                <a:gd name="connsiteX149" fmla="*/ 836934 w 1886020"/>
                <a:gd name="connsiteY149" fmla="*/ 3624999 h 4734469"/>
                <a:gd name="connsiteX150" fmla="*/ 908250 w 1886020"/>
                <a:gd name="connsiteY150" fmla="*/ 3483961 h 4734469"/>
                <a:gd name="connsiteX151" fmla="*/ 919032 w 1886020"/>
                <a:gd name="connsiteY151" fmla="*/ 3436142 h 4734469"/>
                <a:gd name="connsiteX152" fmla="*/ 1024295 w 1886020"/>
                <a:gd name="connsiteY152" fmla="*/ 2880409 h 4734469"/>
                <a:gd name="connsiteX153" fmla="*/ 1033661 w 1886020"/>
                <a:gd name="connsiteY153" fmla="*/ 2800068 h 4734469"/>
                <a:gd name="connsiteX154" fmla="*/ 1047473 w 1886020"/>
                <a:gd name="connsiteY154" fmla="*/ 2724013 h 4734469"/>
                <a:gd name="connsiteX155" fmla="*/ 1058970 w 1886020"/>
                <a:gd name="connsiteY155" fmla="*/ 2622350 h 4734469"/>
                <a:gd name="connsiteX156" fmla="*/ 1047617 w 1886020"/>
                <a:gd name="connsiteY156" fmla="*/ 2488368 h 4734469"/>
                <a:gd name="connsiteX157" fmla="*/ 1042031 w 1886020"/>
                <a:gd name="connsiteY157" fmla="*/ 2396930 h 4734469"/>
                <a:gd name="connsiteX158" fmla="*/ 1038963 w 1886020"/>
                <a:gd name="connsiteY158" fmla="*/ 2381416 h 4734469"/>
                <a:gd name="connsiteX159" fmla="*/ 1037129 w 1886020"/>
                <a:gd name="connsiteY159" fmla="*/ 2373822 h 4734469"/>
                <a:gd name="connsiteX160" fmla="*/ 1019095 w 1886020"/>
                <a:gd name="connsiteY160" fmla="*/ 2324047 h 4734469"/>
                <a:gd name="connsiteX161" fmla="*/ 1005573 w 1886020"/>
                <a:gd name="connsiteY161" fmla="*/ 2296263 h 4734469"/>
                <a:gd name="connsiteX162" fmla="*/ 995240 w 1886020"/>
                <a:gd name="connsiteY162" fmla="*/ 2281142 h 4734469"/>
                <a:gd name="connsiteX163" fmla="*/ 1058914 w 1886020"/>
                <a:gd name="connsiteY163" fmla="*/ 2287002 h 4734469"/>
                <a:gd name="connsiteX164" fmla="*/ 1073548 w 1886020"/>
                <a:gd name="connsiteY164" fmla="*/ 2283943 h 4734469"/>
                <a:gd name="connsiteX165" fmla="*/ 1075497 w 1886020"/>
                <a:gd name="connsiteY165" fmla="*/ 2276255 h 4734469"/>
                <a:gd name="connsiteX166" fmla="*/ 1058910 w 1886020"/>
                <a:gd name="connsiteY166" fmla="*/ 2207029 h 4734469"/>
                <a:gd name="connsiteX167" fmla="*/ 1039680 w 1886020"/>
                <a:gd name="connsiteY167" fmla="*/ 2161643 h 4734469"/>
                <a:gd name="connsiteX168" fmla="*/ 1045298 w 1886020"/>
                <a:gd name="connsiteY168" fmla="*/ 2139108 h 4734469"/>
                <a:gd name="connsiteX169" fmla="*/ 1073729 w 1886020"/>
                <a:gd name="connsiteY169" fmla="*/ 2062887 h 4734469"/>
                <a:gd name="connsiteX170" fmla="*/ 1098774 w 1886020"/>
                <a:gd name="connsiteY170" fmla="*/ 1856238 h 4734469"/>
                <a:gd name="connsiteX171" fmla="*/ 1117459 w 1886020"/>
                <a:gd name="connsiteY171" fmla="*/ 1696376 h 4734469"/>
                <a:gd name="connsiteX172" fmla="*/ 1090811 w 1886020"/>
                <a:gd name="connsiteY172" fmla="*/ 1564235 h 4734469"/>
                <a:gd name="connsiteX173" fmla="*/ 1070016 w 1886020"/>
                <a:gd name="connsiteY173" fmla="*/ 1535166 h 4734469"/>
                <a:gd name="connsiteX174" fmla="*/ 1065064 w 1886020"/>
                <a:gd name="connsiteY174" fmla="*/ 1500401 h 4734469"/>
                <a:gd name="connsiteX175" fmla="*/ 1069409 w 1886020"/>
                <a:gd name="connsiteY175" fmla="*/ 1285230 h 4734469"/>
                <a:gd name="connsiteX176" fmla="*/ 1428401 w 1886020"/>
                <a:gd name="connsiteY176" fmla="*/ 1244648 h 4734469"/>
                <a:gd name="connsiteX177" fmla="*/ 1469267 w 1886020"/>
                <a:gd name="connsiteY177" fmla="*/ 1233637 h 4734469"/>
                <a:gd name="connsiteX178" fmla="*/ 1510569 w 1886020"/>
                <a:gd name="connsiteY178" fmla="*/ 1207741 h 4734469"/>
                <a:gd name="connsiteX179" fmla="*/ 1622232 w 1886020"/>
                <a:gd name="connsiteY179" fmla="*/ 1109831 h 4734469"/>
                <a:gd name="connsiteX180" fmla="*/ 1688425 w 1886020"/>
                <a:gd name="connsiteY180" fmla="*/ 946642 h 4734469"/>
                <a:gd name="connsiteX181" fmla="*/ 1747562 w 1886020"/>
                <a:gd name="connsiteY181" fmla="*/ 844368 h 4734469"/>
                <a:gd name="connsiteX182" fmla="*/ 1761043 w 1886020"/>
                <a:gd name="connsiteY182" fmla="*/ 794696 h 4734469"/>
                <a:gd name="connsiteX183" fmla="*/ 1753437 w 1886020"/>
                <a:gd name="connsiteY183" fmla="*/ 741358 h 4734469"/>
                <a:gd name="connsiteX184" fmla="*/ 1796361 w 1886020"/>
                <a:gd name="connsiteY184" fmla="*/ 663739 h 4734469"/>
                <a:gd name="connsiteX185" fmla="*/ 1806570 w 1886020"/>
                <a:gd name="connsiteY185" fmla="*/ 650101 h 4734469"/>
                <a:gd name="connsiteX186" fmla="*/ 1804140 w 1886020"/>
                <a:gd name="connsiteY186" fmla="*/ 636808 h 4734469"/>
                <a:gd name="connsiteX187" fmla="*/ 1803307 w 1886020"/>
                <a:gd name="connsiteY187" fmla="*/ 635266 h 4734469"/>
                <a:gd name="connsiteX188" fmla="*/ 1811545 w 1886020"/>
                <a:gd name="connsiteY188" fmla="*/ 629796 h 4734469"/>
                <a:gd name="connsiteX189" fmla="*/ 1839081 w 1886020"/>
                <a:gd name="connsiteY189" fmla="*/ 608266 h 4734469"/>
                <a:gd name="connsiteX190" fmla="*/ 1874848 w 1886020"/>
                <a:gd name="connsiteY190" fmla="*/ 572018 h 4734469"/>
                <a:gd name="connsiteX191" fmla="*/ 1884245 w 1886020"/>
                <a:gd name="connsiteY191" fmla="*/ 523393 h 4734469"/>
                <a:gd name="connsiteX192" fmla="*/ 570346 w 1886020"/>
                <a:gd name="connsiteY192" fmla="*/ 4449227 h 4734469"/>
                <a:gd name="connsiteX193" fmla="*/ 563104 w 1886020"/>
                <a:gd name="connsiteY193" fmla="*/ 4449848 h 4734469"/>
                <a:gd name="connsiteX194" fmla="*/ 537097 w 1886020"/>
                <a:gd name="connsiteY194" fmla="*/ 4457317 h 4734469"/>
                <a:gd name="connsiteX195" fmla="*/ 535135 w 1886020"/>
                <a:gd name="connsiteY195" fmla="*/ 4458333 h 4734469"/>
                <a:gd name="connsiteX196" fmla="*/ 566672 w 1886020"/>
                <a:gd name="connsiteY196" fmla="*/ 4383942 h 4734469"/>
                <a:gd name="connsiteX197" fmla="*/ 570026 w 1886020"/>
                <a:gd name="connsiteY197" fmla="*/ 4374975 h 4734469"/>
                <a:gd name="connsiteX198" fmla="*/ 568786 w 1886020"/>
                <a:gd name="connsiteY198" fmla="*/ 4391777 h 4734469"/>
                <a:gd name="connsiteX199" fmla="*/ 570346 w 1886020"/>
                <a:gd name="connsiteY199" fmla="*/ 4449227 h 473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1886020" h="4734469">
                  <a:moveTo>
                    <a:pt x="1884245" y="523393"/>
                  </a:moveTo>
                  <a:cubicBezTo>
                    <a:pt x="1879987" y="514554"/>
                    <a:pt x="1876643" y="505304"/>
                    <a:pt x="1874265" y="495786"/>
                  </a:cubicBezTo>
                  <a:cubicBezTo>
                    <a:pt x="1873246" y="484801"/>
                    <a:pt x="1877470" y="470302"/>
                    <a:pt x="1867783" y="465103"/>
                  </a:cubicBezTo>
                  <a:cubicBezTo>
                    <a:pt x="1862319" y="462173"/>
                    <a:pt x="1854816" y="464370"/>
                    <a:pt x="1850007" y="460490"/>
                  </a:cubicBezTo>
                  <a:cubicBezTo>
                    <a:pt x="1847008" y="457071"/>
                    <a:pt x="1845172" y="452789"/>
                    <a:pt x="1844762" y="448260"/>
                  </a:cubicBezTo>
                  <a:cubicBezTo>
                    <a:pt x="1839748" y="430784"/>
                    <a:pt x="1824034" y="418538"/>
                    <a:pt x="1805863" y="417944"/>
                  </a:cubicBezTo>
                  <a:cubicBezTo>
                    <a:pt x="1816353" y="390189"/>
                    <a:pt x="1853722" y="383379"/>
                    <a:pt x="1870331" y="358921"/>
                  </a:cubicBezTo>
                  <a:cubicBezTo>
                    <a:pt x="1878637" y="346765"/>
                    <a:pt x="1875941" y="324284"/>
                    <a:pt x="1861299" y="324137"/>
                  </a:cubicBezTo>
                  <a:cubicBezTo>
                    <a:pt x="1857855" y="324356"/>
                    <a:pt x="1854489" y="325252"/>
                    <a:pt x="1851393" y="326774"/>
                  </a:cubicBezTo>
                  <a:cubicBezTo>
                    <a:pt x="1833181" y="334243"/>
                    <a:pt x="1815041" y="341785"/>
                    <a:pt x="1796830" y="349255"/>
                  </a:cubicBezTo>
                  <a:cubicBezTo>
                    <a:pt x="1786256" y="353386"/>
                    <a:pt x="1775941" y="358155"/>
                    <a:pt x="1765943" y="363534"/>
                  </a:cubicBezTo>
                  <a:cubicBezTo>
                    <a:pt x="1735930" y="380596"/>
                    <a:pt x="1713493" y="408351"/>
                    <a:pt x="1693315" y="436543"/>
                  </a:cubicBezTo>
                  <a:cubicBezTo>
                    <a:pt x="1674232" y="461516"/>
                    <a:pt x="1659007" y="489212"/>
                    <a:pt x="1648150" y="518706"/>
                  </a:cubicBezTo>
                  <a:cubicBezTo>
                    <a:pt x="1642068" y="536846"/>
                    <a:pt x="1638825" y="555816"/>
                    <a:pt x="1638535" y="574946"/>
                  </a:cubicBezTo>
                  <a:cubicBezTo>
                    <a:pt x="1638535" y="576864"/>
                    <a:pt x="1638578" y="578769"/>
                    <a:pt x="1638663" y="580662"/>
                  </a:cubicBezTo>
                  <a:cubicBezTo>
                    <a:pt x="1629777" y="582164"/>
                    <a:pt x="1622481" y="586062"/>
                    <a:pt x="1613134" y="587941"/>
                  </a:cubicBezTo>
                  <a:cubicBezTo>
                    <a:pt x="1606083" y="606606"/>
                    <a:pt x="1599032" y="625271"/>
                    <a:pt x="1591981" y="643937"/>
                  </a:cubicBezTo>
                  <a:cubicBezTo>
                    <a:pt x="1589143" y="653296"/>
                    <a:pt x="1584441" y="661984"/>
                    <a:pt x="1578159" y="669479"/>
                  </a:cubicBezTo>
                  <a:cubicBezTo>
                    <a:pt x="1573450" y="673778"/>
                    <a:pt x="1568430" y="677724"/>
                    <a:pt x="1563141" y="681284"/>
                  </a:cubicBezTo>
                  <a:cubicBezTo>
                    <a:pt x="1541319" y="699947"/>
                    <a:pt x="1530169" y="728216"/>
                    <a:pt x="1533375" y="756751"/>
                  </a:cubicBezTo>
                  <a:cubicBezTo>
                    <a:pt x="1493619" y="772381"/>
                    <a:pt x="1472768" y="816138"/>
                    <a:pt x="1485671" y="856861"/>
                  </a:cubicBezTo>
                  <a:cubicBezTo>
                    <a:pt x="1453258" y="863888"/>
                    <a:pt x="1426836" y="887272"/>
                    <a:pt x="1415921" y="918590"/>
                  </a:cubicBezTo>
                  <a:cubicBezTo>
                    <a:pt x="1414418" y="925614"/>
                    <a:pt x="1411299" y="932192"/>
                    <a:pt x="1406812" y="937801"/>
                  </a:cubicBezTo>
                  <a:cubicBezTo>
                    <a:pt x="1399842" y="943118"/>
                    <a:pt x="1391210" y="945785"/>
                    <a:pt x="1382456" y="945325"/>
                  </a:cubicBezTo>
                  <a:cubicBezTo>
                    <a:pt x="1358552" y="946811"/>
                    <a:pt x="1337650" y="965736"/>
                    <a:pt x="1315988" y="955470"/>
                  </a:cubicBezTo>
                  <a:cubicBezTo>
                    <a:pt x="1291397" y="943879"/>
                    <a:pt x="1263872" y="940012"/>
                    <a:pt x="1237040" y="944378"/>
                  </a:cubicBezTo>
                  <a:cubicBezTo>
                    <a:pt x="1231525" y="945684"/>
                    <a:pt x="1225852" y="946189"/>
                    <a:pt x="1220194" y="945880"/>
                  </a:cubicBezTo>
                  <a:cubicBezTo>
                    <a:pt x="1215352" y="945044"/>
                    <a:pt x="1210682" y="943408"/>
                    <a:pt x="1206377" y="941040"/>
                  </a:cubicBezTo>
                  <a:cubicBezTo>
                    <a:pt x="1196629" y="935328"/>
                    <a:pt x="1186061" y="931148"/>
                    <a:pt x="1175042" y="928647"/>
                  </a:cubicBezTo>
                  <a:cubicBezTo>
                    <a:pt x="1163722" y="926283"/>
                    <a:pt x="1152072" y="930807"/>
                    <a:pt x="1145313" y="940191"/>
                  </a:cubicBezTo>
                  <a:cubicBezTo>
                    <a:pt x="1137727" y="931829"/>
                    <a:pt x="1133206" y="921120"/>
                    <a:pt x="1126295" y="912187"/>
                  </a:cubicBezTo>
                  <a:cubicBezTo>
                    <a:pt x="1120075" y="902489"/>
                    <a:pt x="1108911" y="897134"/>
                    <a:pt x="1097455" y="898352"/>
                  </a:cubicBezTo>
                  <a:cubicBezTo>
                    <a:pt x="1104657" y="891903"/>
                    <a:pt x="1097285" y="879067"/>
                    <a:pt x="1087927" y="876721"/>
                  </a:cubicBezTo>
                  <a:cubicBezTo>
                    <a:pt x="1078328" y="875928"/>
                    <a:pt x="1068670" y="876280"/>
                    <a:pt x="1059155" y="877769"/>
                  </a:cubicBezTo>
                  <a:cubicBezTo>
                    <a:pt x="1034136" y="877636"/>
                    <a:pt x="1014940" y="854801"/>
                    <a:pt x="990638" y="848823"/>
                  </a:cubicBezTo>
                  <a:cubicBezTo>
                    <a:pt x="968301" y="843330"/>
                    <a:pt x="938529" y="849881"/>
                    <a:pt x="927078" y="829834"/>
                  </a:cubicBezTo>
                  <a:cubicBezTo>
                    <a:pt x="923420" y="823430"/>
                    <a:pt x="922372" y="815007"/>
                    <a:pt x="917154" y="810211"/>
                  </a:cubicBezTo>
                  <a:cubicBezTo>
                    <a:pt x="915923" y="804773"/>
                    <a:pt x="913444" y="799696"/>
                    <a:pt x="909914" y="795381"/>
                  </a:cubicBezTo>
                  <a:cubicBezTo>
                    <a:pt x="900747" y="784944"/>
                    <a:pt x="885250" y="783451"/>
                    <a:pt x="871407" y="783885"/>
                  </a:cubicBezTo>
                  <a:cubicBezTo>
                    <a:pt x="856196" y="784264"/>
                    <a:pt x="841121" y="786859"/>
                    <a:pt x="826658" y="791587"/>
                  </a:cubicBezTo>
                  <a:cubicBezTo>
                    <a:pt x="826254" y="789776"/>
                    <a:pt x="825774" y="787879"/>
                    <a:pt x="825164" y="785828"/>
                  </a:cubicBezTo>
                  <a:cubicBezTo>
                    <a:pt x="816394" y="760275"/>
                    <a:pt x="798807" y="738682"/>
                    <a:pt x="775558" y="724921"/>
                  </a:cubicBezTo>
                  <a:cubicBezTo>
                    <a:pt x="757304" y="713996"/>
                    <a:pt x="737481" y="705937"/>
                    <a:pt x="716782" y="701026"/>
                  </a:cubicBezTo>
                  <a:cubicBezTo>
                    <a:pt x="716686" y="699200"/>
                    <a:pt x="716492" y="697384"/>
                    <a:pt x="716446" y="695553"/>
                  </a:cubicBezTo>
                  <a:cubicBezTo>
                    <a:pt x="716110" y="669706"/>
                    <a:pt x="720123" y="643985"/>
                    <a:pt x="728319" y="619469"/>
                  </a:cubicBezTo>
                  <a:cubicBezTo>
                    <a:pt x="729178" y="616782"/>
                    <a:pt x="730174" y="614126"/>
                    <a:pt x="731107" y="611455"/>
                  </a:cubicBezTo>
                  <a:cubicBezTo>
                    <a:pt x="876662" y="573177"/>
                    <a:pt x="963628" y="424150"/>
                    <a:pt x="925349" y="278594"/>
                  </a:cubicBezTo>
                  <a:cubicBezTo>
                    <a:pt x="912967" y="231510"/>
                    <a:pt x="888197" y="188603"/>
                    <a:pt x="853616" y="154334"/>
                  </a:cubicBezTo>
                  <a:cubicBezTo>
                    <a:pt x="853487" y="148816"/>
                    <a:pt x="852771" y="143327"/>
                    <a:pt x="851478" y="137960"/>
                  </a:cubicBezTo>
                  <a:cubicBezTo>
                    <a:pt x="848482" y="126214"/>
                    <a:pt x="842847" y="115306"/>
                    <a:pt x="835001" y="106065"/>
                  </a:cubicBezTo>
                  <a:cubicBezTo>
                    <a:pt x="822561" y="78154"/>
                    <a:pt x="803054" y="65842"/>
                    <a:pt x="778219" y="54216"/>
                  </a:cubicBezTo>
                  <a:cubicBezTo>
                    <a:pt x="771081" y="50848"/>
                    <a:pt x="763505" y="47552"/>
                    <a:pt x="755492" y="43891"/>
                  </a:cubicBezTo>
                  <a:cubicBezTo>
                    <a:pt x="715863" y="26023"/>
                    <a:pt x="677545" y="-193"/>
                    <a:pt x="632527" y="-120"/>
                  </a:cubicBezTo>
                  <a:cubicBezTo>
                    <a:pt x="591441" y="-120"/>
                    <a:pt x="552104" y="22581"/>
                    <a:pt x="511529" y="21702"/>
                  </a:cubicBezTo>
                  <a:lnTo>
                    <a:pt x="508469" y="21555"/>
                  </a:lnTo>
                  <a:cubicBezTo>
                    <a:pt x="507449" y="21510"/>
                    <a:pt x="506430" y="21519"/>
                    <a:pt x="505410" y="21409"/>
                  </a:cubicBezTo>
                  <a:cubicBezTo>
                    <a:pt x="504172" y="21336"/>
                    <a:pt x="503006" y="21189"/>
                    <a:pt x="501768" y="21043"/>
                  </a:cubicBezTo>
                  <a:cubicBezTo>
                    <a:pt x="490404" y="19652"/>
                    <a:pt x="476781" y="17016"/>
                    <a:pt x="469278" y="25730"/>
                  </a:cubicBezTo>
                  <a:cubicBezTo>
                    <a:pt x="466903" y="29211"/>
                    <a:pt x="464970" y="32975"/>
                    <a:pt x="463524" y="36933"/>
                  </a:cubicBezTo>
                  <a:cubicBezTo>
                    <a:pt x="462960" y="38238"/>
                    <a:pt x="462278" y="39488"/>
                    <a:pt x="461484" y="40668"/>
                  </a:cubicBezTo>
                  <a:lnTo>
                    <a:pt x="461484" y="40668"/>
                  </a:lnTo>
                  <a:cubicBezTo>
                    <a:pt x="460036" y="43203"/>
                    <a:pt x="458300" y="45562"/>
                    <a:pt x="456312" y="47698"/>
                  </a:cubicBezTo>
                  <a:lnTo>
                    <a:pt x="456312" y="47698"/>
                  </a:lnTo>
                  <a:cubicBezTo>
                    <a:pt x="443200" y="62124"/>
                    <a:pt x="421200" y="68495"/>
                    <a:pt x="403061" y="77869"/>
                  </a:cubicBezTo>
                  <a:cubicBezTo>
                    <a:pt x="362121" y="98885"/>
                    <a:pt x="335241" y="141651"/>
                    <a:pt x="324532" y="186540"/>
                  </a:cubicBezTo>
                  <a:cubicBezTo>
                    <a:pt x="313824" y="231503"/>
                    <a:pt x="317613" y="278735"/>
                    <a:pt x="325625" y="324210"/>
                  </a:cubicBezTo>
                  <a:cubicBezTo>
                    <a:pt x="329668" y="346953"/>
                    <a:pt x="338554" y="372769"/>
                    <a:pt x="354726" y="387041"/>
                  </a:cubicBezTo>
                  <a:lnTo>
                    <a:pt x="354729" y="387125"/>
                  </a:lnTo>
                  <a:lnTo>
                    <a:pt x="354368" y="386850"/>
                  </a:lnTo>
                  <a:cubicBezTo>
                    <a:pt x="354368" y="386850"/>
                    <a:pt x="217449" y="484288"/>
                    <a:pt x="242435" y="498129"/>
                  </a:cubicBezTo>
                  <a:cubicBezTo>
                    <a:pt x="256026" y="505640"/>
                    <a:pt x="312750" y="469721"/>
                    <a:pt x="361648" y="435424"/>
                  </a:cubicBezTo>
                  <a:cubicBezTo>
                    <a:pt x="362144" y="437506"/>
                    <a:pt x="362603" y="439595"/>
                    <a:pt x="363141" y="441669"/>
                  </a:cubicBezTo>
                  <a:cubicBezTo>
                    <a:pt x="369008" y="463526"/>
                    <a:pt x="376482" y="484918"/>
                    <a:pt x="385505" y="505671"/>
                  </a:cubicBezTo>
                  <a:cubicBezTo>
                    <a:pt x="395922" y="530203"/>
                    <a:pt x="410492" y="556639"/>
                    <a:pt x="435987" y="563961"/>
                  </a:cubicBezTo>
                  <a:cubicBezTo>
                    <a:pt x="441630" y="565500"/>
                    <a:pt x="447474" y="566168"/>
                    <a:pt x="453319" y="565943"/>
                  </a:cubicBezTo>
                  <a:cubicBezTo>
                    <a:pt x="454827" y="565930"/>
                    <a:pt x="456330" y="565808"/>
                    <a:pt x="457839" y="565708"/>
                  </a:cubicBezTo>
                  <a:cubicBezTo>
                    <a:pt x="459132" y="603180"/>
                    <a:pt x="455165" y="640648"/>
                    <a:pt x="446055" y="677019"/>
                  </a:cubicBezTo>
                  <a:cubicBezTo>
                    <a:pt x="431197" y="676210"/>
                    <a:pt x="416481" y="680278"/>
                    <a:pt x="404147" y="688604"/>
                  </a:cubicBezTo>
                  <a:cubicBezTo>
                    <a:pt x="399500" y="693206"/>
                    <a:pt x="393610" y="696350"/>
                    <a:pt x="387200" y="697652"/>
                  </a:cubicBezTo>
                  <a:cubicBezTo>
                    <a:pt x="380552" y="696839"/>
                    <a:pt x="374375" y="693794"/>
                    <a:pt x="369682" y="689015"/>
                  </a:cubicBezTo>
                  <a:cubicBezTo>
                    <a:pt x="331815" y="661741"/>
                    <a:pt x="280072" y="664482"/>
                    <a:pt x="245299" y="695605"/>
                  </a:cubicBezTo>
                  <a:cubicBezTo>
                    <a:pt x="195703" y="742353"/>
                    <a:pt x="201316" y="833697"/>
                    <a:pt x="143191" y="869154"/>
                  </a:cubicBezTo>
                  <a:cubicBezTo>
                    <a:pt x="127169" y="878928"/>
                    <a:pt x="106687" y="884098"/>
                    <a:pt x="97334" y="900423"/>
                  </a:cubicBezTo>
                  <a:cubicBezTo>
                    <a:pt x="95070" y="905622"/>
                    <a:pt x="92427" y="910647"/>
                    <a:pt x="89426" y="915458"/>
                  </a:cubicBezTo>
                  <a:cubicBezTo>
                    <a:pt x="85537" y="919756"/>
                    <a:pt x="80772" y="923169"/>
                    <a:pt x="75452" y="925468"/>
                  </a:cubicBezTo>
                  <a:cubicBezTo>
                    <a:pt x="58580" y="933039"/>
                    <a:pt x="42526" y="942316"/>
                    <a:pt x="27541" y="953154"/>
                  </a:cubicBezTo>
                  <a:cubicBezTo>
                    <a:pt x="12411" y="964246"/>
                    <a:pt x="2454" y="981025"/>
                    <a:pt x="-34" y="999620"/>
                  </a:cubicBezTo>
                  <a:cubicBezTo>
                    <a:pt x="-249" y="1013123"/>
                    <a:pt x="2648" y="1026495"/>
                    <a:pt x="8434" y="1038698"/>
                  </a:cubicBezTo>
                  <a:cubicBezTo>
                    <a:pt x="17108" y="1060026"/>
                    <a:pt x="27783" y="1080484"/>
                    <a:pt x="40317" y="1099798"/>
                  </a:cubicBezTo>
                  <a:cubicBezTo>
                    <a:pt x="33548" y="1108622"/>
                    <a:pt x="29116" y="1119012"/>
                    <a:pt x="27433" y="1130006"/>
                  </a:cubicBezTo>
                  <a:cubicBezTo>
                    <a:pt x="23297" y="1158835"/>
                    <a:pt x="37087" y="1187166"/>
                    <a:pt x="38612" y="1216252"/>
                  </a:cubicBezTo>
                  <a:cubicBezTo>
                    <a:pt x="39943" y="1241665"/>
                    <a:pt x="31896" y="1266487"/>
                    <a:pt x="27292" y="1291511"/>
                  </a:cubicBezTo>
                  <a:cubicBezTo>
                    <a:pt x="9324" y="1389174"/>
                    <a:pt x="43846" y="1488100"/>
                    <a:pt x="78979" y="1580927"/>
                  </a:cubicBezTo>
                  <a:cubicBezTo>
                    <a:pt x="85663" y="1596009"/>
                    <a:pt x="89810" y="1612092"/>
                    <a:pt x="91251" y="1628525"/>
                  </a:cubicBezTo>
                  <a:cubicBezTo>
                    <a:pt x="92190" y="1658823"/>
                    <a:pt x="74830" y="1686583"/>
                    <a:pt x="70077" y="1716517"/>
                  </a:cubicBezTo>
                  <a:cubicBezTo>
                    <a:pt x="60087" y="1779417"/>
                    <a:pt x="106242" y="1838585"/>
                    <a:pt x="107198" y="1902274"/>
                  </a:cubicBezTo>
                  <a:cubicBezTo>
                    <a:pt x="107638" y="1931597"/>
                    <a:pt x="98452" y="1961442"/>
                    <a:pt x="105750" y="1989837"/>
                  </a:cubicBezTo>
                  <a:cubicBezTo>
                    <a:pt x="110621" y="2008787"/>
                    <a:pt x="122387" y="2025071"/>
                    <a:pt x="130737" y="2042751"/>
                  </a:cubicBezTo>
                  <a:cubicBezTo>
                    <a:pt x="145532" y="2074080"/>
                    <a:pt x="149501" y="2109624"/>
                    <a:pt x="163624" y="2141265"/>
                  </a:cubicBezTo>
                  <a:cubicBezTo>
                    <a:pt x="180520" y="2175727"/>
                    <a:pt x="205558" y="2205553"/>
                    <a:pt x="236572" y="2228163"/>
                  </a:cubicBezTo>
                  <a:cubicBezTo>
                    <a:pt x="254350" y="2284370"/>
                    <a:pt x="229127" y="2352240"/>
                    <a:pt x="236300" y="2412053"/>
                  </a:cubicBezTo>
                  <a:cubicBezTo>
                    <a:pt x="245952" y="2408302"/>
                    <a:pt x="255679" y="2404746"/>
                    <a:pt x="265444" y="2401299"/>
                  </a:cubicBezTo>
                  <a:cubicBezTo>
                    <a:pt x="259340" y="2490826"/>
                    <a:pt x="281961" y="2579965"/>
                    <a:pt x="330016" y="2655748"/>
                  </a:cubicBezTo>
                  <a:cubicBezTo>
                    <a:pt x="345907" y="2680498"/>
                    <a:pt x="364528" y="2703733"/>
                    <a:pt x="376474" y="2730632"/>
                  </a:cubicBezTo>
                  <a:cubicBezTo>
                    <a:pt x="384304" y="2749822"/>
                    <a:pt x="390373" y="2769685"/>
                    <a:pt x="394604" y="2789975"/>
                  </a:cubicBezTo>
                  <a:cubicBezTo>
                    <a:pt x="411766" y="2861384"/>
                    <a:pt x="428928" y="2932792"/>
                    <a:pt x="446089" y="3004200"/>
                  </a:cubicBezTo>
                  <a:cubicBezTo>
                    <a:pt x="459988" y="3062033"/>
                    <a:pt x="473988" y="3120985"/>
                    <a:pt x="469814" y="3180333"/>
                  </a:cubicBezTo>
                  <a:cubicBezTo>
                    <a:pt x="466905" y="3221687"/>
                    <a:pt x="456536" y="3268184"/>
                    <a:pt x="481889" y="3300881"/>
                  </a:cubicBezTo>
                  <a:cubicBezTo>
                    <a:pt x="488006" y="3307131"/>
                    <a:pt x="493168" y="3314250"/>
                    <a:pt x="497206" y="3322008"/>
                  </a:cubicBezTo>
                  <a:cubicBezTo>
                    <a:pt x="499734" y="3331104"/>
                    <a:pt x="499821" y="3340705"/>
                    <a:pt x="497458" y="3349846"/>
                  </a:cubicBezTo>
                  <a:cubicBezTo>
                    <a:pt x="485085" y="3418933"/>
                    <a:pt x="476597" y="3488660"/>
                    <a:pt x="472035" y="3558699"/>
                  </a:cubicBezTo>
                  <a:cubicBezTo>
                    <a:pt x="466299" y="3566438"/>
                    <a:pt x="460633" y="3574145"/>
                    <a:pt x="455363" y="3581867"/>
                  </a:cubicBezTo>
                  <a:cubicBezTo>
                    <a:pt x="413258" y="3643453"/>
                    <a:pt x="393008" y="3717121"/>
                    <a:pt x="376617" y="3789983"/>
                  </a:cubicBezTo>
                  <a:cubicBezTo>
                    <a:pt x="344710" y="3932487"/>
                    <a:pt x="330360" y="4078724"/>
                    <a:pt x="323803" y="4224670"/>
                  </a:cubicBezTo>
                  <a:cubicBezTo>
                    <a:pt x="302695" y="4243788"/>
                    <a:pt x="284530" y="4265923"/>
                    <a:pt x="269897" y="4290356"/>
                  </a:cubicBezTo>
                  <a:cubicBezTo>
                    <a:pt x="247824" y="4331217"/>
                    <a:pt x="244984" y="4379402"/>
                    <a:pt x="242653" y="4425902"/>
                  </a:cubicBezTo>
                  <a:cubicBezTo>
                    <a:pt x="241667" y="4433438"/>
                    <a:pt x="242517" y="4441101"/>
                    <a:pt x="245130" y="4448237"/>
                  </a:cubicBezTo>
                  <a:cubicBezTo>
                    <a:pt x="250425" y="4457176"/>
                    <a:pt x="258628" y="4464027"/>
                    <a:pt x="268367" y="4467643"/>
                  </a:cubicBezTo>
                  <a:cubicBezTo>
                    <a:pt x="272570" y="4469705"/>
                    <a:pt x="276802" y="4471705"/>
                    <a:pt x="281062" y="4473643"/>
                  </a:cubicBezTo>
                  <a:cubicBezTo>
                    <a:pt x="278285" y="4483867"/>
                    <a:pt x="275855" y="4494348"/>
                    <a:pt x="273678" y="4504884"/>
                  </a:cubicBezTo>
                  <a:cubicBezTo>
                    <a:pt x="257530" y="4486659"/>
                    <a:pt x="228677" y="4457757"/>
                    <a:pt x="223785" y="4478920"/>
                  </a:cubicBezTo>
                  <a:cubicBezTo>
                    <a:pt x="207600" y="4549531"/>
                    <a:pt x="198812" y="4621636"/>
                    <a:pt x="197562" y="4694067"/>
                  </a:cubicBezTo>
                  <a:cubicBezTo>
                    <a:pt x="197053" y="4698735"/>
                    <a:pt x="197940" y="4703449"/>
                    <a:pt x="200110" y="4707613"/>
                  </a:cubicBezTo>
                  <a:cubicBezTo>
                    <a:pt x="204357" y="4712580"/>
                    <a:pt x="210482" y="4715552"/>
                    <a:pt x="217011" y="4715815"/>
                  </a:cubicBezTo>
                  <a:cubicBezTo>
                    <a:pt x="287384" y="4728385"/>
                    <a:pt x="358747" y="4734586"/>
                    <a:pt x="430232" y="4734343"/>
                  </a:cubicBezTo>
                  <a:cubicBezTo>
                    <a:pt x="488145" y="4734123"/>
                    <a:pt x="545912" y="4729656"/>
                    <a:pt x="603607" y="4725262"/>
                  </a:cubicBezTo>
                  <a:cubicBezTo>
                    <a:pt x="623275" y="4723724"/>
                    <a:pt x="643016" y="4722186"/>
                    <a:pt x="662684" y="4720722"/>
                  </a:cubicBezTo>
                  <a:cubicBezTo>
                    <a:pt x="723452" y="4717460"/>
                    <a:pt x="783917" y="4709948"/>
                    <a:pt x="843635" y="4698241"/>
                  </a:cubicBezTo>
                  <a:cubicBezTo>
                    <a:pt x="869788" y="4692529"/>
                    <a:pt x="896740" y="4684474"/>
                    <a:pt x="916335" y="4666093"/>
                  </a:cubicBezTo>
                  <a:cubicBezTo>
                    <a:pt x="935858" y="4647786"/>
                    <a:pt x="945693" y="4616444"/>
                    <a:pt x="932144" y="4593231"/>
                  </a:cubicBezTo>
                  <a:cubicBezTo>
                    <a:pt x="932154" y="4593150"/>
                    <a:pt x="932127" y="4593070"/>
                    <a:pt x="932070" y="4593011"/>
                  </a:cubicBezTo>
                  <a:cubicBezTo>
                    <a:pt x="915534" y="4564965"/>
                    <a:pt x="877072" y="4562840"/>
                    <a:pt x="844873" y="4558374"/>
                  </a:cubicBezTo>
                  <a:cubicBezTo>
                    <a:pt x="813002" y="4553903"/>
                    <a:pt x="782117" y="4544074"/>
                    <a:pt x="753524" y="4529302"/>
                  </a:cubicBezTo>
                  <a:cubicBezTo>
                    <a:pt x="747087" y="4525966"/>
                    <a:pt x="740813" y="4522336"/>
                    <a:pt x="734593" y="4518606"/>
                  </a:cubicBezTo>
                  <a:cubicBezTo>
                    <a:pt x="736242" y="4518148"/>
                    <a:pt x="737907" y="4517766"/>
                    <a:pt x="739537" y="4517219"/>
                  </a:cubicBezTo>
                  <a:cubicBezTo>
                    <a:pt x="767146" y="4507919"/>
                    <a:pt x="789146" y="4486683"/>
                    <a:pt x="815225" y="4473721"/>
                  </a:cubicBezTo>
                  <a:cubicBezTo>
                    <a:pt x="845456" y="4458783"/>
                    <a:pt x="879766" y="4455488"/>
                    <a:pt x="913204" y="4451240"/>
                  </a:cubicBezTo>
                  <a:cubicBezTo>
                    <a:pt x="946567" y="4446919"/>
                    <a:pt x="981023" y="4440988"/>
                    <a:pt x="1008777" y="4421948"/>
                  </a:cubicBezTo>
                  <a:cubicBezTo>
                    <a:pt x="1034784" y="4404081"/>
                    <a:pt x="1053214" y="4371640"/>
                    <a:pt x="1047167" y="4341177"/>
                  </a:cubicBezTo>
                  <a:cubicBezTo>
                    <a:pt x="1046772" y="4339021"/>
                    <a:pt x="1046236" y="4336893"/>
                    <a:pt x="1045565" y="4334806"/>
                  </a:cubicBezTo>
                  <a:cubicBezTo>
                    <a:pt x="1035222" y="4301707"/>
                    <a:pt x="999454" y="4284132"/>
                    <a:pt x="966018" y="4275418"/>
                  </a:cubicBezTo>
                  <a:cubicBezTo>
                    <a:pt x="932654" y="4266703"/>
                    <a:pt x="896376" y="4262310"/>
                    <a:pt x="869350" y="4240780"/>
                  </a:cubicBezTo>
                  <a:cubicBezTo>
                    <a:pt x="868039" y="4239755"/>
                    <a:pt x="866727" y="4238657"/>
                    <a:pt x="865416" y="4237558"/>
                  </a:cubicBezTo>
                  <a:cubicBezTo>
                    <a:pt x="863105" y="4235668"/>
                    <a:pt x="860725" y="4233748"/>
                    <a:pt x="858312" y="4231890"/>
                  </a:cubicBezTo>
                  <a:cubicBezTo>
                    <a:pt x="864279" y="4221816"/>
                    <a:pt x="867032" y="4210162"/>
                    <a:pt x="866202" y="4198483"/>
                  </a:cubicBezTo>
                  <a:cubicBezTo>
                    <a:pt x="864780" y="4180079"/>
                    <a:pt x="854086" y="4163949"/>
                    <a:pt x="846828" y="4146993"/>
                  </a:cubicBezTo>
                  <a:cubicBezTo>
                    <a:pt x="832591" y="4113737"/>
                    <a:pt x="831447" y="4076588"/>
                    <a:pt x="827606" y="4040589"/>
                  </a:cubicBezTo>
                  <a:cubicBezTo>
                    <a:pt x="817962" y="3950199"/>
                    <a:pt x="790241" y="3862921"/>
                    <a:pt x="769290" y="3774485"/>
                  </a:cubicBezTo>
                  <a:cubicBezTo>
                    <a:pt x="766914" y="3764457"/>
                    <a:pt x="764642" y="3754380"/>
                    <a:pt x="762475" y="3744253"/>
                  </a:cubicBezTo>
                  <a:cubicBezTo>
                    <a:pt x="782857" y="3701898"/>
                    <a:pt x="807827" y="3661907"/>
                    <a:pt x="836934" y="3624999"/>
                  </a:cubicBezTo>
                  <a:cubicBezTo>
                    <a:pt x="870118" y="3583369"/>
                    <a:pt x="894392" y="3535363"/>
                    <a:pt x="908250" y="3483961"/>
                  </a:cubicBezTo>
                  <a:cubicBezTo>
                    <a:pt x="912548" y="3468216"/>
                    <a:pt x="915754" y="3452179"/>
                    <a:pt x="919032" y="3436142"/>
                  </a:cubicBezTo>
                  <a:cubicBezTo>
                    <a:pt x="956256" y="3251313"/>
                    <a:pt x="991344" y="3066068"/>
                    <a:pt x="1024295" y="2880409"/>
                  </a:cubicBezTo>
                  <a:cubicBezTo>
                    <a:pt x="1029738" y="2853950"/>
                    <a:pt x="1032871" y="2827069"/>
                    <a:pt x="1033661" y="2800068"/>
                  </a:cubicBezTo>
                  <a:cubicBezTo>
                    <a:pt x="1042279" y="2775612"/>
                    <a:pt x="1046942" y="2749937"/>
                    <a:pt x="1047473" y="2724013"/>
                  </a:cubicBezTo>
                  <a:cubicBezTo>
                    <a:pt x="1057058" y="2686426"/>
                    <a:pt x="1066821" y="2647000"/>
                    <a:pt x="1058970" y="2622350"/>
                  </a:cubicBezTo>
                  <a:cubicBezTo>
                    <a:pt x="1053417" y="2604945"/>
                    <a:pt x="1050620" y="2545408"/>
                    <a:pt x="1047617" y="2488368"/>
                  </a:cubicBezTo>
                  <a:cubicBezTo>
                    <a:pt x="1048457" y="2457784"/>
                    <a:pt x="1046588" y="2427185"/>
                    <a:pt x="1042031" y="2396930"/>
                  </a:cubicBezTo>
                  <a:cubicBezTo>
                    <a:pt x="1041176" y="2391759"/>
                    <a:pt x="1040122" y="2386584"/>
                    <a:pt x="1038963" y="2381416"/>
                  </a:cubicBezTo>
                  <a:cubicBezTo>
                    <a:pt x="1038502" y="2378851"/>
                    <a:pt x="1037890" y="2376315"/>
                    <a:pt x="1037129" y="2373822"/>
                  </a:cubicBezTo>
                  <a:cubicBezTo>
                    <a:pt x="1032796" y="2356670"/>
                    <a:pt x="1026755" y="2339994"/>
                    <a:pt x="1019095" y="2324047"/>
                  </a:cubicBezTo>
                  <a:cubicBezTo>
                    <a:pt x="1015187" y="2314505"/>
                    <a:pt x="1010671" y="2305225"/>
                    <a:pt x="1005573" y="2296263"/>
                  </a:cubicBezTo>
                  <a:cubicBezTo>
                    <a:pt x="1002505" y="2290975"/>
                    <a:pt x="999051" y="2285921"/>
                    <a:pt x="995240" y="2281142"/>
                  </a:cubicBezTo>
                  <a:cubicBezTo>
                    <a:pt x="1016552" y="2281989"/>
                    <a:pt x="1037805" y="2283945"/>
                    <a:pt x="1058914" y="2287002"/>
                  </a:cubicBezTo>
                  <a:cubicBezTo>
                    <a:pt x="1064109" y="2287780"/>
                    <a:pt x="1070438" y="2288199"/>
                    <a:pt x="1073548" y="2283943"/>
                  </a:cubicBezTo>
                  <a:cubicBezTo>
                    <a:pt x="1074935" y="2281626"/>
                    <a:pt x="1075613" y="2278953"/>
                    <a:pt x="1075497" y="2276255"/>
                  </a:cubicBezTo>
                  <a:cubicBezTo>
                    <a:pt x="1076487" y="2252089"/>
                    <a:pt x="1070744" y="2228123"/>
                    <a:pt x="1058910" y="2207029"/>
                  </a:cubicBezTo>
                  <a:cubicBezTo>
                    <a:pt x="1050730" y="2192516"/>
                    <a:pt x="1039366" y="2178321"/>
                    <a:pt x="1039680" y="2161643"/>
                  </a:cubicBezTo>
                  <a:cubicBezTo>
                    <a:pt x="1040270" y="2153869"/>
                    <a:pt x="1042170" y="2146250"/>
                    <a:pt x="1045298" y="2139108"/>
                  </a:cubicBezTo>
                  <a:cubicBezTo>
                    <a:pt x="1054776" y="2113701"/>
                    <a:pt x="1064253" y="2088294"/>
                    <a:pt x="1073729" y="2062887"/>
                  </a:cubicBezTo>
                  <a:cubicBezTo>
                    <a:pt x="1097730" y="1998543"/>
                    <a:pt x="1086309" y="1923804"/>
                    <a:pt x="1098774" y="1856238"/>
                  </a:cubicBezTo>
                  <a:cubicBezTo>
                    <a:pt x="1108515" y="1803420"/>
                    <a:pt x="1114758" y="1750016"/>
                    <a:pt x="1117459" y="1696376"/>
                  </a:cubicBezTo>
                  <a:cubicBezTo>
                    <a:pt x="1119767" y="1650525"/>
                    <a:pt x="1118332" y="1600871"/>
                    <a:pt x="1090811" y="1564235"/>
                  </a:cubicBezTo>
                  <a:cubicBezTo>
                    <a:pt x="1082759" y="1555397"/>
                    <a:pt x="1075779" y="1545640"/>
                    <a:pt x="1070016" y="1535166"/>
                  </a:cubicBezTo>
                  <a:cubicBezTo>
                    <a:pt x="1066065" y="1524024"/>
                    <a:pt x="1064381" y="1512204"/>
                    <a:pt x="1065064" y="1500401"/>
                  </a:cubicBezTo>
                  <a:cubicBezTo>
                    <a:pt x="1064584" y="1428655"/>
                    <a:pt x="1066033" y="1356931"/>
                    <a:pt x="1069409" y="1285230"/>
                  </a:cubicBezTo>
                  <a:cubicBezTo>
                    <a:pt x="1190013" y="1281985"/>
                    <a:pt x="1310117" y="1268408"/>
                    <a:pt x="1428401" y="1244648"/>
                  </a:cubicBezTo>
                  <a:cubicBezTo>
                    <a:pt x="1442332" y="1242237"/>
                    <a:pt x="1456011" y="1238551"/>
                    <a:pt x="1469267" y="1233637"/>
                  </a:cubicBezTo>
                  <a:cubicBezTo>
                    <a:pt x="1483972" y="1226598"/>
                    <a:pt x="1497828" y="1217910"/>
                    <a:pt x="1510569" y="1207741"/>
                  </a:cubicBezTo>
                  <a:cubicBezTo>
                    <a:pt x="1550814" y="1178656"/>
                    <a:pt x="1591632" y="1149028"/>
                    <a:pt x="1622232" y="1109831"/>
                  </a:cubicBezTo>
                  <a:cubicBezTo>
                    <a:pt x="1658666" y="1062432"/>
                    <a:pt x="1681545" y="1006028"/>
                    <a:pt x="1688425" y="946642"/>
                  </a:cubicBezTo>
                  <a:cubicBezTo>
                    <a:pt x="1717534" y="919682"/>
                    <a:pt x="1732990" y="881361"/>
                    <a:pt x="1747562" y="844368"/>
                  </a:cubicBezTo>
                  <a:cubicBezTo>
                    <a:pt x="1754761" y="828666"/>
                    <a:pt x="1759316" y="811883"/>
                    <a:pt x="1761043" y="794696"/>
                  </a:cubicBezTo>
                  <a:cubicBezTo>
                    <a:pt x="1761825" y="777107"/>
                    <a:pt x="1750231" y="758668"/>
                    <a:pt x="1753437" y="741358"/>
                  </a:cubicBezTo>
                  <a:cubicBezTo>
                    <a:pt x="1759034" y="711546"/>
                    <a:pt x="1774085" y="684329"/>
                    <a:pt x="1796361" y="663739"/>
                  </a:cubicBezTo>
                  <a:cubicBezTo>
                    <a:pt x="1801084" y="660350"/>
                    <a:pt x="1804649" y="655588"/>
                    <a:pt x="1806570" y="650101"/>
                  </a:cubicBezTo>
                  <a:cubicBezTo>
                    <a:pt x="1807169" y="645525"/>
                    <a:pt x="1806319" y="640877"/>
                    <a:pt x="1804140" y="636808"/>
                  </a:cubicBezTo>
                  <a:cubicBezTo>
                    <a:pt x="1803900" y="636270"/>
                    <a:pt x="1803559" y="635797"/>
                    <a:pt x="1803307" y="635266"/>
                  </a:cubicBezTo>
                  <a:cubicBezTo>
                    <a:pt x="1806083" y="633507"/>
                    <a:pt x="1808835" y="631696"/>
                    <a:pt x="1811545" y="629796"/>
                  </a:cubicBezTo>
                  <a:cubicBezTo>
                    <a:pt x="1821087" y="623058"/>
                    <a:pt x="1830193" y="615589"/>
                    <a:pt x="1839081" y="608266"/>
                  </a:cubicBezTo>
                  <a:cubicBezTo>
                    <a:pt x="1852739" y="598028"/>
                    <a:pt x="1864794" y="585811"/>
                    <a:pt x="1874848" y="572018"/>
                  </a:cubicBezTo>
                  <a:cubicBezTo>
                    <a:pt x="1884973" y="557978"/>
                    <a:pt x="1888409" y="540195"/>
                    <a:pt x="1884245" y="523393"/>
                  </a:cubicBezTo>
                  <a:close/>
                  <a:moveTo>
                    <a:pt x="570346" y="4449227"/>
                  </a:moveTo>
                  <a:cubicBezTo>
                    <a:pt x="567928" y="4449397"/>
                    <a:pt x="565501" y="4449516"/>
                    <a:pt x="563104" y="4449848"/>
                  </a:cubicBezTo>
                  <a:cubicBezTo>
                    <a:pt x="554121" y="4451073"/>
                    <a:pt x="545361" y="4453589"/>
                    <a:pt x="537097" y="4457317"/>
                  </a:cubicBezTo>
                  <a:cubicBezTo>
                    <a:pt x="536428" y="4457626"/>
                    <a:pt x="535797" y="4458009"/>
                    <a:pt x="535135" y="4458333"/>
                  </a:cubicBezTo>
                  <a:cubicBezTo>
                    <a:pt x="546450" y="4433898"/>
                    <a:pt x="557033" y="4409119"/>
                    <a:pt x="566672" y="4383942"/>
                  </a:cubicBezTo>
                  <a:cubicBezTo>
                    <a:pt x="567820" y="4380970"/>
                    <a:pt x="568903" y="4377961"/>
                    <a:pt x="570026" y="4374975"/>
                  </a:cubicBezTo>
                  <a:cubicBezTo>
                    <a:pt x="569608" y="4380572"/>
                    <a:pt x="569207" y="4386185"/>
                    <a:pt x="568786" y="4391777"/>
                  </a:cubicBezTo>
                  <a:cubicBezTo>
                    <a:pt x="566614" y="4410906"/>
                    <a:pt x="567139" y="4430245"/>
                    <a:pt x="570346" y="4449227"/>
                  </a:cubicBezTo>
                  <a:close/>
                </a:path>
              </a:pathLst>
            </a:custGeom>
            <a:solidFill>
              <a:srgbClr val="808080"/>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9" name="任意多边形: 形状 8">
              <a:extLst>
                <a:ext uri="{FF2B5EF4-FFF2-40B4-BE49-F238E27FC236}">
                  <a16:creationId xmlns:a16="http://schemas.microsoft.com/office/drawing/2014/main" id="{98CFCDA8-BDE4-41BF-9CC2-B33E29D13401}"/>
                </a:ext>
              </a:extLst>
            </p:cNvPr>
            <p:cNvSpPr/>
            <p:nvPr/>
          </p:nvSpPr>
          <p:spPr>
            <a:xfrm>
              <a:off x="2887339" y="1216911"/>
              <a:ext cx="400727" cy="364159"/>
            </a:xfrm>
            <a:custGeom>
              <a:avLst/>
              <a:gdLst>
                <a:gd name="connsiteX0" fmla="*/ 331989 w 400727"/>
                <a:gd name="connsiteY0" fmla="*/ 245607 h 364159"/>
                <a:gd name="connsiteX1" fmla="*/ 348598 w 400727"/>
                <a:gd name="connsiteY1" fmla="*/ 363618 h 364159"/>
                <a:gd name="connsiteX2" fmla="*/ -45 w 400727"/>
                <a:gd name="connsiteY2" fmla="*/ 330036 h 364159"/>
                <a:gd name="connsiteX3" fmla="*/ 59907 w 400727"/>
                <a:gd name="connsiteY3" fmla="*/ 234024 h 364159"/>
                <a:gd name="connsiteX4" fmla="*/ 71344 w 400727"/>
                <a:gd name="connsiteY4" fmla="*/ 86511 h 364159"/>
                <a:gd name="connsiteX5" fmla="*/ 69888 w 400727"/>
                <a:gd name="connsiteY5" fmla="*/ 78352 h 364159"/>
                <a:gd name="connsiteX6" fmla="*/ 57431 w 400727"/>
                <a:gd name="connsiteY6" fmla="*/ 16068 h 364159"/>
                <a:gd name="connsiteX7" fmla="*/ 97642 w 400727"/>
                <a:gd name="connsiteY7" fmla="*/ 989 h 364159"/>
                <a:gd name="connsiteX8" fmla="*/ 253971 w 400727"/>
                <a:gd name="connsiteY8" fmla="*/ 21167 h 364159"/>
                <a:gd name="connsiteX9" fmla="*/ 400683 w 400727"/>
                <a:gd name="connsiteY9" fmla="*/ 52856 h 364159"/>
                <a:gd name="connsiteX10" fmla="*/ 343863 w 400727"/>
                <a:gd name="connsiteY10" fmla="*/ 169920 h 364159"/>
                <a:gd name="connsiteX11" fmla="*/ 331989 w 400727"/>
                <a:gd name="connsiteY11" fmla="*/ 245607 h 364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727" h="364159">
                  <a:moveTo>
                    <a:pt x="331989" y="245607"/>
                  </a:moveTo>
                  <a:cubicBezTo>
                    <a:pt x="333009" y="285382"/>
                    <a:pt x="346486" y="323917"/>
                    <a:pt x="348598" y="363618"/>
                  </a:cubicBezTo>
                  <a:cubicBezTo>
                    <a:pt x="231461" y="369446"/>
                    <a:pt x="115927" y="312626"/>
                    <a:pt x="-45" y="330036"/>
                  </a:cubicBezTo>
                  <a:cubicBezTo>
                    <a:pt x="32371" y="309057"/>
                    <a:pt x="49710" y="271249"/>
                    <a:pt x="59907" y="234024"/>
                  </a:cubicBezTo>
                  <a:cubicBezTo>
                    <a:pt x="72902" y="186000"/>
                    <a:pt x="76782" y="135964"/>
                    <a:pt x="71344" y="86511"/>
                  </a:cubicBezTo>
                  <a:cubicBezTo>
                    <a:pt x="71033" y="83763"/>
                    <a:pt x="70547" y="81038"/>
                    <a:pt x="69888" y="78352"/>
                  </a:cubicBezTo>
                  <a:cubicBezTo>
                    <a:pt x="65589" y="58902"/>
                    <a:pt x="54444" y="31366"/>
                    <a:pt x="57431" y="16068"/>
                  </a:cubicBezTo>
                  <a:cubicBezTo>
                    <a:pt x="61365" y="-4183"/>
                    <a:pt x="80451" y="-176"/>
                    <a:pt x="97642" y="989"/>
                  </a:cubicBezTo>
                  <a:cubicBezTo>
                    <a:pt x="150068" y="4982"/>
                    <a:pt x="202249" y="11718"/>
                    <a:pt x="253971" y="21167"/>
                  </a:cubicBezTo>
                  <a:cubicBezTo>
                    <a:pt x="267447" y="23499"/>
                    <a:pt x="398716" y="56280"/>
                    <a:pt x="400683" y="52856"/>
                  </a:cubicBezTo>
                  <a:cubicBezTo>
                    <a:pt x="377674" y="89768"/>
                    <a:pt x="358628" y="129007"/>
                    <a:pt x="343863" y="169920"/>
                  </a:cubicBezTo>
                  <a:cubicBezTo>
                    <a:pt x="335668" y="194300"/>
                    <a:pt x="331654" y="219889"/>
                    <a:pt x="331989" y="2456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0" name="任意多边形: 形状 9">
              <a:extLst>
                <a:ext uri="{FF2B5EF4-FFF2-40B4-BE49-F238E27FC236}">
                  <a16:creationId xmlns:a16="http://schemas.microsoft.com/office/drawing/2014/main" id="{89728BCD-A254-447E-96A2-27386F65007A}"/>
                </a:ext>
              </a:extLst>
            </p:cNvPr>
            <p:cNvSpPr/>
            <p:nvPr/>
          </p:nvSpPr>
          <p:spPr>
            <a:xfrm>
              <a:off x="4141347" y="1093162"/>
              <a:ext cx="247553" cy="328030"/>
            </a:xfrm>
            <a:custGeom>
              <a:avLst/>
              <a:gdLst>
                <a:gd name="connsiteX0" fmla="*/ 236384 w 247553"/>
                <a:gd name="connsiteY0" fmla="*/ 246465 h 328030"/>
                <a:gd name="connsiteX1" fmla="*/ 200617 w 247553"/>
                <a:gd name="connsiteY1" fmla="*/ 282524 h 328030"/>
                <a:gd name="connsiteX2" fmla="*/ 173080 w 247553"/>
                <a:gd name="connsiteY2" fmla="*/ 303941 h 328030"/>
                <a:gd name="connsiteX3" fmla="*/ 114512 w 247553"/>
                <a:gd name="connsiteY3" fmla="*/ 327761 h 328030"/>
                <a:gd name="connsiteX4" fmla="*/ 10050 w 247553"/>
                <a:gd name="connsiteY4" fmla="*/ 289371 h 328030"/>
                <a:gd name="connsiteX5" fmla="*/ 70 w 247553"/>
                <a:gd name="connsiteY5" fmla="*/ 249379 h 328030"/>
                <a:gd name="connsiteX6" fmla="*/ 9685 w 247553"/>
                <a:gd name="connsiteY6" fmla="*/ 193432 h 328030"/>
                <a:gd name="connsiteX7" fmla="*/ 54850 w 247553"/>
                <a:gd name="connsiteY7" fmla="*/ 111699 h 328030"/>
                <a:gd name="connsiteX8" fmla="*/ 127478 w 247553"/>
                <a:gd name="connsiteY8" fmla="*/ 39071 h 328030"/>
                <a:gd name="connsiteX9" fmla="*/ 158364 w 247553"/>
                <a:gd name="connsiteY9" fmla="*/ 24866 h 328030"/>
                <a:gd name="connsiteX10" fmla="*/ 212927 w 247553"/>
                <a:gd name="connsiteY10" fmla="*/ 2503 h 328030"/>
                <a:gd name="connsiteX11" fmla="*/ 222833 w 247553"/>
                <a:gd name="connsiteY11" fmla="*/ -120 h 328030"/>
                <a:gd name="connsiteX12" fmla="*/ 231866 w 247553"/>
                <a:gd name="connsiteY12" fmla="*/ 34482 h 328030"/>
                <a:gd name="connsiteX13" fmla="*/ 167398 w 247553"/>
                <a:gd name="connsiteY13" fmla="*/ 93196 h 328030"/>
                <a:gd name="connsiteX14" fmla="*/ 206297 w 247553"/>
                <a:gd name="connsiteY14" fmla="*/ 123354 h 328030"/>
                <a:gd name="connsiteX15" fmla="*/ 211543 w 247553"/>
                <a:gd name="connsiteY15" fmla="*/ 135520 h 328030"/>
                <a:gd name="connsiteX16" fmla="*/ 229318 w 247553"/>
                <a:gd name="connsiteY16" fmla="*/ 140109 h 328030"/>
                <a:gd name="connsiteX17" fmla="*/ 235800 w 247553"/>
                <a:gd name="connsiteY17" fmla="*/ 170632 h 328030"/>
                <a:gd name="connsiteX18" fmla="*/ 245780 w 247553"/>
                <a:gd name="connsiteY18" fmla="*/ 198095 h 328030"/>
                <a:gd name="connsiteX19" fmla="*/ 236384 w 247553"/>
                <a:gd name="connsiteY19" fmla="*/ 246465 h 328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47553" h="328030">
                  <a:moveTo>
                    <a:pt x="236384" y="246465"/>
                  </a:moveTo>
                  <a:cubicBezTo>
                    <a:pt x="226320" y="260196"/>
                    <a:pt x="214265" y="272349"/>
                    <a:pt x="200617" y="282524"/>
                  </a:cubicBezTo>
                  <a:cubicBezTo>
                    <a:pt x="191728" y="289809"/>
                    <a:pt x="182622" y="297239"/>
                    <a:pt x="173080" y="303941"/>
                  </a:cubicBezTo>
                  <a:cubicBezTo>
                    <a:pt x="156086" y="317057"/>
                    <a:pt x="135837" y="325293"/>
                    <a:pt x="114512" y="327761"/>
                  </a:cubicBezTo>
                  <a:cubicBezTo>
                    <a:pt x="86611" y="329655"/>
                    <a:pt x="27387" y="313265"/>
                    <a:pt x="10050" y="289371"/>
                  </a:cubicBezTo>
                  <a:cubicBezTo>
                    <a:pt x="2741" y="277362"/>
                    <a:pt x="-740" y="263414"/>
                    <a:pt x="70" y="249379"/>
                  </a:cubicBezTo>
                  <a:cubicBezTo>
                    <a:pt x="361" y="230345"/>
                    <a:pt x="3605" y="211471"/>
                    <a:pt x="9685" y="193432"/>
                  </a:cubicBezTo>
                  <a:cubicBezTo>
                    <a:pt x="20552" y="164075"/>
                    <a:pt x="35778" y="136522"/>
                    <a:pt x="54850" y="111699"/>
                  </a:cubicBezTo>
                  <a:cubicBezTo>
                    <a:pt x="75028" y="83653"/>
                    <a:pt x="97465" y="56045"/>
                    <a:pt x="127478" y="39071"/>
                  </a:cubicBezTo>
                  <a:cubicBezTo>
                    <a:pt x="137478" y="33719"/>
                    <a:pt x="147792" y="28975"/>
                    <a:pt x="158364" y="24866"/>
                  </a:cubicBezTo>
                  <a:cubicBezTo>
                    <a:pt x="176577" y="17436"/>
                    <a:pt x="194716" y="9932"/>
                    <a:pt x="212927" y="2503"/>
                  </a:cubicBezTo>
                  <a:cubicBezTo>
                    <a:pt x="216026" y="988"/>
                    <a:pt x="219392" y="97"/>
                    <a:pt x="222833" y="-120"/>
                  </a:cubicBezTo>
                  <a:cubicBezTo>
                    <a:pt x="237476" y="25"/>
                    <a:pt x="240172" y="22389"/>
                    <a:pt x="231866" y="34482"/>
                  </a:cubicBezTo>
                  <a:cubicBezTo>
                    <a:pt x="215257" y="58812"/>
                    <a:pt x="177888" y="65587"/>
                    <a:pt x="167398" y="93196"/>
                  </a:cubicBezTo>
                  <a:cubicBezTo>
                    <a:pt x="185530" y="93757"/>
                    <a:pt x="201236" y="105934"/>
                    <a:pt x="206297" y="123354"/>
                  </a:cubicBezTo>
                  <a:cubicBezTo>
                    <a:pt x="206709" y="127864"/>
                    <a:pt x="208546" y="132125"/>
                    <a:pt x="211543" y="135520"/>
                  </a:cubicBezTo>
                  <a:cubicBezTo>
                    <a:pt x="216351" y="139381"/>
                    <a:pt x="223854" y="137195"/>
                    <a:pt x="229318" y="140109"/>
                  </a:cubicBezTo>
                  <a:cubicBezTo>
                    <a:pt x="239005" y="145281"/>
                    <a:pt x="234781" y="159705"/>
                    <a:pt x="235800" y="170632"/>
                  </a:cubicBezTo>
                  <a:cubicBezTo>
                    <a:pt x="238179" y="180103"/>
                    <a:pt x="241523" y="189306"/>
                    <a:pt x="245780" y="198095"/>
                  </a:cubicBezTo>
                  <a:cubicBezTo>
                    <a:pt x="249943" y="214815"/>
                    <a:pt x="246503" y="232519"/>
                    <a:pt x="236384" y="246465"/>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1" name="任意多边形: 形状 10">
              <a:extLst>
                <a:ext uri="{FF2B5EF4-FFF2-40B4-BE49-F238E27FC236}">
                  <a16:creationId xmlns:a16="http://schemas.microsoft.com/office/drawing/2014/main" id="{DA8E551F-CDAD-44B8-AEA5-BF621A72B280}"/>
                </a:ext>
              </a:extLst>
            </p:cNvPr>
            <p:cNvSpPr/>
            <p:nvPr/>
          </p:nvSpPr>
          <p:spPr>
            <a:xfrm>
              <a:off x="2763102" y="5142476"/>
              <a:ext cx="242428" cy="196149"/>
            </a:xfrm>
            <a:custGeom>
              <a:avLst/>
              <a:gdLst>
                <a:gd name="connsiteX0" fmla="*/ -45 w 242428"/>
                <a:gd name="connsiteY0" fmla="*/ 184990 h 196149"/>
                <a:gd name="connsiteX1" fmla="*/ 36294 w 242428"/>
                <a:gd name="connsiteY1" fmla="*/ 179502 h 196149"/>
                <a:gd name="connsiteX2" fmla="*/ 240613 w 242428"/>
                <a:gd name="connsiteY2" fmla="*/ 196030 h 196149"/>
                <a:gd name="connsiteX3" fmla="*/ 216299 w 242428"/>
                <a:gd name="connsiteY3" fmla="*/ 71594 h 196149"/>
                <a:gd name="connsiteX4" fmla="*/ 208206 w 242428"/>
                <a:gd name="connsiteY4" fmla="*/ 40131 h 196149"/>
                <a:gd name="connsiteX5" fmla="*/ 156434 w 242428"/>
                <a:gd name="connsiteY5" fmla="*/ 8883 h 196149"/>
                <a:gd name="connsiteX6" fmla="*/ 41493 w 242428"/>
                <a:gd name="connsiteY6" fmla="*/ 24640 h 196149"/>
                <a:gd name="connsiteX7" fmla="*/ -45 w 242428"/>
                <a:gd name="connsiteY7" fmla="*/ 184990 h 196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2428" h="196149">
                  <a:moveTo>
                    <a:pt x="-45" y="184990"/>
                  </a:moveTo>
                  <a:cubicBezTo>
                    <a:pt x="8972" y="175980"/>
                    <a:pt x="23703" y="177511"/>
                    <a:pt x="36294" y="179502"/>
                  </a:cubicBezTo>
                  <a:cubicBezTo>
                    <a:pt x="103882" y="190188"/>
                    <a:pt x="172186" y="195713"/>
                    <a:pt x="240613" y="196030"/>
                  </a:cubicBezTo>
                  <a:cubicBezTo>
                    <a:pt x="249179" y="154196"/>
                    <a:pt x="224310" y="113537"/>
                    <a:pt x="216299" y="71594"/>
                  </a:cubicBezTo>
                  <a:cubicBezTo>
                    <a:pt x="215141" y="60769"/>
                    <a:pt x="212415" y="50171"/>
                    <a:pt x="208206" y="40131"/>
                  </a:cubicBezTo>
                  <a:cubicBezTo>
                    <a:pt x="198571" y="21643"/>
                    <a:pt x="176834" y="13186"/>
                    <a:pt x="156434" y="8883"/>
                  </a:cubicBezTo>
                  <a:cubicBezTo>
                    <a:pt x="119614" y="1117"/>
                    <a:pt x="62057" y="-12587"/>
                    <a:pt x="41493" y="24640"/>
                  </a:cubicBezTo>
                  <a:cubicBezTo>
                    <a:pt x="16818" y="69307"/>
                    <a:pt x="8924" y="135279"/>
                    <a:pt x="-45" y="184990"/>
                  </a:cubicBezTo>
                  <a:close/>
                </a:path>
              </a:pathLst>
            </a:custGeom>
            <a:solidFill>
              <a:srgbClr val="65617D"/>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2" name="任意多边形: 形状 11">
              <a:extLst>
                <a:ext uri="{FF2B5EF4-FFF2-40B4-BE49-F238E27FC236}">
                  <a16:creationId xmlns:a16="http://schemas.microsoft.com/office/drawing/2014/main" id="{B895E2C8-B3D4-4028-A66E-333771969B14}"/>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3" name="任意多边形: 形状 12">
              <a:extLst>
                <a:ext uri="{FF2B5EF4-FFF2-40B4-BE49-F238E27FC236}">
                  <a16:creationId xmlns:a16="http://schemas.microsoft.com/office/drawing/2014/main" id="{A89F0EEC-AD3C-49D9-AE37-D2E5B9A87801}"/>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4" name="任意多边形: 形状 13">
              <a:extLst>
                <a:ext uri="{FF2B5EF4-FFF2-40B4-BE49-F238E27FC236}">
                  <a16:creationId xmlns:a16="http://schemas.microsoft.com/office/drawing/2014/main" id="{554379C1-C6E7-4BED-93BB-4F821E6B9B4F}"/>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5" name="任意多边形: 形状 14">
              <a:extLst>
                <a:ext uri="{FF2B5EF4-FFF2-40B4-BE49-F238E27FC236}">
                  <a16:creationId xmlns:a16="http://schemas.microsoft.com/office/drawing/2014/main" id="{5E3D8BB8-77FA-4A9B-85C6-98BA027A3CDD}"/>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6" name="任意多边形: 形状 15">
              <a:extLst>
                <a:ext uri="{FF2B5EF4-FFF2-40B4-BE49-F238E27FC236}">
                  <a16:creationId xmlns:a16="http://schemas.microsoft.com/office/drawing/2014/main" id="{FF97EC4D-A61A-483C-A5AA-61ABF16DBBF0}"/>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7" name="任意多边形: 形状 16">
              <a:extLst>
                <a:ext uri="{FF2B5EF4-FFF2-40B4-BE49-F238E27FC236}">
                  <a16:creationId xmlns:a16="http://schemas.microsoft.com/office/drawing/2014/main" id="{C991BB5E-F65E-471E-8A79-A192CF0413A2}"/>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8" name="任意多边形: 形状 17">
              <a:extLst>
                <a:ext uri="{FF2B5EF4-FFF2-40B4-BE49-F238E27FC236}">
                  <a16:creationId xmlns:a16="http://schemas.microsoft.com/office/drawing/2014/main" id="{6156EAA0-9CE5-4CCC-AB9C-E7D5B81CFA9C}"/>
                </a:ext>
              </a:extLst>
            </p:cNvPr>
            <p:cNvSpPr/>
            <p:nvPr/>
          </p:nvSpPr>
          <p:spPr>
            <a:xfrm>
              <a:off x="2745182" y="3016810"/>
              <a:ext cx="819579" cy="2248079"/>
            </a:xfrm>
            <a:custGeom>
              <a:avLst/>
              <a:gdLst>
                <a:gd name="connsiteX0" fmla="*/ 791393 w 819579"/>
                <a:gd name="connsiteY0" fmla="*/ 536471 h 2248079"/>
                <a:gd name="connsiteX1" fmla="*/ 781995 w 819579"/>
                <a:gd name="connsiteY1" fmla="*/ 619152 h 2248079"/>
                <a:gd name="connsiteX2" fmla="*/ 676732 w 819579"/>
                <a:gd name="connsiteY2" fmla="*/ 1171983 h 2248079"/>
                <a:gd name="connsiteX3" fmla="*/ 665951 w 819579"/>
                <a:gd name="connsiteY3" fmla="*/ 1219552 h 2248079"/>
                <a:gd name="connsiteX4" fmla="*/ 594635 w 819579"/>
                <a:gd name="connsiteY4" fmla="*/ 1359854 h 2248079"/>
                <a:gd name="connsiteX5" fmla="*/ 341784 w 819579"/>
                <a:gd name="connsiteY5" fmla="*/ 2067629 h 2248079"/>
                <a:gd name="connsiteX6" fmla="*/ 324374 w 819579"/>
                <a:gd name="connsiteY6" fmla="*/ 2114833 h 2248079"/>
                <a:gd name="connsiteX7" fmla="*/ 272434 w 819579"/>
                <a:gd name="connsiteY7" fmla="*/ 2230732 h 2248079"/>
                <a:gd name="connsiteX8" fmla="*/ 261726 w 819579"/>
                <a:gd name="connsiteY8" fmla="*/ 2244572 h 2248079"/>
                <a:gd name="connsiteX9" fmla="*/ 244826 w 819579"/>
                <a:gd name="connsiteY9" fmla="*/ 2247851 h 2248079"/>
                <a:gd name="connsiteX10" fmla="*/ 26068 w 819579"/>
                <a:gd name="connsiteY10" fmla="*/ 2198097 h 2248079"/>
                <a:gd name="connsiteX11" fmla="*/ 2831 w 819579"/>
                <a:gd name="connsiteY11" fmla="*/ 2178793 h 2248079"/>
                <a:gd name="connsiteX12" fmla="*/ 354 w 819579"/>
                <a:gd name="connsiteY12" fmla="*/ 2156574 h 2248079"/>
                <a:gd name="connsiteX13" fmla="*/ 27598 w 819579"/>
                <a:gd name="connsiteY13" fmla="*/ 2021736 h 2248079"/>
                <a:gd name="connsiteX14" fmla="*/ 81504 w 819579"/>
                <a:gd name="connsiteY14" fmla="*/ 1956392 h 2248079"/>
                <a:gd name="connsiteX15" fmla="*/ 134317 w 819579"/>
                <a:gd name="connsiteY15" fmla="*/ 1523976 h 2248079"/>
                <a:gd name="connsiteX16" fmla="*/ 213064 w 819579"/>
                <a:gd name="connsiteY16" fmla="*/ 1316947 h 2248079"/>
                <a:gd name="connsiteX17" fmla="*/ 283143 w 819579"/>
                <a:gd name="connsiteY17" fmla="*/ 1172493 h 2248079"/>
                <a:gd name="connsiteX18" fmla="*/ 290209 w 819579"/>
                <a:gd name="connsiteY18" fmla="*/ 1104600 h 2248079"/>
                <a:gd name="connsiteX19" fmla="*/ 317088 w 819579"/>
                <a:gd name="connsiteY19" fmla="*/ 1088792 h 2248079"/>
                <a:gd name="connsiteX20" fmla="*/ 320876 w 819579"/>
                <a:gd name="connsiteY20" fmla="*/ 1075243 h 2248079"/>
                <a:gd name="connsiteX21" fmla="*/ 313957 w 819579"/>
                <a:gd name="connsiteY21" fmla="*/ 963278 h 2248079"/>
                <a:gd name="connsiteX22" fmla="*/ 297274 w 819579"/>
                <a:gd name="connsiteY22" fmla="*/ 890286 h 2248079"/>
                <a:gd name="connsiteX23" fmla="*/ 315632 w 819579"/>
                <a:gd name="connsiteY23" fmla="*/ 819771 h 2248079"/>
                <a:gd name="connsiteX24" fmla="*/ 316287 w 819579"/>
                <a:gd name="connsiteY24" fmla="*/ 668469 h 2248079"/>
                <a:gd name="connsiteX25" fmla="*/ 309293 w 819579"/>
                <a:gd name="connsiteY25" fmla="*/ 583967 h 2248079"/>
                <a:gd name="connsiteX26" fmla="*/ 296837 w 819579"/>
                <a:gd name="connsiteY26" fmla="*/ 545140 h 2248079"/>
                <a:gd name="connsiteX27" fmla="*/ 281467 w 819579"/>
                <a:gd name="connsiteY27" fmla="*/ 401997 h 2248079"/>
                <a:gd name="connsiteX28" fmla="*/ 231786 w 819579"/>
                <a:gd name="connsiteY28" fmla="*/ 367030 h 2248079"/>
                <a:gd name="connsiteX29" fmla="*/ 163601 w 819579"/>
                <a:gd name="connsiteY29" fmla="*/ 268979 h 2248079"/>
                <a:gd name="connsiteX30" fmla="*/ 144297 w 819579"/>
                <a:gd name="connsiteY30" fmla="*/ 148929 h 2248079"/>
                <a:gd name="connsiteX31" fmla="*/ 144005 w 819579"/>
                <a:gd name="connsiteY31" fmla="*/ 122995 h 2248079"/>
                <a:gd name="connsiteX32" fmla="*/ 147502 w 819579"/>
                <a:gd name="connsiteY32" fmla="*/ 110029 h 2248079"/>
                <a:gd name="connsiteX33" fmla="*/ 205998 w 819579"/>
                <a:gd name="connsiteY33" fmla="*/ 74480 h 2248079"/>
                <a:gd name="connsiteX34" fmla="*/ 652692 w 819579"/>
                <a:gd name="connsiteY34" fmla="*/ 22249 h 2248079"/>
                <a:gd name="connsiteX35" fmla="*/ 763272 w 819579"/>
                <a:gd name="connsiteY35" fmla="*/ 38057 h 2248079"/>
                <a:gd name="connsiteX36" fmla="*/ 794743 w 819579"/>
                <a:gd name="connsiteY36" fmla="*/ 114910 h 2248079"/>
                <a:gd name="connsiteX37" fmla="*/ 816669 w 819579"/>
                <a:gd name="connsiteY37" fmla="*/ 362441 h 2248079"/>
                <a:gd name="connsiteX38" fmla="*/ 791393 w 819579"/>
                <a:gd name="connsiteY38" fmla="*/ 536471 h 2248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819579" h="2248079">
                  <a:moveTo>
                    <a:pt x="791393" y="536471"/>
                  </a:moveTo>
                  <a:cubicBezTo>
                    <a:pt x="790840" y="564264"/>
                    <a:pt x="787694" y="591944"/>
                    <a:pt x="781995" y="619152"/>
                  </a:cubicBezTo>
                  <a:cubicBezTo>
                    <a:pt x="749069" y="803818"/>
                    <a:pt x="713981" y="988095"/>
                    <a:pt x="676732" y="1171983"/>
                  </a:cubicBezTo>
                  <a:cubicBezTo>
                    <a:pt x="673454" y="1187936"/>
                    <a:pt x="670249" y="1203890"/>
                    <a:pt x="665951" y="1219552"/>
                  </a:cubicBezTo>
                  <a:cubicBezTo>
                    <a:pt x="652073" y="1270723"/>
                    <a:pt x="627796" y="1318484"/>
                    <a:pt x="594635" y="1359854"/>
                  </a:cubicBezTo>
                  <a:cubicBezTo>
                    <a:pt x="439399" y="1553334"/>
                    <a:pt x="425994" y="1834302"/>
                    <a:pt x="341784" y="2067629"/>
                  </a:cubicBezTo>
                  <a:cubicBezTo>
                    <a:pt x="336103" y="2083436"/>
                    <a:pt x="330421" y="2099244"/>
                    <a:pt x="324374" y="2114833"/>
                  </a:cubicBezTo>
                  <a:cubicBezTo>
                    <a:pt x="309156" y="2154372"/>
                    <a:pt x="291817" y="2193060"/>
                    <a:pt x="272434" y="2230732"/>
                  </a:cubicBezTo>
                  <a:cubicBezTo>
                    <a:pt x="270170" y="2236222"/>
                    <a:pt x="266472" y="2241002"/>
                    <a:pt x="261726" y="2244572"/>
                  </a:cubicBezTo>
                  <a:cubicBezTo>
                    <a:pt x="256502" y="2247200"/>
                    <a:pt x="250654" y="2248335"/>
                    <a:pt x="244826" y="2247851"/>
                  </a:cubicBezTo>
                  <a:cubicBezTo>
                    <a:pt x="169053" y="2248286"/>
                    <a:pt x="94198" y="2231262"/>
                    <a:pt x="26068" y="2198097"/>
                  </a:cubicBezTo>
                  <a:cubicBezTo>
                    <a:pt x="16342" y="2194510"/>
                    <a:pt x="8140" y="2187697"/>
                    <a:pt x="2831" y="2178793"/>
                  </a:cubicBezTo>
                  <a:cubicBezTo>
                    <a:pt x="218" y="2171697"/>
                    <a:pt x="-632" y="2164071"/>
                    <a:pt x="354" y="2156574"/>
                  </a:cubicBezTo>
                  <a:cubicBezTo>
                    <a:pt x="2685" y="2110317"/>
                    <a:pt x="5525" y="2062384"/>
                    <a:pt x="27598" y="2021736"/>
                  </a:cubicBezTo>
                  <a:cubicBezTo>
                    <a:pt x="42245" y="1997415"/>
                    <a:pt x="60410" y="1975395"/>
                    <a:pt x="81504" y="1956392"/>
                  </a:cubicBezTo>
                  <a:cubicBezTo>
                    <a:pt x="88060" y="1811210"/>
                    <a:pt x="102411" y="1665736"/>
                    <a:pt x="134317" y="1523976"/>
                  </a:cubicBezTo>
                  <a:cubicBezTo>
                    <a:pt x="150708" y="1451494"/>
                    <a:pt x="170959" y="1378211"/>
                    <a:pt x="213064" y="1316947"/>
                  </a:cubicBezTo>
                  <a:cubicBezTo>
                    <a:pt x="244097" y="1271710"/>
                    <a:pt x="288607" y="1227055"/>
                    <a:pt x="283143" y="1172493"/>
                  </a:cubicBezTo>
                  <a:cubicBezTo>
                    <a:pt x="280739" y="1148526"/>
                    <a:pt x="270686" y="1118659"/>
                    <a:pt x="290209" y="1104600"/>
                  </a:cubicBezTo>
                  <a:cubicBezTo>
                    <a:pt x="298731" y="1098409"/>
                    <a:pt x="311334" y="1097607"/>
                    <a:pt x="317088" y="1088792"/>
                  </a:cubicBezTo>
                  <a:cubicBezTo>
                    <a:pt x="319407" y="1084640"/>
                    <a:pt x="320706" y="1079996"/>
                    <a:pt x="320876" y="1075243"/>
                  </a:cubicBezTo>
                  <a:cubicBezTo>
                    <a:pt x="324888" y="1037798"/>
                    <a:pt x="322548" y="999944"/>
                    <a:pt x="313957" y="963278"/>
                  </a:cubicBezTo>
                  <a:cubicBezTo>
                    <a:pt x="306858" y="939325"/>
                    <a:pt x="301286" y="914945"/>
                    <a:pt x="297274" y="890286"/>
                  </a:cubicBezTo>
                  <a:cubicBezTo>
                    <a:pt x="294797" y="865372"/>
                    <a:pt x="299023" y="838420"/>
                    <a:pt x="315632" y="819771"/>
                  </a:cubicBezTo>
                  <a:cubicBezTo>
                    <a:pt x="316651" y="769944"/>
                    <a:pt x="315267" y="718223"/>
                    <a:pt x="316287" y="668469"/>
                  </a:cubicBezTo>
                  <a:cubicBezTo>
                    <a:pt x="318250" y="640110"/>
                    <a:pt x="315892" y="611618"/>
                    <a:pt x="309293" y="583967"/>
                  </a:cubicBezTo>
                  <a:cubicBezTo>
                    <a:pt x="305506" y="570927"/>
                    <a:pt x="299751" y="558471"/>
                    <a:pt x="296837" y="545140"/>
                  </a:cubicBezTo>
                  <a:cubicBezTo>
                    <a:pt x="286420" y="497280"/>
                    <a:pt x="312427" y="439950"/>
                    <a:pt x="281467" y="401997"/>
                  </a:cubicBezTo>
                  <a:cubicBezTo>
                    <a:pt x="268573" y="386262"/>
                    <a:pt x="248687" y="378395"/>
                    <a:pt x="231786" y="367030"/>
                  </a:cubicBezTo>
                  <a:cubicBezTo>
                    <a:pt x="198058" y="344521"/>
                    <a:pt x="175912" y="307661"/>
                    <a:pt x="163601" y="268979"/>
                  </a:cubicBezTo>
                  <a:cubicBezTo>
                    <a:pt x="152677" y="229815"/>
                    <a:pt x="146201" y="189544"/>
                    <a:pt x="144297" y="148929"/>
                  </a:cubicBezTo>
                  <a:cubicBezTo>
                    <a:pt x="143290" y="140318"/>
                    <a:pt x="143193" y="131626"/>
                    <a:pt x="144005" y="122995"/>
                  </a:cubicBezTo>
                  <a:cubicBezTo>
                    <a:pt x="144551" y="118529"/>
                    <a:pt x="145728" y="114164"/>
                    <a:pt x="147502" y="110029"/>
                  </a:cubicBezTo>
                  <a:cubicBezTo>
                    <a:pt x="157118" y="88393"/>
                    <a:pt x="182979" y="80015"/>
                    <a:pt x="205998" y="74480"/>
                  </a:cubicBezTo>
                  <a:cubicBezTo>
                    <a:pt x="352294" y="39393"/>
                    <a:pt x="502248" y="21859"/>
                    <a:pt x="652692" y="22249"/>
                  </a:cubicBezTo>
                  <a:cubicBezTo>
                    <a:pt x="708346" y="-15631"/>
                    <a:pt x="739670" y="-2082"/>
                    <a:pt x="763272" y="38057"/>
                  </a:cubicBezTo>
                  <a:cubicBezTo>
                    <a:pt x="776307" y="62557"/>
                    <a:pt x="786850" y="88304"/>
                    <a:pt x="794743" y="114910"/>
                  </a:cubicBezTo>
                  <a:cubicBezTo>
                    <a:pt x="805524" y="147472"/>
                    <a:pt x="806179" y="329733"/>
                    <a:pt x="816669" y="362441"/>
                  </a:cubicBezTo>
                  <a:cubicBezTo>
                    <a:pt x="830292" y="404984"/>
                    <a:pt x="790883" y="491816"/>
                    <a:pt x="791393" y="536471"/>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9" name="任意多边形: 形状 18">
              <a:extLst>
                <a:ext uri="{FF2B5EF4-FFF2-40B4-BE49-F238E27FC236}">
                  <a16:creationId xmlns:a16="http://schemas.microsoft.com/office/drawing/2014/main" id="{5BBF7525-2466-44C6-8F6E-4C7269A4EC4F}"/>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0" name="任意多边形: 形状 19">
              <a:extLst>
                <a:ext uri="{FF2B5EF4-FFF2-40B4-BE49-F238E27FC236}">
                  <a16:creationId xmlns:a16="http://schemas.microsoft.com/office/drawing/2014/main" id="{E0B32EFC-5E12-47E1-B2AF-7C02B12EE537}"/>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1" name="任意多边形: 形状 20">
              <a:extLst>
                <a:ext uri="{FF2B5EF4-FFF2-40B4-BE49-F238E27FC236}">
                  <a16:creationId xmlns:a16="http://schemas.microsoft.com/office/drawing/2014/main" id="{7B90B47A-6F6C-4728-9846-E43986ADD04B}"/>
                </a:ext>
              </a:extLst>
            </p:cNvPr>
            <p:cNvSpPr/>
            <p:nvPr/>
          </p:nvSpPr>
          <p:spPr>
            <a:xfrm>
              <a:off x="2944583" y="1216911"/>
              <a:ext cx="343483" cy="177834"/>
            </a:xfrm>
            <a:custGeom>
              <a:avLst/>
              <a:gdLst>
                <a:gd name="connsiteX0" fmla="*/ 343439 w 343483"/>
                <a:gd name="connsiteY0" fmla="*/ 52856 h 177834"/>
                <a:gd name="connsiteX1" fmla="*/ 286619 w 343483"/>
                <a:gd name="connsiteY1" fmla="*/ 169920 h 177834"/>
                <a:gd name="connsiteX2" fmla="*/ 222078 w 343483"/>
                <a:gd name="connsiteY2" fmla="*/ 177714 h 177834"/>
                <a:gd name="connsiteX3" fmla="*/ 28239 w 343483"/>
                <a:gd name="connsiteY3" fmla="*/ 68993 h 177834"/>
                <a:gd name="connsiteX4" fmla="*/ 187 w 343483"/>
                <a:gd name="connsiteY4" fmla="*/ 16068 h 177834"/>
                <a:gd name="connsiteX5" fmla="*/ 40399 w 343483"/>
                <a:gd name="connsiteY5" fmla="*/ 989 h 177834"/>
                <a:gd name="connsiteX6" fmla="*/ 196728 w 343483"/>
                <a:gd name="connsiteY6" fmla="*/ 21167 h 177834"/>
                <a:gd name="connsiteX7" fmla="*/ 343439 w 343483"/>
                <a:gd name="connsiteY7" fmla="*/ 52856 h 1778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483" h="177834">
                  <a:moveTo>
                    <a:pt x="343439" y="52856"/>
                  </a:moveTo>
                  <a:cubicBezTo>
                    <a:pt x="320430" y="89768"/>
                    <a:pt x="301385" y="129007"/>
                    <a:pt x="286619" y="169920"/>
                  </a:cubicBezTo>
                  <a:cubicBezTo>
                    <a:pt x="265498" y="175113"/>
                    <a:pt x="243827" y="177730"/>
                    <a:pt x="222078" y="177714"/>
                  </a:cubicBezTo>
                  <a:cubicBezTo>
                    <a:pt x="137648" y="177714"/>
                    <a:pt x="77847" y="129674"/>
                    <a:pt x="28239" y="68993"/>
                  </a:cubicBezTo>
                  <a:cubicBezTo>
                    <a:pt x="23940" y="49543"/>
                    <a:pt x="-2800" y="31366"/>
                    <a:pt x="187" y="16068"/>
                  </a:cubicBezTo>
                  <a:cubicBezTo>
                    <a:pt x="4121" y="-4183"/>
                    <a:pt x="23207" y="-176"/>
                    <a:pt x="40399" y="989"/>
                  </a:cubicBezTo>
                  <a:cubicBezTo>
                    <a:pt x="92825" y="4982"/>
                    <a:pt x="145006" y="11718"/>
                    <a:pt x="196728" y="21167"/>
                  </a:cubicBezTo>
                  <a:cubicBezTo>
                    <a:pt x="210203" y="23499"/>
                    <a:pt x="341472" y="56280"/>
                    <a:pt x="343439" y="5285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2" name="任意多边形: 形状 21">
              <a:extLst>
                <a:ext uri="{FF2B5EF4-FFF2-40B4-BE49-F238E27FC236}">
                  <a16:creationId xmlns:a16="http://schemas.microsoft.com/office/drawing/2014/main" id="{6FCF0F4A-44B1-4748-8FCE-CA7F08E686E1}"/>
                </a:ext>
              </a:extLst>
            </p:cNvPr>
            <p:cNvSpPr/>
            <p:nvPr/>
          </p:nvSpPr>
          <p:spPr>
            <a:xfrm>
              <a:off x="2896225" y="846413"/>
              <a:ext cx="541013" cy="541013"/>
            </a:xfrm>
            <a:custGeom>
              <a:avLst/>
              <a:gdLst>
                <a:gd name="connsiteX0" fmla="*/ 541013 w 541013"/>
                <a:gd name="connsiteY0" fmla="*/ 270507 h 541013"/>
                <a:gd name="connsiteX1" fmla="*/ 270507 w 541013"/>
                <a:gd name="connsiteY1" fmla="*/ 541013 h 541013"/>
                <a:gd name="connsiteX2" fmla="*/ 0 w 541013"/>
                <a:gd name="connsiteY2" fmla="*/ 270507 h 541013"/>
                <a:gd name="connsiteX3" fmla="*/ 270507 w 541013"/>
                <a:gd name="connsiteY3" fmla="*/ 0 h 541013"/>
                <a:gd name="connsiteX4" fmla="*/ 541013 w 541013"/>
                <a:gd name="connsiteY4" fmla="*/ 270507 h 541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13" h="541013">
                  <a:moveTo>
                    <a:pt x="541013" y="270507"/>
                  </a:moveTo>
                  <a:cubicBezTo>
                    <a:pt x="541013" y="419903"/>
                    <a:pt x="419903" y="541013"/>
                    <a:pt x="270507" y="541013"/>
                  </a:cubicBezTo>
                  <a:cubicBezTo>
                    <a:pt x="121110" y="541013"/>
                    <a:pt x="0" y="419903"/>
                    <a:pt x="0" y="270507"/>
                  </a:cubicBezTo>
                  <a:cubicBezTo>
                    <a:pt x="0" y="121110"/>
                    <a:pt x="121110" y="0"/>
                    <a:pt x="270507" y="0"/>
                  </a:cubicBezTo>
                  <a:cubicBezTo>
                    <a:pt x="419903" y="0"/>
                    <a:pt x="541013" y="121110"/>
                    <a:pt x="541013" y="2705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3" name="任意多边形: 形状 22">
              <a:extLst>
                <a:ext uri="{FF2B5EF4-FFF2-40B4-BE49-F238E27FC236}">
                  <a16:creationId xmlns:a16="http://schemas.microsoft.com/office/drawing/2014/main" id="{8CACE788-F5A8-4878-A224-240D0F12C9D1}"/>
                </a:ext>
              </a:extLst>
            </p:cNvPr>
            <p:cNvSpPr/>
            <p:nvPr/>
          </p:nvSpPr>
          <p:spPr>
            <a:xfrm>
              <a:off x="2889233" y="3016810"/>
              <a:ext cx="619266" cy="123114"/>
            </a:xfrm>
            <a:custGeom>
              <a:avLst/>
              <a:gdLst>
                <a:gd name="connsiteX0" fmla="*/ 619222 w 619266"/>
                <a:gd name="connsiteY0" fmla="*/ 38057 h 123114"/>
                <a:gd name="connsiteX1" fmla="*/ 478265 w 619266"/>
                <a:gd name="connsiteY1" fmla="*/ 39076 h 123114"/>
                <a:gd name="connsiteX2" fmla="*/ 390777 w 619266"/>
                <a:gd name="connsiteY2" fmla="*/ 48036 h 123114"/>
                <a:gd name="connsiteX3" fmla="*/ 286970 w 619266"/>
                <a:gd name="connsiteY3" fmla="*/ 82420 h 123114"/>
                <a:gd name="connsiteX4" fmla="*/ 113523 w 619266"/>
                <a:gd name="connsiteY4" fmla="*/ 105220 h 123114"/>
                <a:gd name="connsiteX5" fmla="*/ -45 w 619266"/>
                <a:gd name="connsiteY5" fmla="*/ 122995 h 123114"/>
                <a:gd name="connsiteX6" fmla="*/ 3451 w 619266"/>
                <a:gd name="connsiteY6" fmla="*/ 110028 h 123114"/>
                <a:gd name="connsiteX7" fmla="*/ 61947 w 619266"/>
                <a:gd name="connsiteY7" fmla="*/ 74479 h 123114"/>
                <a:gd name="connsiteX8" fmla="*/ 508641 w 619266"/>
                <a:gd name="connsiteY8" fmla="*/ 22248 h 123114"/>
                <a:gd name="connsiteX9" fmla="*/ 619222 w 619266"/>
                <a:gd name="connsiteY9" fmla="*/ 38057 h 12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266" h="123114">
                  <a:moveTo>
                    <a:pt x="619222" y="38057"/>
                  </a:moveTo>
                  <a:cubicBezTo>
                    <a:pt x="572382" y="35288"/>
                    <a:pt x="525251" y="37182"/>
                    <a:pt x="478265" y="39076"/>
                  </a:cubicBezTo>
                  <a:cubicBezTo>
                    <a:pt x="448888" y="39355"/>
                    <a:pt x="419600" y="42355"/>
                    <a:pt x="390777" y="48036"/>
                  </a:cubicBezTo>
                  <a:cubicBezTo>
                    <a:pt x="355227" y="56122"/>
                    <a:pt x="322009" y="72293"/>
                    <a:pt x="286970" y="82420"/>
                  </a:cubicBezTo>
                  <a:cubicBezTo>
                    <a:pt x="230877" y="98737"/>
                    <a:pt x="171654" y="99466"/>
                    <a:pt x="113523" y="105220"/>
                  </a:cubicBezTo>
                  <a:cubicBezTo>
                    <a:pt x="75352" y="108921"/>
                    <a:pt x="37431" y="114856"/>
                    <a:pt x="-45" y="122995"/>
                  </a:cubicBezTo>
                  <a:cubicBezTo>
                    <a:pt x="501" y="118529"/>
                    <a:pt x="1678" y="114164"/>
                    <a:pt x="3451" y="110028"/>
                  </a:cubicBezTo>
                  <a:cubicBezTo>
                    <a:pt x="13068" y="88393"/>
                    <a:pt x="38929" y="80015"/>
                    <a:pt x="61947" y="74479"/>
                  </a:cubicBezTo>
                  <a:cubicBezTo>
                    <a:pt x="208243" y="39392"/>
                    <a:pt x="358197" y="21859"/>
                    <a:pt x="508641" y="22248"/>
                  </a:cubicBezTo>
                  <a:cubicBezTo>
                    <a:pt x="564296" y="-15631"/>
                    <a:pt x="595620" y="-2082"/>
                    <a:pt x="619222" y="38057"/>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4" name="任意多边形: 形状 23">
              <a:extLst>
                <a:ext uri="{FF2B5EF4-FFF2-40B4-BE49-F238E27FC236}">
                  <a16:creationId xmlns:a16="http://schemas.microsoft.com/office/drawing/2014/main" id="{C9901CDE-0530-4676-9673-E4564D1DFA80}"/>
                </a:ext>
              </a:extLst>
            </p:cNvPr>
            <p:cNvSpPr/>
            <p:nvPr/>
          </p:nvSpPr>
          <p:spPr>
            <a:xfrm>
              <a:off x="2566790" y="1481999"/>
              <a:ext cx="1054353" cy="1688174"/>
            </a:xfrm>
            <a:custGeom>
              <a:avLst/>
              <a:gdLst>
                <a:gd name="connsiteX0" fmla="*/ 757318 w 1054353"/>
                <a:gd name="connsiteY0" fmla="*/ 77622 h 1688174"/>
                <a:gd name="connsiteX1" fmla="*/ 712210 w 1054353"/>
                <a:gd name="connsiteY1" fmla="*/ 101906 h 1688174"/>
                <a:gd name="connsiteX2" fmla="*/ 694656 w 1054353"/>
                <a:gd name="connsiteY2" fmla="*/ 92510 h 1688174"/>
                <a:gd name="connsiteX3" fmla="*/ 588514 w 1054353"/>
                <a:gd name="connsiteY3" fmla="*/ 62170 h 1688174"/>
                <a:gd name="connsiteX4" fmla="*/ 369922 w 1054353"/>
                <a:gd name="connsiteY4" fmla="*/ 13026 h 1688174"/>
                <a:gd name="connsiteX5" fmla="*/ 305267 w 1054353"/>
                <a:gd name="connsiteY5" fmla="*/ -120 h 1688174"/>
                <a:gd name="connsiteX6" fmla="*/ 190055 w 1054353"/>
                <a:gd name="connsiteY6" fmla="*/ 66323 h 1688174"/>
                <a:gd name="connsiteX7" fmla="*/ 112774 w 1054353"/>
                <a:gd name="connsiteY7" fmla="*/ 180016 h 1688174"/>
                <a:gd name="connsiteX8" fmla="*/ 50006 w 1054353"/>
                <a:gd name="connsiteY8" fmla="*/ 255218 h 1688174"/>
                <a:gd name="connsiteX9" fmla="*/ 4693 w 1054353"/>
                <a:gd name="connsiteY9" fmla="*/ 492376 h 1688174"/>
                <a:gd name="connsiteX10" fmla="*/ 81795 w 1054353"/>
                <a:gd name="connsiteY10" fmla="*/ 726721 h 1688174"/>
                <a:gd name="connsiteX11" fmla="*/ 144747 w 1054353"/>
                <a:gd name="connsiteY11" fmla="*/ 853648 h 1688174"/>
                <a:gd name="connsiteX12" fmla="*/ 169069 w 1054353"/>
                <a:gd name="connsiteY12" fmla="*/ 1042073 h 1688174"/>
                <a:gd name="connsiteX13" fmla="*/ 193599 w 1054353"/>
                <a:gd name="connsiteY13" fmla="*/ 1098076 h 1688174"/>
                <a:gd name="connsiteX14" fmla="*/ 191899 w 1054353"/>
                <a:gd name="connsiteY14" fmla="*/ 1139148 h 1688174"/>
                <a:gd name="connsiteX15" fmla="*/ 178131 w 1054353"/>
                <a:gd name="connsiteY15" fmla="*/ 1237082 h 1688174"/>
                <a:gd name="connsiteX16" fmla="*/ 164316 w 1054353"/>
                <a:gd name="connsiteY16" fmla="*/ 1326355 h 1688174"/>
                <a:gd name="connsiteX17" fmla="*/ 166004 w 1054353"/>
                <a:gd name="connsiteY17" fmla="*/ 1488469 h 1688174"/>
                <a:gd name="connsiteX18" fmla="*/ 172392 w 1054353"/>
                <a:gd name="connsiteY18" fmla="*/ 1688054 h 1688174"/>
                <a:gd name="connsiteX19" fmla="*/ 435986 w 1054353"/>
                <a:gd name="connsiteY19" fmla="*/ 1625429 h 1688174"/>
                <a:gd name="connsiteX20" fmla="*/ 609413 w 1054353"/>
                <a:gd name="connsiteY20" fmla="*/ 1602692 h 1688174"/>
                <a:gd name="connsiteX21" fmla="*/ 713216 w 1054353"/>
                <a:gd name="connsiteY21" fmla="*/ 1568243 h 1688174"/>
                <a:gd name="connsiteX22" fmla="*/ 800744 w 1054353"/>
                <a:gd name="connsiteY22" fmla="*/ 1559308 h 1688174"/>
                <a:gd name="connsiteX23" fmla="*/ 995006 w 1054353"/>
                <a:gd name="connsiteY23" fmla="*/ 1563656 h 1688174"/>
                <a:gd name="connsiteX24" fmla="*/ 1009640 w 1054353"/>
                <a:gd name="connsiteY24" fmla="*/ 1560613 h 1688174"/>
                <a:gd name="connsiteX25" fmla="*/ 1011589 w 1054353"/>
                <a:gd name="connsiteY25" fmla="*/ 1552965 h 1688174"/>
                <a:gd name="connsiteX26" fmla="*/ 995002 w 1054353"/>
                <a:gd name="connsiteY26" fmla="*/ 1484101 h 1688174"/>
                <a:gd name="connsiteX27" fmla="*/ 975772 w 1054353"/>
                <a:gd name="connsiteY27" fmla="*/ 1438952 h 1688174"/>
                <a:gd name="connsiteX28" fmla="*/ 981391 w 1054353"/>
                <a:gd name="connsiteY28" fmla="*/ 1416534 h 1688174"/>
                <a:gd name="connsiteX29" fmla="*/ 1009822 w 1054353"/>
                <a:gd name="connsiteY29" fmla="*/ 1340712 h 1688174"/>
                <a:gd name="connsiteX30" fmla="*/ 1034865 w 1054353"/>
                <a:gd name="connsiteY30" fmla="*/ 1135142 h 1688174"/>
                <a:gd name="connsiteX31" fmla="*/ 1053551 w 1054353"/>
                <a:gd name="connsiteY31" fmla="*/ 976114 h 1688174"/>
                <a:gd name="connsiteX32" fmla="*/ 1026902 w 1054353"/>
                <a:gd name="connsiteY32" fmla="*/ 844663 h 1688174"/>
                <a:gd name="connsiteX33" fmla="*/ 1006107 w 1054353"/>
                <a:gd name="connsiteY33" fmla="*/ 815745 h 1688174"/>
                <a:gd name="connsiteX34" fmla="*/ 1001155 w 1054353"/>
                <a:gd name="connsiteY34" fmla="*/ 781163 h 1688174"/>
                <a:gd name="connsiteX35" fmla="*/ 1008667 w 1054353"/>
                <a:gd name="connsiteY35" fmla="*/ 507496 h 1688174"/>
                <a:gd name="connsiteX36" fmla="*/ 935645 w 1054353"/>
                <a:gd name="connsiteY36" fmla="*/ 377204 h 1688174"/>
                <a:gd name="connsiteX37" fmla="*/ 868116 w 1054353"/>
                <a:gd name="connsiteY37" fmla="*/ 219544 h 1688174"/>
                <a:gd name="connsiteX38" fmla="*/ 855570 w 1054353"/>
                <a:gd name="connsiteY38" fmla="*/ 106277 h 1688174"/>
                <a:gd name="connsiteX39" fmla="*/ 846005 w 1054353"/>
                <a:gd name="connsiteY39" fmla="*/ 79826 h 1688174"/>
                <a:gd name="connsiteX40" fmla="*/ 807500 w 1054353"/>
                <a:gd name="connsiteY40" fmla="*/ 68390 h 1688174"/>
                <a:gd name="connsiteX41" fmla="*/ 757318 w 1054353"/>
                <a:gd name="connsiteY41" fmla="*/ 77622 h 1688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054353" h="1688174">
                  <a:moveTo>
                    <a:pt x="757318" y="77622"/>
                  </a:moveTo>
                  <a:cubicBezTo>
                    <a:pt x="745525" y="91268"/>
                    <a:pt x="729701" y="106306"/>
                    <a:pt x="712210" y="101906"/>
                  </a:cubicBezTo>
                  <a:cubicBezTo>
                    <a:pt x="705888" y="99746"/>
                    <a:pt x="699960" y="96573"/>
                    <a:pt x="694656" y="92510"/>
                  </a:cubicBezTo>
                  <a:cubicBezTo>
                    <a:pt x="663473" y="72413"/>
                    <a:pt x="625198" y="67697"/>
                    <a:pt x="588514" y="62170"/>
                  </a:cubicBezTo>
                  <a:cubicBezTo>
                    <a:pt x="514570" y="51028"/>
                    <a:pt x="441519" y="34605"/>
                    <a:pt x="369922" y="13026"/>
                  </a:cubicBezTo>
                  <a:cubicBezTo>
                    <a:pt x="349141" y="5462"/>
                    <a:pt x="327351" y="1031"/>
                    <a:pt x="305267" y="-120"/>
                  </a:cubicBezTo>
                  <a:cubicBezTo>
                    <a:pt x="259418" y="117"/>
                    <a:pt x="218786" y="30594"/>
                    <a:pt x="190055" y="66323"/>
                  </a:cubicBezTo>
                  <a:cubicBezTo>
                    <a:pt x="161323" y="102052"/>
                    <a:pt x="140968" y="143860"/>
                    <a:pt x="112774" y="180016"/>
                  </a:cubicBezTo>
                  <a:cubicBezTo>
                    <a:pt x="92686" y="205776"/>
                    <a:pt x="68765" y="228475"/>
                    <a:pt x="50006" y="255218"/>
                  </a:cubicBezTo>
                  <a:cubicBezTo>
                    <a:pt x="2646" y="322734"/>
                    <a:pt x="-7533" y="410817"/>
                    <a:pt x="4693" y="492376"/>
                  </a:cubicBezTo>
                  <a:cubicBezTo>
                    <a:pt x="16920" y="573934"/>
                    <a:pt x="49505" y="650836"/>
                    <a:pt x="81795" y="726721"/>
                  </a:cubicBezTo>
                  <a:cubicBezTo>
                    <a:pt x="99052" y="770778"/>
                    <a:pt x="120115" y="813248"/>
                    <a:pt x="144747" y="853648"/>
                  </a:cubicBezTo>
                  <a:cubicBezTo>
                    <a:pt x="133854" y="915615"/>
                    <a:pt x="139603" y="986481"/>
                    <a:pt x="169069" y="1042073"/>
                  </a:cubicBezTo>
                  <a:cubicBezTo>
                    <a:pt x="178666" y="1060178"/>
                    <a:pt x="190426" y="1077833"/>
                    <a:pt x="193599" y="1098076"/>
                  </a:cubicBezTo>
                  <a:cubicBezTo>
                    <a:pt x="195053" y="1111776"/>
                    <a:pt x="194481" y="1125615"/>
                    <a:pt x="191899" y="1139148"/>
                  </a:cubicBezTo>
                  <a:lnTo>
                    <a:pt x="178131" y="1237082"/>
                  </a:lnTo>
                  <a:cubicBezTo>
                    <a:pt x="173939" y="1266903"/>
                    <a:pt x="169745" y="1296735"/>
                    <a:pt x="164316" y="1326355"/>
                  </a:cubicBezTo>
                  <a:cubicBezTo>
                    <a:pt x="154379" y="1380568"/>
                    <a:pt x="140898" y="1439404"/>
                    <a:pt x="166004" y="1488469"/>
                  </a:cubicBezTo>
                  <a:cubicBezTo>
                    <a:pt x="196071" y="1547226"/>
                    <a:pt x="164492" y="1622526"/>
                    <a:pt x="172392" y="1688054"/>
                  </a:cubicBezTo>
                  <a:cubicBezTo>
                    <a:pt x="257023" y="1655365"/>
                    <a:pt x="345695" y="1634298"/>
                    <a:pt x="435986" y="1625429"/>
                  </a:cubicBezTo>
                  <a:cubicBezTo>
                    <a:pt x="494116" y="1619730"/>
                    <a:pt x="553331" y="1619010"/>
                    <a:pt x="609413" y="1602692"/>
                  </a:cubicBezTo>
                  <a:cubicBezTo>
                    <a:pt x="644439" y="1592501"/>
                    <a:pt x="677654" y="1576368"/>
                    <a:pt x="713216" y="1568243"/>
                  </a:cubicBezTo>
                  <a:cubicBezTo>
                    <a:pt x="742055" y="1562583"/>
                    <a:pt x="771355" y="1559592"/>
                    <a:pt x="800744" y="1559308"/>
                  </a:cubicBezTo>
                  <a:cubicBezTo>
                    <a:pt x="865563" y="1556693"/>
                    <a:pt x="930841" y="1554101"/>
                    <a:pt x="995006" y="1563656"/>
                  </a:cubicBezTo>
                  <a:cubicBezTo>
                    <a:pt x="1000202" y="1564429"/>
                    <a:pt x="1006531" y="1564847"/>
                    <a:pt x="1009640" y="1560613"/>
                  </a:cubicBezTo>
                  <a:cubicBezTo>
                    <a:pt x="1011027" y="1558311"/>
                    <a:pt x="1011705" y="1555651"/>
                    <a:pt x="1011589" y="1552965"/>
                  </a:cubicBezTo>
                  <a:cubicBezTo>
                    <a:pt x="1012575" y="1528914"/>
                    <a:pt x="1006831" y="1505065"/>
                    <a:pt x="995002" y="1484101"/>
                  </a:cubicBezTo>
                  <a:cubicBezTo>
                    <a:pt x="986822" y="1469664"/>
                    <a:pt x="975457" y="1455542"/>
                    <a:pt x="975772" y="1438952"/>
                  </a:cubicBezTo>
                  <a:cubicBezTo>
                    <a:pt x="976364" y="1431215"/>
                    <a:pt x="978264" y="1423635"/>
                    <a:pt x="981391" y="1416534"/>
                  </a:cubicBezTo>
                  <a:lnTo>
                    <a:pt x="1009822" y="1340712"/>
                  </a:lnTo>
                  <a:cubicBezTo>
                    <a:pt x="1033822" y="1276704"/>
                    <a:pt x="1022401" y="1202355"/>
                    <a:pt x="1034865" y="1135142"/>
                  </a:cubicBezTo>
                  <a:cubicBezTo>
                    <a:pt x="1044607" y="1082605"/>
                    <a:pt x="1050849" y="1029479"/>
                    <a:pt x="1053551" y="976114"/>
                  </a:cubicBezTo>
                  <a:cubicBezTo>
                    <a:pt x="1055859" y="930503"/>
                    <a:pt x="1054425" y="881109"/>
                    <a:pt x="1026902" y="844663"/>
                  </a:cubicBezTo>
                  <a:cubicBezTo>
                    <a:pt x="1018855" y="835878"/>
                    <a:pt x="1011875" y="826171"/>
                    <a:pt x="1006107" y="815745"/>
                  </a:cubicBezTo>
                  <a:cubicBezTo>
                    <a:pt x="1002156" y="804666"/>
                    <a:pt x="1000472" y="792906"/>
                    <a:pt x="1001155" y="781163"/>
                  </a:cubicBezTo>
                  <a:cubicBezTo>
                    <a:pt x="1000542" y="689891"/>
                    <a:pt x="1003046" y="598668"/>
                    <a:pt x="1008667" y="507496"/>
                  </a:cubicBezTo>
                  <a:cubicBezTo>
                    <a:pt x="984667" y="464392"/>
                    <a:pt x="959644" y="420309"/>
                    <a:pt x="935645" y="377204"/>
                  </a:cubicBezTo>
                  <a:cubicBezTo>
                    <a:pt x="907713" y="327040"/>
                    <a:pt x="879393" y="275842"/>
                    <a:pt x="868116" y="219544"/>
                  </a:cubicBezTo>
                  <a:cubicBezTo>
                    <a:pt x="860651" y="182279"/>
                    <a:pt x="860910" y="143905"/>
                    <a:pt x="855570" y="106277"/>
                  </a:cubicBezTo>
                  <a:cubicBezTo>
                    <a:pt x="855009" y="96720"/>
                    <a:pt x="851686" y="87532"/>
                    <a:pt x="846005" y="79826"/>
                  </a:cubicBezTo>
                  <a:cubicBezTo>
                    <a:pt x="836840" y="69444"/>
                    <a:pt x="821342" y="67958"/>
                    <a:pt x="807500" y="68390"/>
                  </a:cubicBezTo>
                  <a:cubicBezTo>
                    <a:pt x="790404" y="68932"/>
                    <a:pt x="773487" y="72044"/>
                    <a:pt x="757318" y="7762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5" name="任意多边形: 形状 24">
              <a:extLst>
                <a:ext uri="{FF2B5EF4-FFF2-40B4-BE49-F238E27FC236}">
                  <a16:creationId xmlns:a16="http://schemas.microsoft.com/office/drawing/2014/main" id="{D289B5C6-260D-42AE-96CC-3F20728B5DEC}"/>
                </a:ext>
              </a:extLst>
            </p:cNvPr>
            <p:cNvSpPr/>
            <p:nvPr/>
          </p:nvSpPr>
          <p:spPr>
            <a:xfrm>
              <a:off x="4141347" y="1338559"/>
              <a:ext cx="173124" cy="82633"/>
            </a:xfrm>
            <a:custGeom>
              <a:avLst/>
              <a:gdLst>
                <a:gd name="connsiteX0" fmla="*/ 173080 w 173124"/>
                <a:gd name="connsiteY0" fmla="*/ 58544 h 82633"/>
                <a:gd name="connsiteX1" fmla="*/ 114512 w 173124"/>
                <a:gd name="connsiteY1" fmla="*/ 82364 h 82633"/>
                <a:gd name="connsiteX2" fmla="*/ 10050 w 173124"/>
                <a:gd name="connsiteY2" fmla="*/ 43975 h 82633"/>
                <a:gd name="connsiteX3" fmla="*/ 70 w 173124"/>
                <a:gd name="connsiteY3" fmla="*/ 3982 h 82633"/>
                <a:gd name="connsiteX4" fmla="*/ 11725 w 173124"/>
                <a:gd name="connsiteY4" fmla="*/ 1724 h 82633"/>
                <a:gd name="connsiteX5" fmla="*/ 102491 w 173124"/>
                <a:gd name="connsiteY5" fmla="*/ 5366 h 82633"/>
                <a:gd name="connsiteX6" fmla="*/ 172934 w 173124"/>
                <a:gd name="connsiteY6" fmla="*/ 58252 h 82633"/>
                <a:gd name="connsiteX7" fmla="*/ 173080 w 173124"/>
                <a:gd name="connsiteY7" fmla="*/ 58544 h 8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124" h="82633">
                  <a:moveTo>
                    <a:pt x="173080" y="58544"/>
                  </a:moveTo>
                  <a:cubicBezTo>
                    <a:pt x="156086" y="71660"/>
                    <a:pt x="135837" y="79896"/>
                    <a:pt x="114512" y="82364"/>
                  </a:cubicBezTo>
                  <a:cubicBezTo>
                    <a:pt x="86611" y="84259"/>
                    <a:pt x="27386" y="67868"/>
                    <a:pt x="10050" y="43975"/>
                  </a:cubicBezTo>
                  <a:cubicBezTo>
                    <a:pt x="2741" y="31966"/>
                    <a:pt x="-740" y="18017"/>
                    <a:pt x="70" y="3982"/>
                  </a:cubicBezTo>
                  <a:cubicBezTo>
                    <a:pt x="3848" y="2756"/>
                    <a:pt x="7763" y="1998"/>
                    <a:pt x="11725" y="1724"/>
                  </a:cubicBezTo>
                  <a:cubicBezTo>
                    <a:pt x="41992" y="-1631"/>
                    <a:pt x="72591" y="-403"/>
                    <a:pt x="102491" y="5366"/>
                  </a:cubicBezTo>
                  <a:cubicBezTo>
                    <a:pt x="131994" y="12578"/>
                    <a:pt x="160478" y="30498"/>
                    <a:pt x="172934" y="58252"/>
                  </a:cubicBezTo>
                  <a:cubicBezTo>
                    <a:pt x="173007" y="58325"/>
                    <a:pt x="173007" y="58471"/>
                    <a:pt x="173080" y="5854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6" name="任意多边形: 形状 25">
              <a:extLst>
                <a:ext uri="{FF2B5EF4-FFF2-40B4-BE49-F238E27FC236}">
                  <a16:creationId xmlns:a16="http://schemas.microsoft.com/office/drawing/2014/main" id="{42A1EB1B-8027-4951-97CC-EA1659CB6D95}"/>
                </a:ext>
              </a:extLst>
            </p:cNvPr>
            <p:cNvSpPr/>
            <p:nvPr/>
          </p:nvSpPr>
          <p:spPr>
            <a:xfrm>
              <a:off x="3344611" y="1345824"/>
              <a:ext cx="965073" cy="703983"/>
            </a:xfrm>
            <a:custGeom>
              <a:avLst/>
              <a:gdLst>
                <a:gd name="connsiteX0" fmla="*/ 69846 w 965073"/>
                <a:gd name="connsiteY0" fmla="*/ 636299 h 703983"/>
                <a:gd name="connsiteX1" fmla="*/ 126827 w 965073"/>
                <a:gd name="connsiteY1" fmla="*/ 690058 h 703983"/>
                <a:gd name="connsiteX2" fmla="*/ 215622 w 965073"/>
                <a:gd name="connsiteY2" fmla="*/ 703680 h 703983"/>
                <a:gd name="connsiteX3" fmla="*/ 586674 w 965073"/>
                <a:gd name="connsiteY3" fmla="*/ 662920 h 703983"/>
                <a:gd name="connsiteX4" fmla="*/ 627540 w 965073"/>
                <a:gd name="connsiteY4" fmla="*/ 651966 h 703983"/>
                <a:gd name="connsiteX5" fmla="*/ 668842 w 965073"/>
                <a:gd name="connsiteY5" fmla="*/ 626206 h 703983"/>
                <a:gd name="connsiteX6" fmla="*/ 780505 w 965073"/>
                <a:gd name="connsiteY6" fmla="*/ 528808 h 703983"/>
                <a:gd name="connsiteX7" fmla="*/ 846698 w 965073"/>
                <a:gd name="connsiteY7" fmla="*/ 366471 h 703983"/>
                <a:gd name="connsiteX8" fmla="*/ 905835 w 965073"/>
                <a:gd name="connsiteY8" fmla="*/ 264731 h 703983"/>
                <a:gd name="connsiteX9" fmla="*/ 919315 w 965073"/>
                <a:gd name="connsiteY9" fmla="*/ 215319 h 703983"/>
                <a:gd name="connsiteX10" fmla="*/ 911710 w 965073"/>
                <a:gd name="connsiteY10" fmla="*/ 162260 h 703983"/>
                <a:gd name="connsiteX11" fmla="*/ 954633 w 965073"/>
                <a:gd name="connsiteY11" fmla="*/ 85046 h 703983"/>
                <a:gd name="connsiteX12" fmla="*/ 964842 w 965073"/>
                <a:gd name="connsiteY12" fmla="*/ 71479 h 703983"/>
                <a:gd name="connsiteX13" fmla="*/ 962411 w 965073"/>
                <a:gd name="connsiteY13" fmla="*/ 58255 h 703983"/>
                <a:gd name="connsiteX14" fmla="*/ 891942 w 965073"/>
                <a:gd name="connsiteY14" fmla="*/ 5350 h 703983"/>
                <a:gd name="connsiteX15" fmla="*/ 801146 w 965073"/>
                <a:gd name="connsiteY15" fmla="*/ 1745 h 703983"/>
                <a:gd name="connsiteX16" fmla="*/ 771406 w 965073"/>
                <a:gd name="connsiteY16" fmla="*/ 9644 h 703983"/>
                <a:gd name="connsiteX17" fmla="*/ 750252 w 965073"/>
                <a:gd name="connsiteY17" fmla="*/ 65347 h 703983"/>
                <a:gd name="connsiteX18" fmla="*/ 736430 w 965073"/>
                <a:gd name="connsiteY18" fmla="*/ 90757 h 703983"/>
                <a:gd name="connsiteX19" fmla="*/ 721412 w 965073"/>
                <a:gd name="connsiteY19" fmla="*/ 102500 h 703983"/>
                <a:gd name="connsiteX20" fmla="*/ 691646 w 965073"/>
                <a:gd name="connsiteY20" fmla="*/ 177573 h 703983"/>
                <a:gd name="connsiteX21" fmla="*/ 643943 w 965073"/>
                <a:gd name="connsiteY21" fmla="*/ 277160 h 703983"/>
                <a:gd name="connsiteX22" fmla="*/ 574192 w 965073"/>
                <a:gd name="connsiteY22" fmla="*/ 338566 h 703983"/>
                <a:gd name="connsiteX23" fmla="*/ 565082 w 965073"/>
                <a:gd name="connsiteY23" fmla="*/ 357678 h 703983"/>
                <a:gd name="connsiteX24" fmla="*/ 540727 w 965073"/>
                <a:gd name="connsiteY24" fmla="*/ 365162 h 703983"/>
                <a:gd name="connsiteX25" fmla="*/ 474259 w 965073"/>
                <a:gd name="connsiteY25" fmla="*/ 375254 h 703983"/>
                <a:gd name="connsiteX26" fmla="*/ 395312 w 965073"/>
                <a:gd name="connsiteY26" fmla="*/ 364220 h 703983"/>
                <a:gd name="connsiteX27" fmla="*/ 378466 w 965073"/>
                <a:gd name="connsiteY27" fmla="*/ 365714 h 703983"/>
                <a:gd name="connsiteX28" fmla="*/ 364650 w 965073"/>
                <a:gd name="connsiteY28" fmla="*/ 360899 h 703983"/>
                <a:gd name="connsiteX29" fmla="*/ 333314 w 965073"/>
                <a:gd name="connsiteY29" fmla="*/ 348571 h 703983"/>
                <a:gd name="connsiteX30" fmla="*/ 303585 w 965073"/>
                <a:gd name="connsiteY30" fmla="*/ 360054 h 703983"/>
                <a:gd name="connsiteX31" fmla="*/ 284567 w 965073"/>
                <a:gd name="connsiteY31" fmla="*/ 332197 h 703983"/>
                <a:gd name="connsiteX32" fmla="*/ 255727 w 965073"/>
                <a:gd name="connsiteY32" fmla="*/ 318435 h 703983"/>
                <a:gd name="connsiteX33" fmla="*/ 246199 w 965073"/>
                <a:gd name="connsiteY33" fmla="*/ 296916 h 703983"/>
                <a:gd name="connsiteX34" fmla="*/ 217426 w 965073"/>
                <a:gd name="connsiteY34" fmla="*/ 297958 h 703983"/>
                <a:gd name="connsiteX35" fmla="*/ 148910 w 965073"/>
                <a:gd name="connsiteY35" fmla="*/ 269165 h 703983"/>
                <a:gd name="connsiteX36" fmla="*/ 85350 w 965073"/>
                <a:gd name="connsiteY36" fmla="*/ 250274 h 703983"/>
                <a:gd name="connsiteX37" fmla="*/ 73587 w 965073"/>
                <a:gd name="connsiteY37" fmla="*/ 229286 h 703983"/>
                <a:gd name="connsiteX38" fmla="*/ 58495 w 965073"/>
                <a:gd name="connsiteY38" fmla="*/ 227537 h 703983"/>
                <a:gd name="connsiteX39" fmla="*/ 12854 w 965073"/>
                <a:gd name="connsiteY39" fmla="*/ 241389 h 703983"/>
                <a:gd name="connsiteX40" fmla="*/ 19568 w 965073"/>
                <a:gd name="connsiteY40" fmla="*/ 521032 h 703983"/>
                <a:gd name="connsiteX41" fmla="*/ 69846 w 965073"/>
                <a:gd name="connsiteY41" fmla="*/ 636299 h 703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965073" h="703983">
                  <a:moveTo>
                    <a:pt x="69846" y="636299"/>
                  </a:moveTo>
                  <a:cubicBezTo>
                    <a:pt x="86311" y="656826"/>
                    <a:pt x="103471" y="677935"/>
                    <a:pt x="126827" y="690058"/>
                  </a:cubicBezTo>
                  <a:cubicBezTo>
                    <a:pt x="153699" y="704006"/>
                    <a:pt x="185352" y="704324"/>
                    <a:pt x="215622" y="703680"/>
                  </a:cubicBezTo>
                  <a:cubicBezTo>
                    <a:pt x="340263" y="701021"/>
                    <a:pt x="464427" y="687381"/>
                    <a:pt x="586674" y="662920"/>
                  </a:cubicBezTo>
                  <a:cubicBezTo>
                    <a:pt x="600602" y="660522"/>
                    <a:pt x="614280" y="656856"/>
                    <a:pt x="627540" y="651966"/>
                  </a:cubicBezTo>
                  <a:cubicBezTo>
                    <a:pt x="642237" y="644969"/>
                    <a:pt x="656093" y="636327"/>
                    <a:pt x="668842" y="626206"/>
                  </a:cubicBezTo>
                  <a:cubicBezTo>
                    <a:pt x="709086" y="597273"/>
                    <a:pt x="749903" y="567799"/>
                    <a:pt x="780505" y="528808"/>
                  </a:cubicBezTo>
                  <a:cubicBezTo>
                    <a:pt x="816913" y="481717"/>
                    <a:pt x="839797" y="425593"/>
                    <a:pt x="846698" y="366471"/>
                  </a:cubicBezTo>
                  <a:cubicBezTo>
                    <a:pt x="875806" y="339652"/>
                    <a:pt x="891263" y="301531"/>
                    <a:pt x="905835" y="264731"/>
                  </a:cubicBezTo>
                  <a:cubicBezTo>
                    <a:pt x="913031" y="249120"/>
                    <a:pt x="917586" y="232422"/>
                    <a:pt x="919315" y="215319"/>
                  </a:cubicBezTo>
                  <a:cubicBezTo>
                    <a:pt x="920098" y="197822"/>
                    <a:pt x="908503" y="179479"/>
                    <a:pt x="911710" y="162260"/>
                  </a:cubicBezTo>
                  <a:cubicBezTo>
                    <a:pt x="917325" y="132569"/>
                    <a:pt x="932380" y="105487"/>
                    <a:pt x="954633" y="85046"/>
                  </a:cubicBezTo>
                  <a:cubicBezTo>
                    <a:pt x="959351" y="81681"/>
                    <a:pt x="962917" y="76944"/>
                    <a:pt x="964842" y="71479"/>
                  </a:cubicBezTo>
                  <a:cubicBezTo>
                    <a:pt x="965441" y="66925"/>
                    <a:pt x="964590" y="62298"/>
                    <a:pt x="962411" y="58255"/>
                  </a:cubicBezTo>
                  <a:cubicBezTo>
                    <a:pt x="949955" y="30510"/>
                    <a:pt x="921473" y="12621"/>
                    <a:pt x="891942" y="5350"/>
                  </a:cubicBezTo>
                  <a:cubicBezTo>
                    <a:pt x="862031" y="-418"/>
                    <a:pt x="831420" y="-1633"/>
                    <a:pt x="801146" y="1745"/>
                  </a:cubicBezTo>
                  <a:cubicBezTo>
                    <a:pt x="791054" y="3655"/>
                    <a:pt x="781116" y="6295"/>
                    <a:pt x="771406" y="9644"/>
                  </a:cubicBezTo>
                  <a:lnTo>
                    <a:pt x="750252" y="65347"/>
                  </a:lnTo>
                  <a:cubicBezTo>
                    <a:pt x="747410" y="74664"/>
                    <a:pt x="742708" y="83308"/>
                    <a:pt x="736430" y="90757"/>
                  </a:cubicBezTo>
                  <a:cubicBezTo>
                    <a:pt x="731719" y="95034"/>
                    <a:pt x="726700" y="98959"/>
                    <a:pt x="721412" y="102500"/>
                  </a:cubicBezTo>
                  <a:cubicBezTo>
                    <a:pt x="699612" y="121010"/>
                    <a:pt x="688453" y="149154"/>
                    <a:pt x="691646" y="177573"/>
                  </a:cubicBezTo>
                  <a:cubicBezTo>
                    <a:pt x="651958" y="192980"/>
                    <a:pt x="631074" y="236577"/>
                    <a:pt x="643943" y="277160"/>
                  </a:cubicBezTo>
                  <a:cubicBezTo>
                    <a:pt x="611591" y="284096"/>
                    <a:pt x="585173" y="307354"/>
                    <a:pt x="574192" y="338566"/>
                  </a:cubicBezTo>
                  <a:cubicBezTo>
                    <a:pt x="572686" y="345559"/>
                    <a:pt x="569566" y="352104"/>
                    <a:pt x="565082" y="357678"/>
                  </a:cubicBezTo>
                  <a:cubicBezTo>
                    <a:pt x="558102" y="362970"/>
                    <a:pt x="549474" y="365621"/>
                    <a:pt x="540727" y="365162"/>
                  </a:cubicBezTo>
                  <a:cubicBezTo>
                    <a:pt x="516823" y="366641"/>
                    <a:pt x="495922" y="385466"/>
                    <a:pt x="474259" y="375254"/>
                  </a:cubicBezTo>
                  <a:cubicBezTo>
                    <a:pt x="449651" y="363721"/>
                    <a:pt x="422139" y="359876"/>
                    <a:pt x="395312" y="364220"/>
                  </a:cubicBezTo>
                  <a:cubicBezTo>
                    <a:pt x="389796" y="365518"/>
                    <a:pt x="384123" y="366021"/>
                    <a:pt x="378466" y="365714"/>
                  </a:cubicBezTo>
                  <a:cubicBezTo>
                    <a:pt x="373626" y="364883"/>
                    <a:pt x="368958" y="363256"/>
                    <a:pt x="364650" y="360899"/>
                  </a:cubicBezTo>
                  <a:cubicBezTo>
                    <a:pt x="354895" y="355214"/>
                    <a:pt x="344327" y="351056"/>
                    <a:pt x="333314" y="348571"/>
                  </a:cubicBezTo>
                  <a:cubicBezTo>
                    <a:pt x="322007" y="346213"/>
                    <a:pt x="310370" y="350708"/>
                    <a:pt x="303585" y="360054"/>
                  </a:cubicBezTo>
                  <a:cubicBezTo>
                    <a:pt x="295999" y="351736"/>
                    <a:pt x="291479" y="341083"/>
                    <a:pt x="284567" y="332197"/>
                  </a:cubicBezTo>
                  <a:cubicBezTo>
                    <a:pt x="278319" y="322537"/>
                    <a:pt x="267167" y="317215"/>
                    <a:pt x="255727" y="318435"/>
                  </a:cubicBezTo>
                  <a:cubicBezTo>
                    <a:pt x="262928" y="312019"/>
                    <a:pt x="255557" y="299250"/>
                    <a:pt x="246199" y="296916"/>
                  </a:cubicBezTo>
                  <a:cubicBezTo>
                    <a:pt x="236600" y="296127"/>
                    <a:pt x="226942" y="296477"/>
                    <a:pt x="217426" y="297958"/>
                  </a:cubicBezTo>
                  <a:cubicBezTo>
                    <a:pt x="192408" y="297827"/>
                    <a:pt x="173212" y="275111"/>
                    <a:pt x="148910" y="269165"/>
                  </a:cubicBezTo>
                  <a:cubicBezTo>
                    <a:pt x="126573" y="263699"/>
                    <a:pt x="96801" y="270217"/>
                    <a:pt x="85350" y="250274"/>
                  </a:cubicBezTo>
                  <a:cubicBezTo>
                    <a:pt x="81291" y="243204"/>
                    <a:pt x="80497" y="233615"/>
                    <a:pt x="73587" y="229286"/>
                  </a:cubicBezTo>
                  <a:cubicBezTo>
                    <a:pt x="68907" y="226987"/>
                    <a:pt x="63577" y="226369"/>
                    <a:pt x="58495" y="227537"/>
                  </a:cubicBezTo>
                  <a:cubicBezTo>
                    <a:pt x="42631" y="229648"/>
                    <a:pt x="27216" y="234327"/>
                    <a:pt x="12854" y="241389"/>
                  </a:cubicBezTo>
                  <a:cubicBezTo>
                    <a:pt x="-10569" y="333011"/>
                    <a:pt x="1720" y="428162"/>
                    <a:pt x="19568" y="521032"/>
                  </a:cubicBezTo>
                  <a:cubicBezTo>
                    <a:pt x="26089" y="563152"/>
                    <a:pt x="43411" y="602865"/>
                    <a:pt x="69846" y="636299"/>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7" name="任意多边形: 形状 26">
              <a:extLst>
                <a:ext uri="{FF2B5EF4-FFF2-40B4-BE49-F238E27FC236}">
                  <a16:creationId xmlns:a16="http://schemas.microsoft.com/office/drawing/2014/main" id="{20A259C1-D568-4DDA-9A19-A0C68AC3561A}"/>
                </a:ext>
              </a:extLst>
            </p:cNvPr>
            <p:cNvSpPr/>
            <p:nvPr/>
          </p:nvSpPr>
          <p:spPr>
            <a:xfrm>
              <a:off x="3297316" y="2279710"/>
              <a:ext cx="143431" cy="265743"/>
            </a:xfrm>
            <a:custGeom>
              <a:avLst/>
              <a:gdLst>
                <a:gd name="connsiteX0" fmla="*/ 116437 w 143431"/>
                <a:gd name="connsiteY0" fmla="*/ 30743 h 265743"/>
                <a:gd name="connsiteX1" fmla="*/ -45 w 143431"/>
                <a:gd name="connsiteY1" fmla="*/ 265623 h 265743"/>
                <a:gd name="connsiteX2" fmla="*/ 60036 w 143431"/>
                <a:gd name="connsiteY2" fmla="*/ 221538 h 265743"/>
                <a:gd name="connsiteX3" fmla="*/ 117520 w 143431"/>
                <a:gd name="connsiteY3" fmla="*/ 144315 h 265743"/>
                <a:gd name="connsiteX4" fmla="*/ 139516 w 143431"/>
                <a:gd name="connsiteY4" fmla="*/ 49171 h 265743"/>
                <a:gd name="connsiteX5" fmla="*/ 139630 w 143431"/>
                <a:gd name="connsiteY5" fmla="*/ -120 h 265743"/>
                <a:gd name="connsiteX6" fmla="*/ 116437 w 143431"/>
                <a:gd name="connsiteY6" fmla="*/ 30743 h 265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3431" h="265743">
                  <a:moveTo>
                    <a:pt x="116437" y="30743"/>
                  </a:moveTo>
                  <a:lnTo>
                    <a:pt x="-45" y="265623"/>
                  </a:lnTo>
                  <a:cubicBezTo>
                    <a:pt x="12544" y="243859"/>
                    <a:pt x="39095" y="235455"/>
                    <a:pt x="60036" y="221538"/>
                  </a:cubicBezTo>
                  <a:cubicBezTo>
                    <a:pt x="86706" y="202345"/>
                    <a:pt x="106785" y="175371"/>
                    <a:pt x="117520" y="144315"/>
                  </a:cubicBezTo>
                  <a:cubicBezTo>
                    <a:pt x="128105" y="113442"/>
                    <a:pt x="135476" y="81558"/>
                    <a:pt x="139516" y="49171"/>
                  </a:cubicBezTo>
                  <a:cubicBezTo>
                    <a:pt x="141897" y="34264"/>
                    <a:pt x="146825" y="13378"/>
                    <a:pt x="139630" y="-120"/>
                  </a:cubicBezTo>
                  <a:cubicBezTo>
                    <a:pt x="126240" y="2634"/>
                    <a:pt x="121910" y="19708"/>
                    <a:pt x="116437" y="30743"/>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8" name="任意多边形: 形状 27">
              <a:extLst>
                <a:ext uri="{FF2B5EF4-FFF2-40B4-BE49-F238E27FC236}">
                  <a16:creationId xmlns:a16="http://schemas.microsoft.com/office/drawing/2014/main" id="{5C6203A9-772B-4731-AAEB-CD6C9C837188}"/>
                </a:ext>
              </a:extLst>
            </p:cNvPr>
            <p:cNvSpPr/>
            <p:nvPr/>
          </p:nvSpPr>
          <p:spPr>
            <a:xfrm>
              <a:off x="2795254" y="2464108"/>
              <a:ext cx="331780" cy="376626"/>
            </a:xfrm>
            <a:custGeom>
              <a:avLst/>
              <a:gdLst>
                <a:gd name="connsiteX0" fmla="*/ 283330 w 331780"/>
                <a:gd name="connsiteY0" fmla="*/ 45739 h 376626"/>
                <a:gd name="connsiteX1" fmla="*/ 195944 w 331780"/>
                <a:gd name="connsiteY1" fmla="*/ 113931 h 376626"/>
                <a:gd name="connsiteX2" fmla="*/ 33208 w 331780"/>
                <a:gd name="connsiteY2" fmla="*/ 314007 h 376626"/>
                <a:gd name="connsiteX3" fmla="*/ -45 w 331780"/>
                <a:gd name="connsiteY3" fmla="*/ 374593 h 376626"/>
                <a:gd name="connsiteX4" fmla="*/ 19143 w 331780"/>
                <a:gd name="connsiteY4" fmla="*/ 369628 h 376626"/>
                <a:gd name="connsiteX5" fmla="*/ 110616 w 331780"/>
                <a:gd name="connsiteY5" fmla="*/ 289238 h 376626"/>
                <a:gd name="connsiteX6" fmla="*/ 141123 w 331780"/>
                <a:gd name="connsiteY6" fmla="*/ 258364 h 376626"/>
                <a:gd name="connsiteX7" fmla="*/ 178461 w 331780"/>
                <a:gd name="connsiteY7" fmla="*/ 187884 h 376626"/>
                <a:gd name="connsiteX8" fmla="*/ 234049 w 331780"/>
                <a:gd name="connsiteY8" fmla="*/ 131233 h 376626"/>
                <a:gd name="connsiteX9" fmla="*/ 328064 w 331780"/>
                <a:gd name="connsiteY9" fmla="*/ -120 h 376626"/>
                <a:gd name="connsiteX10" fmla="*/ 283330 w 331780"/>
                <a:gd name="connsiteY10" fmla="*/ 45739 h 376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1780" h="376626">
                  <a:moveTo>
                    <a:pt x="283330" y="45739"/>
                  </a:moveTo>
                  <a:cubicBezTo>
                    <a:pt x="257049" y="71756"/>
                    <a:pt x="224865" y="90883"/>
                    <a:pt x="195944" y="113931"/>
                  </a:cubicBezTo>
                  <a:cubicBezTo>
                    <a:pt x="128403" y="167757"/>
                    <a:pt x="80209" y="241550"/>
                    <a:pt x="33208" y="314007"/>
                  </a:cubicBezTo>
                  <a:cubicBezTo>
                    <a:pt x="19932" y="332919"/>
                    <a:pt x="8780" y="353238"/>
                    <a:pt x="-45" y="374593"/>
                  </a:cubicBezTo>
                  <a:cubicBezTo>
                    <a:pt x="5456" y="379306"/>
                    <a:pt x="13703" y="374410"/>
                    <a:pt x="19143" y="369628"/>
                  </a:cubicBezTo>
                  <a:lnTo>
                    <a:pt x="110616" y="289238"/>
                  </a:lnTo>
                  <a:cubicBezTo>
                    <a:pt x="121843" y="280049"/>
                    <a:pt x="132069" y="269700"/>
                    <a:pt x="141123" y="258364"/>
                  </a:cubicBezTo>
                  <a:cubicBezTo>
                    <a:pt x="156995" y="236983"/>
                    <a:pt x="164037" y="210267"/>
                    <a:pt x="178461" y="187884"/>
                  </a:cubicBezTo>
                  <a:cubicBezTo>
                    <a:pt x="194167" y="166423"/>
                    <a:pt x="212889" y="147343"/>
                    <a:pt x="234049" y="131233"/>
                  </a:cubicBezTo>
                  <a:cubicBezTo>
                    <a:pt x="255037" y="113224"/>
                    <a:pt x="351609" y="31576"/>
                    <a:pt x="328064" y="-120"/>
                  </a:cubicBezTo>
                  <a:cubicBezTo>
                    <a:pt x="311090" y="8432"/>
                    <a:pt x="297217" y="31992"/>
                    <a:pt x="283330" y="45739"/>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9" name="任意多边形: 形状 28">
              <a:extLst>
                <a:ext uri="{FF2B5EF4-FFF2-40B4-BE49-F238E27FC236}">
                  <a16:creationId xmlns:a16="http://schemas.microsoft.com/office/drawing/2014/main" id="{35A95108-AD1C-4A3E-A28C-A2987BA29E08}"/>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0" name="任意多边形: 形状 29">
              <a:extLst>
                <a:ext uri="{FF2B5EF4-FFF2-40B4-BE49-F238E27FC236}">
                  <a16:creationId xmlns:a16="http://schemas.microsoft.com/office/drawing/2014/main" id="{E15EF483-BB8F-4988-A107-3304B48123C2}"/>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1" name="任意多边形: 形状 30">
              <a:extLst>
                <a:ext uri="{FF2B5EF4-FFF2-40B4-BE49-F238E27FC236}">
                  <a16:creationId xmlns:a16="http://schemas.microsoft.com/office/drawing/2014/main" id="{5122AC3C-56AE-401A-8BC2-733DE018D934}"/>
                </a:ext>
              </a:extLst>
            </p:cNvPr>
            <p:cNvSpPr/>
            <p:nvPr/>
          </p:nvSpPr>
          <p:spPr>
            <a:xfrm>
              <a:off x="2700122" y="5196663"/>
              <a:ext cx="741221" cy="283677"/>
            </a:xfrm>
            <a:custGeom>
              <a:avLst/>
              <a:gdLst>
                <a:gd name="connsiteX0" fmla="*/ 719097 w 741221"/>
                <a:gd name="connsiteY0" fmla="*/ 215658 h 283677"/>
                <a:gd name="connsiteX1" fmla="*/ 646396 w 741221"/>
                <a:gd name="connsiteY1" fmla="*/ 247637 h 283677"/>
                <a:gd name="connsiteX2" fmla="*/ 465445 w 741221"/>
                <a:gd name="connsiteY2" fmla="*/ 270001 h 283677"/>
                <a:gd name="connsiteX3" fmla="*/ 406367 w 741221"/>
                <a:gd name="connsiteY3" fmla="*/ 274517 h 283677"/>
                <a:gd name="connsiteX4" fmla="*/ 232993 w 741221"/>
                <a:gd name="connsiteY4" fmla="*/ 283551 h 283677"/>
                <a:gd name="connsiteX5" fmla="*/ 19772 w 741221"/>
                <a:gd name="connsiteY5" fmla="*/ 265120 h 283677"/>
                <a:gd name="connsiteX6" fmla="*/ 38 w 741221"/>
                <a:gd name="connsiteY6" fmla="*/ 248840 h 283677"/>
                <a:gd name="connsiteX7" fmla="*/ 322 w 741221"/>
                <a:gd name="connsiteY7" fmla="*/ 243486 h 283677"/>
                <a:gd name="connsiteX8" fmla="*/ 26546 w 741221"/>
                <a:gd name="connsiteY8" fmla="*/ 29463 h 283677"/>
                <a:gd name="connsiteX9" fmla="*/ 87300 w 741221"/>
                <a:gd name="connsiteY9" fmla="*/ 67998 h 283677"/>
                <a:gd name="connsiteX10" fmla="*/ 134286 w 741221"/>
                <a:gd name="connsiteY10" fmla="*/ 92984 h 283677"/>
                <a:gd name="connsiteX11" fmla="*/ 307733 w 741221"/>
                <a:gd name="connsiteY11" fmla="*/ 27860 h 283677"/>
                <a:gd name="connsiteX12" fmla="*/ 339858 w 741221"/>
                <a:gd name="connsiteY12" fmla="*/ 7973 h 283677"/>
                <a:gd name="connsiteX13" fmla="*/ 365865 w 741221"/>
                <a:gd name="connsiteY13" fmla="*/ 543 h 283677"/>
                <a:gd name="connsiteX14" fmla="*/ 454373 w 741221"/>
                <a:gd name="connsiteY14" fmla="*/ 18463 h 283677"/>
                <a:gd name="connsiteX15" fmla="*/ 556285 w 741221"/>
                <a:gd name="connsiteY15" fmla="*/ 79581 h 283677"/>
                <a:gd name="connsiteX16" fmla="*/ 647634 w 741221"/>
                <a:gd name="connsiteY16" fmla="*/ 108501 h 283677"/>
                <a:gd name="connsiteX17" fmla="*/ 734832 w 741221"/>
                <a:gd name="connsiteY17" fmla="*/ 142957 h 283677"/>
                <a:gd name="connsiteX18" fmla="*/ 734905 w 741221"/>
                <a:gd name="connsiteY18" fmla="*/ 143176 h 283677"/>
                <a:gd name="connsiteX19" fmla="*/ 719097 w 741221"/>
                <a:gd name="connsiteY19" fmla="*/ 215658 h 283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41221" h="283677">
                  <a:moveTo>
                    <a:pt x="719097" y="215658"/>
                  </a:moveTo>
                  <a:cubicBezTo>
                    <a:pt x="699501" y="233943"/>
                    <a:pt x="672548" y="241955"/>
                    <a:pt x="646396" y="247637"/>
                  </a:cubicBezTo>
                  <a:cubicBezTo>
                    <a:pt x="586671" y="259284"/>
                    <a:pt x="526208" y="266757"/>
                    <a:pt x="465445" y="270001"/>
                  </a:cubicBezTo>
                  <a:cubicBezTo>
                    <a:pt x="445777" y="271458"/>
                    <a:pt x="426035" y="272988"/>
                    <a:pt x="406367" y="274517"/>
                  </a:cubicBezTo>
                  <a:cubicBezTo>
                    <a:pt x="348673" y="278889"/>
                    <a:pt x="290905" y="283332"/>
                    <a:pt x="232993" y="283551"/>
                  </a:cubicBezTo>
                  <a:cubicBezTo>
                    <a:pt x="161511" y="283793"/>
                    <a:pt x="90152" y="277625"/>
                    <a:pt x="19772" y="265120"/>
                  </a:cubicBezTo>
                  <a:cubicBezTo>
                    <a:pt x="9827" y="266074"/>
                    <a:pt x="991" y="258785"/>
                    <a:pt x="38" y="248840"/>
                  </a:cubicBezTo>
                  <a:cubicBezTo>
                    <a:pt x="-134" y="247051"/>
                    <a:pt x="-38" y="245246"/>
                    <a:pt x="322" y="243486"/>
                  </a:cubicBezTo>
                  <a:cubicBezTo>
                    <a:pt x="1574" y="171425"/>
                    <a:pt x="10363" y="99694"/>
                    <a:pt x="26546" y="29463"/>
                  </a:cubicBezTo>
                  <a:cubicBezTo>
                    <a:pt x="33249" y="616"/>
                    <a:pt x="84968" y="65303"/>
                    <a:pt x="87300" y="67998"/>
                  </a:cubicBezTo>
                  <a:cubicBezTo>
                    <a:pt x="101651" y="84316"/>
                    <a:pt x="112505" y="91819"/>
                    <a:pt x="134286" y="92984"/>
                  </a:cubicBezTo>
                  <a:cubicBezTo>
                    <a:pt x="193801" y="96263"/>
                    <a:pt x="260456" y="60058"/>
                    <a:pt x="307733" y="27860"/>
                  </a:cubicBezTo>
                  <a:cubicBezTo>
                    <a:pt x="317857" y="20330"/>
                    <a:pt x="328604" y="13677"/>
                    <a:pt x="339858" y="7973"/>
                  </a:cubicBezTo>
                  <a:cubicBezTo>
                    <a:pt x="348126" y="4263"/>
                    <a:pt x="356884" y="1761"/>
                    <a:pt x="365865" y="543"/>
                  </a:cubicBezTo>
                  <a:cubicBezTo>
                    <a:pt x="396486" y="-2280"/>
                    <a:pt x="427262" y="3952"/>
                    <a:pt x="454373" y="18463"/>
                  </a:cubicBezTo>
                  <a:cubicBezTo>
                    <a:pt x="489922" y="36091"/>
                    <a:pt x="521101" y="61442"/>
                    <a:pt x="556285" y="79581"/>
                  </a:cubicBezTo>
                  <a:cubicBezTo>
                    <a:pt x="584895" y="94281"/>
                    <a:pt x="615776" y="104058"/>
                    <a:pt x="647634" y="108501"/>
                  </a:cubicBezTo>
                  <a:cubicBezTo>
                    <a:pt x="679833" y="112944"/>
                    <a:pt x="718295" y="115057"/>
                    <a:pt x="734832" y="142957"/>
                  </a:cubicBezTo>
                  <a:cubicBezTo>
                    <a:pt x="734888" y="143015"/>
                    <a:pt x="734915" y="143096"/>
                    <a:pt x="734905" y="143176"/>
                  </a:cubicBezTo>
                  <a:cubicBezTo>
                    <a:pt x="748454" y="166268"/>
                    <a:pt x="738619" y="197446"/>
                    <a:pt x="719097" y="215658"/>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2" name="任意多边形: 形状 31">
              <a:extLst>
                <a:ext uri="{FF2B5EF4-FFF2-40B4-BE49-F238E27FC236}">
                  <a16:creationId xmlns:a16="http://schemas.microsoft.com/office/drawing/2014/main" id="{4EB164A7-9836-4918-91E4-C81C18B6965E}"/>
                </a:ext>
              </a:extLst>
            </p:cNvPr>
            <p:cNvSpPr/>
            <p:nvPr/>
          </p:nvSpPr>
          <p:spPr>
            <a:xfrm>
              <a:off x="2689828" y="5197325"/>
              <a:ext cx="755498" cy="293676"/>
            </a:xfrm>
            <a:custGeom>
              <a:avLst/>
              <a:gdLst>
                <a:gd name="connsiteX0" fmla="*/ 729391 w 755498"/>
                <a:gd name="connsiteY0" fmla="*/ 225656 h 293676"/>
                <a:gd name="connsiteX1" fmla="*/ 656690 w 755498"/>
                <a:gd name="connsiteY1" fmla="*/ 257636 h 293676"/>
                <a:gd name="connsiteX2" fmla="*/ 475739 w 755498"/>
                <a:gd name="connsiteY2" fmla="*/ 280000 h 293676"/>
                <a:gd name="connsiteX3" fmla="*/ 416662 w 755498"/>
                <a:gd name="connsiteY3" fmla="*/ 284516 h 293676"/>
                <a:gd name="connsiteX4" fmla="*/ 243287 w 755498"/>
                <a:gd name="connsiteY4" fmla="*/ 293549 h 293676"/>
                <a:gd name="connsiteX5" fmla="*/ 30066 w 755498"/>
                <a:gd name="connsiteY5" fmla="*/ 275119 h 293676"/>
                <a:gd name="connsiteX6" fmla="*/ 13165 w 755498"/>
                <a:gd name="connsiteY6" fmla="*/ 266960 h 293676"/>
                <a:gd name="connsiteX7" fmla="*/ -45 w 755498"/>
                <a:gd name="connsiteY7" fmla="*/ 242822 h 293676"/>
                <a:gd name="connsiteX8" fmla="*/ 36840 w 755498"/>
                <a:gd name="connsiteY8" fmla="*/ 28800 h 293676"/>
                <a:gd name="connsiteX9" fmla="*/ 97594 w 755498"/>
                <a:gd name="connsiteY9" fmla="*/ 67335 h 293676"/>
                <a:gd name="connsiteX10" fmla="*/ 144580 w 755498"/>
                <a:gd name="connsiteY10" fmla="*/ 92321 h 293676"/>
                <a:gd name="connsiteX11" fmla="*/ 318027 w 755498"/>
                <a:gd name="connsiteY11" fmla="*/ 27197 h 293676"/>
                <a:gd name="connsiteX12" fmla="*/ 350152 w 755498"/>
                <a:gd name="connsiteY12" fmla="*/ 7310 h 293676"/>
                <a:gd name="connsiteX13" fmla="*/ 376159 w 755498"/>
                <a:gd name="connsiteY13" fmla="*/ -120 h 293676"/>
                <a:gd name="connsiteX14" fmla="*/ 275411 w 755498"/>
                <a:gd name="connsiteY14" fmla="*/ 110169 h 293676"/>
                <a:gd name="connsiteX15" fmla="*/ 63576 w 755498"/>
                <a:gd name="connsiteY15" fmla="*/ 129838 h 293676"/>
                <a:gd name="connsiteX16" fmla="*/ 48569 w 755498"/>
                <a:gd name="connsiteY16" fmla="*/ 133480 h 293676"/>
                <a:gd name="connsiteX17" fmla="*/ 39755 w 755498"/>
                <a:gd name="connsiteY17" fmla="*/ 161599 h 293676"/>
                <a:gd name="connsiteX18" fmla="*/ 57310 w 755498"/>
                <a:gd name="connsiteY18" fmla="*/ 207346 h 293676"/>
                <a:gd name="connsiteX19" fmla="*/ 81058 w 755498"/>
                <a:gd name="connsiteY19" fmla="*/ 212300 h 293676"/>
                <a:gd name="connsiteX20" fmla="*/ 609267 w 755498"/>
                <a:gd name="connsiteY20" fmla="*/ 193796 h 293676"/>
                <a:gd name="connsiteX21" fmla="*/ 695299 w 755498"/>
                <a:gd name="connsiteY21" fmla="*/ 174637 h 293676"/>
                <a:gd name="connsiteX22" fmla="*/ 745198 w 755498"/>
                <a:gd name="connsiteY22" fmla="*/ 142513 h 293676"/>
                <a:gd name="connsiteX23" fmla="*/ 729391 w 755498"/>
                <a:gd name="connsiteY23" fmla="*/ 225656 h 293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55498" h="293676">
                  <a:moveTo>
                    <a:pt x="729391" y="225656"/>
                  </a:moveTo>
                  <a:cubicBezTo>
                    <a:pt x="709795" y="243941"/>
                    <a:pt x="682842" y="251954"/>
                    <a:pt x="656690" y="257636"/>
                  </a:cubicBezTo>
                  <a:cubicBezTo>
                    <a:pt x="596965" y="269283"/>
                    <a:pt x="536502" y="276756"/>
                    <a:pt x="475739" y="280000"/>
                  </a:cubicBezTo>
                  <a:cubicBezTo>
                    <a:pt x="456071" y="281457"/>
                    <a:pt x="436330" y="282987"/>
                    <a:pt x="416662" y="284516"/>
                  </a:cubicBezTo>
                  <a:cubicBezTo>
                    <a:pt x="358967" y="288887"/>
                    <a:pt x="301199" y="293331"/>
                    <a:pt x="243287" y="293549"/>
                  </a:cubicBezTo>
                  <a:cubicBezTo>
                    <a:pt x="171806" y="293792"/>
                    <a:pt x="100446" y="287623"/>
                    <a:pt x="30066" y="275119"/>
                  </a:cubicBezTo>
                  <a:cubicBezTo>
                    <a:pt x="23544" y="274861"/>
                    <a:pt x="17423" y="271906"/>
                    <a:pt x="13165" y="266960"/>
                  </a:cubicBezTo>
                  <a:cubicBezTo>
                    <a:pt x="7608" y="259602"/>
                    <a:pt x="3158" y="251469"/>
                    <a:pt x="-45" y="242822"/>
                  </a:cubicBezTo>
                  <a:cubicBezTo>
                    <a:pt x="1193" y="170850"/>
                    <a:pt x="20668" y="98951"/>
                    <a:pt x="36840" y="28800"/>
                  </a:cubicBezTo>
                  <a:cubicBezTo>
                    <a:pt x="43543" y="-47"/>
                    <a:pt x="95263" y="64640"/>
                    <a:pt x="97594" y="67335"/>
                  </a:cubicBezTo>
                  <a:cubicBezTo>
                    <a:pt x="111945" y="83653"/>
                    <a:pt x="122799" y="91156"/>
                    <a:pt x="144580" y="92321"/>
                  </a:cubicBezTo>
                  <a:cubicBezTo>
                    <a:pt x="204095" y="95600"/>
                    <a:pt x="270750" y="59395"/>
                    <a:pt x="318027" y="27197"/>
                  </a:cubicBezTo>
                  <a:cubicBezTo>
                    <a:pt x="328151" y="19667"/>
                    <a:pt x="338898" y="13014"/>
                    <a:pt x="350152" y="7310"/>
                  </a:cubicBezTo>
                  <a:cubicBezTo>
                    <a:pt x="358420" y="3600"/>
                    <a:pt x="367179" y="1098"/>
                    <a:pt x="376159" y="-120"/>
                  </a:cubicBezTo>
                  <a:cubicBezTo>
                    <a:pt x="368509" y="42713"/>
                    <a:pt x="307100" y="94434"/>
                    <a:pt x="275411" y="110169"/>
                  </a:cubicBezTo>
                  <a:cubicBezTo>
                    <a:pt x="211307" y="142003"/>
                    <a:pt x="135110" y="126122"/>
                    <a:pt x="63576" y="129838"/>
                  </a:cubicBezTo>
                  <a:cubicBezTo>
                    <a:pt x="58339" y="129700"/>
                    <a:pt x="53160" y="130957"/>
                    <a:pt x="48569" y="133480"/>
                  </a:cubicBezTo>
                  <a:cubicBezTo>
                    <a:pt x="39973" y="139162"/>
                    <a:pt x="39463" y="151327"/>
                    <a:pt x="39755" y="161599"/>
                  </a:cubicBezTo>
                  <a:cubicBezTo>
                    <a:pt x="40337" y="178645"/>
                    <a:pt x="42522" y="198677"/>
                    <a:pt x="57310" y="207346"/>
                  </a:cubicBezTo>
                  <a:cubicBezTo>
                    <a:pt x="64708" y="210897"/>
                    <a:pt x="72858" y="212597"/>
                    <a:pt x="81058" y="212300"/>
                  </a:cubicBezTo>
                  <a:cubicBezTo>
                    <a:pt x="257340" y="220017"/>
                    <a:pt x="433957" y="213830"/>
                    <a:pt x="609267" y="193796"/>
                  </a:cubicBezTo>
                  <a:cubicBezTo>
                    <a:pt x="638752" y="191824"/>
                    <a:pt x="667764" y="185363"/>
                    <a:pt x="695299" y="174637"/>
                  </a:cubicBezTo>
                  <a:cubicBezTo>
                    <a:pt x="713291" y="166204"/>
                    <a:pt x="730073" y="155399"/>
                    <a:pt x="745198" y="142513"/>
                  </a:cubicBezTo>
                  <a:cubicBezTo>
                    <a:pt x="767717" y="160206"/>
                    <a:pt x="748913" y="207445"/>
                    <a:pt x="729391" y="225656"/>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3" name="任意多边形: 形状 32">
              <a:extLst>
                <a:ext uri="{FF2B5EF4-FFF2-40B4-BE49-F238E27FC236}">
                  <a16:creationId xmlns:a16="http://schemas.microsoft.com/office/drawing/2014/main" id="{453238A4-C24A-4A7A-A65E-B8B1D0F2C07D}"/>
                </a:ext>
              </a:extLst>
            </p:cNvPr>
            <p:cNvSpPr/>
            <p:nvPr/>
          </p:nvSpPr>
          <p:spPr>
            <a:xfrm>
              <a:off x="2857280" y="828932"/>
              <a:ext cx="498126" cy="504805"/>
            </a:xfrm>
            <a:custGeom>
              <a:avLst/>
              <a:gdLst>
                <a:gd name="connsiteX0" fmla="*/ 414644 w 498126"/>
                <a:gd name="connsiteY0" fmla="*/ 284945 h 504805"/>
                <a:gd name="connsiteX1" fmla="*/ 380406 w 498126"/>
                <a:gd name="connsiteY1" fmla="*/ 352036 h 504805"/>
                <a:gd name="connsiteX2" fmla="*/ 300857 w 498126"/>
                <a:gd name="connsiteY2" fmla="*/ 314301 h 504805"/>
                <a:gd name="connsiteX3" fmla="*/ 238793 w 498126"/>
                <a:gd name="connsiteY3" fmla="*/ 403174 h 504805"/>
                <a:gd name="connsiteX4" fmla="*/ 115536 w 498126"/>
                <a:gd name="connsiteY4" fmla="*/ 502755 h 504805"/>
                <a:gd name="connsiteX5" fmla="*/ 81591 w 498126"/>
                <a:gd name="connsiteY5" fmla="*/ 502682 h 504805"/>
                <a:gd name="connsiteX6" fmla="*/ 31108 w 498126"/>
                <a:gd name="connsiteY6" fmla="*/ 444696 h 504805"/>
                <a:gd name="connsiteX7" fmla="*/ 8744 w 498126"/>
                <a:gd name="connsiteY7" fmla="*/ 381029 h 504805"/>
                <a:gd name="connsiteX8" fmla="*/ 657 w 498126"/>
                <a:gd name="connsiteY8" fmla="*/ 334334 h 504805"/>
                <a:gd name="connsiteX9" fmla="*/ 658 w 498126"/>
                <a:gd name="connsiteY9" fmla="*/ 334261 h 504805"/>
                <a:gd name="connsiteX10" fmla="*/ 512 w 498126"/>
                <a:gd name="connsiteY10" fmla="*/ 301990 h 504805"/>
                <a:gd name="connsiteX11" fmla="*/ 87783 w 498126"/>
                <a:gd name="connsiteY11" fmla="*/ 136557 h 504805"/>
                <a:gd name="connsiteX12" fmla="*/ 246004 w 498126"/>
                <a:gd name="connsiteY12" fmla="*/ 29764 h 504805"/>
                <a:gd name="connsiteX13" fmla="*/ 304354 w 498126"/>
                <a:gd name="connsiteY13" fmla="*/ 3757 h 504805"/>
                <a:gd name="connsiteX14" fmla="*/ 365983 w 498126"/>
                <a:gd name="connsiteY14" fmla="*/ 1208 h 504805"/>
                <a:gd name="connsiteX15" fmla="*/ 444366 w 498126"/>
                <a:gd name="connsiteY15" fmla="*/ 19638 h 504805"/>
                <a:gd name="connsiteX16" fmla="*/ 471974 w 498126"/>
                <a:gd name="connsiteY16" fmla="*/ 39015 h 504805"/>
                <a:gd name="connsiteX17" fmla="*/ 495867 w 498126"/>
                <a:gd name="connsiteY17" fmla="*/ 78935 h 504805"/>
                <a:gd name="connsiteX18" fmla="*/ 458425 w 498126"/>
                <a:gd name="connsiteY18" fmla="*/ 189515 h 504805"/>
                <a:gd name="connsiteX19" fmla="*/ 414644 w 498126"/>
                <a:gd name="connsiteY19" fmla="*/ 284945 h 504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98126" h="504805">
                  <a:moveTo>
                    <a:pt x="414644" y="284945"/>
                  </a:moveTo>
                  <a:cubicBezTo>
                    <a:pt x="413623" y="312917"/>
                    <a:pt x="432709" y="367188"/>
                    <a:pt x="380406" y="352036"/>
                  </a:cubicBezTo>
                  <a:cubicBezTo>
                    <a:pt x="349227" y="343003"/>
                    <a:pt x="340413" y="306070"/>
                    <a:pt x="300857" y="314301"/>
                  </a:cubicBezTo>
                  <a:cubicBezTo>
                    <a:pt x="260937" y="322679"/>
                    <a:pt x="252196" y="371267"/>
                    <a:pt x="238793" y="403174"/>
                  </a:cubicBezTo>
                  <a:cubicBezTo>
                    <a:pt x="216626" y="454650"/>
                    <a:pt x="170521" y="491899"/>
                    <a:pt x="115536" y="502755"/>
                  </a:cubicBezTo>
                  <a:cubicBezTo>
                    <a:pt x="104367" y="505354"/>
                    <a:pt x="92748" y="505329"/>
                    <a:pt x="81591" y="502682"/>
                  </a:cubicBezTo>
                  <a:cubicBezTo>
                    <a:pt x="56094" y="495398"/>
                    <a:pt x="41525" y="469100"/>
                    <a:pt x="31108" y="444696"/>
                  </a:cubicBezTo>
                  <a:cubicBezTo>
                    <a:pt x="22087" y="424057"/>
                    <a:pt x="14612" y="402776"/>
                    <a:pt x="8744" y="381029"/>
                  </a:cubicBezTo>
                  <a:cubicBezTo>
                    <a:pt x="4679" y="365732"/>
                    <a:pt x="1973" y="350107"/>
                    <a:pt x="657" y="334334"/>
                  </a:cubicBezTo>
                  <a:lnTo>
                    <a:pt x="658" y="334261"/>
                  </a:lnTo>
                  <a:cubicBezTo>
                    <a:pt x="-228" y="323524"/>
                    <a:pt x="-277" y="312735"/>
                    <a:pt x="512" y="301990"/>
                  </a:cubicBezTo>
                  <a:cubicBezTo>
                    <a:pt x="5248" y="238396"/>
                    <a:pt x="41452" y="180410"/>
                    <a:pt x="87783" y="136557"/>
                  </a:cubicBezTo>
                  <a:cubicBezTo>
                    <a:pt x="134112" y="92703"/>
                    <a:pt x="190423" y="61015"/>
                    <a:pt x="246004" y="29764"/>
                  </a:cubicBezTo>
                  <a:cubicBezTo>
                    <a:pt x="264156" y="18435"/>
                    <a:pt x="283794" y="9682"/>
                    <a:pt x="304354" y="3757"/>
                  </a:cubicBezTo>
                  <a:cubicBezTo>
                    <a:pt x="324634" y="-334"/>
                    <a:pt x="345434" y="-1194"/>
                    <a:pt x="365983" y="1208"/>
                  </a:cubicBezTo>
                  <a:cubicBezTo>
                    <a:pt x="393038" y="2363"/>
                    <a:pt x="419631" y="8616"/>
                    <a:pt x="444366" y="19638"/>
                  </a:cubicBezTo>
                  <a:cubicBezTo>
                    <a:pt x="454507" y="24645"/>
                    <a:pt x="463818" y="31180"/>
                    <a:pt x="471974" y="39015"/>
                  </a:cubicBezTo>
                  <a:cubicBezTo>
                    <a:pt x="483581" y="49772"/>
                    <a:pt x="491871" y="63623"/>
                    <a:pt x="495867" y="78935"/>
                  </a:cubicBezTo>
                  <a:cubicBezTo>
                    <a:pt x="505921" y="120020"/>
                    <a:pt x="479695" y="157026"/>
                    <a:pt x="458425" y="189515"/>
                  </a:cubicBezTo>
                  <a:cubicBezTo>
                    <a:pt x="439483" y="218363"/>
                    <a:pt x="416027" y="248958"/>
                    <a:pt x="414644" y="284945"/>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4" name="任意多边形: 形状 33">
              <a:extLst>
                <a:ext uri="{FF2B5EF4-FFF2-40B4-BE49-F238E27FC236}">
                  <a16:creationId xmlns:a16="http://schemas.microsoft.com/office/drawing/2014/main" id="{3189A541-33B4-4A24-A45D-B97F367CBA89}"/>
                </a:ext>
              </a:extLst>
            </p:cNvPr>
            <p:cNvSpPr/>
            <p:nvPr/>
          </p:nvSpPr>
          <p:spPr>
            <a:xfrm>
              <a:off x="4105167" y="1581430"/>
              <a:ext cx="47026" cy="132906"/>
            </a:xfrm>
            <a:custGeom>
              <a:avLst/>
              <a:gdLst>
                <a:gd name="connsiteX0" fmla="*/ 46981 w 47026"/>
                <a:gd name="connsiteY0" fmla="*/ 132786 h 132906"/>
                <a:gd name="connsiteX1" fmla="*/ 2402 w 47026"/>
                <a:gd name="connsiteY1" fmla="*/ -120 h 132906"/>
                <a:gd name="connsiteX2" fmla="*/ 38146 w 47026"/>
                <a:gd name="connsiteY2" fmla="*/ 63809 h 132906"/>
                <a:gd name="connsiteX3" fmla="*/ 46981 w 47026"/>
                <a:gd name="connsiteY3" fmla="*/ 132786 h 132906"/>
              </a:gdLst>
              <a:ahLst/>
              <a:cxnLst>
                <a:cxn ang="0">
                  <a:pos x="connsiteX0" y="connsiteY0"/>
                </a:cxn>
                <a:cxn ang="0">
                  <a:pos x="connsiteX1" y="connsiteY1"/>
                </a:cxn>
                <a:cxn ang="0">
                  <a:pos x="connsiteX2" y="connsiteY2"/>
                </a:cxn>
                <a:cxn ang="0">
                  <a:pos x="connsiteX3" y="connsiteY3"/>
                </a:cxn>
              </a:cxnLst>
              <a:rect l="l" t="t" r="r" b="b"/>
              <a:pathLst>
                <a:path w="47026" h="132906">
                  <a:moveTo>
                    <a:pt x="46981" y="132786"/>
                  </a:moveTo>
                  <a:cubicBezTo>
                    <a:pt x="35786" y="104594"/>
                    <a:pt x="-11194" y="26680"/>
                    <a:pt x="2402" y="-120"/>
                  </a:cubicBezTo>
                  <a:cubicBezTo>
                    <a:pt x="16515" y="19884"/>
                    <a:pt x="28495" y="41310"/>
                    <a:pt x="38146" y="63809"/>
                  </a:cubicBezTo>
                  <a:cubicBezTo>
                    <a:pt x="47024" y="85604"/>
                    <a:pt x="39772" y="114826"/>
                    <a:pt x="46981" y="13278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5" name="任意多边形: 形状 34">
              <a:extLst>
                <a:ext uri="{FF2B5EF4-FFF2-40B4-BE49-F238E27FC236}">
                  <a16:creationId xmlns:a16="http://schemas.microsoft.com/office/drawing/2014/main" id="{2A7EF4F5-55C4-428C-A158-CFE4F62DED79}"/>
                </a:ext>
              </a:extLst>
            </p:cNvPr>
            <p:cNvSpPr/>
            <p:nvPr/>
          </p:nvSpPr>
          <p:spPr>
            <a:xfrm>
              <a:off x="2901409" y="862431"/>
              <a:ext cx="455206" cy="471307"/>
            </a:xfrm>
            <a:custGeom>
              <a:avLst/>
              <a:gdLst>
                <a:gd name="connsiteX0" fmla="*/ 415455 w 455206"/>
                <a:gd name="connsiteY0" fmla="*/ 156005 h 471307"/>
                <a:gd name="connsiteX1" fmla="*/ 452952 w 455206"/>
                <a:gd name="connsiteY1" fmla="*/ 45406 h 471307"/>
                <a:gd name="connsiteX2" fmla="*/ 422529 w 455206"/>
                <a:gd name="connsiteY2" fmla="*/ -120 h 471307"/>
                <a:gd name="connsiteX3" fmla="*/ 430238 w 455206"/>
                <a:gd name="connsiteY3" fmla="*/ 19073 h 471307"/>
                <a:gd name="connsiteX4" fmla="*/ 392740 w 455206"/>
                <a:gd name="connsiteY4" fmla="*/ 129671 h 471307"/>
                <a:gd name="connsiteX5" fmla="*/ 349002 w 455206"/>
                <a:gd name="connsiteY5" fmla="*/ 225110 h 471307"/>
                <a:gd name="connsiteX6" fmla="*/ 314720 w 455206"/>
                <a:gd name="connsiteY6" fmla="*/ 292210 h 471307"/>
                <a:gd name="connsiteX7" fmla="*/ 235189 w 455206"/>
                <a:gd name="connsiteY7" fmla="*/ 254483 h 471307"/>
                <a:gd name="connsiteX8" fmla="*/ 173143 w 455206"/>
                <a:gd name="connsiteY8" fmla="*/ 343349 h 471307"/>
                <a:gd name="connsiteX9" fmla="*/ 49860 w 455206"/>
                <a:gd name="connsiteY9" fmla="*/ 442937 h 471307"/>
                <a:gd name="connsiteX10" fmla="*/ 15938 w 455206"/>
                <a:gd name="connsiteY10" fmla="*/ 442853 h 471307"/>
                <a:gd name="connsiteX11" fmla="*/ -45 w 455206"/>
                <a:gd name="connsiteY11" fmla="*/ 435005 h 471307"/>
                <a:gd name="connsiteX12" fmla="*/ 38652 w 455206"/>
                <a:gd name="connsiteY12" fmla="*/ 469187 h 471307"/>
                <a:gd name="connsiteX13" fmla="*/ 72574 w 455206"/>
                <a:gd name="connsiteY13" fmla="*/ 469271 h 471307"/>
                <a:gd name="connsiteX14" fmla="*/ 195859 w 455206"/>
                <a:gd name="connsiteY14" fmla="*/ 369683 h 471307"/>
                <a:gd name="connsiteX15" fmla="*/ 257904 w 455206"/>
                <a:gd name="connsiteY15" fmla="*/ 280817 h 471307"/>
                <a:gd name="connsiteX16" fmla="*/ 337434 w 455206"/>
                <a:gd name="connsiteY16" fmla="*/ 318544 h 471307"/>
                <a:gd name="connsiteX17" fmla="*/ 371717 w 455206"/>
                <a:gd name="connsiteY17" fmla="*/ 251443 h 471307"/>
                <a:gd name="connsiteX18" fmla="*/ 415455 w 455206"/>
                <a:gd name="connsiteY18" fmla="*/ 156005 h 47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5206" h="471307">
                  <a:moveTo>
                    <a:pt x="415455" y="156005"/>
                  </a:moveTo>
                  <a:cubicBezTo>
                    <a:pt x="436766" y="123497"/>
                    <a:pt x="462992" y="86495"/>
                    <a:pt x="452952" y="45406"/>
                  </a:cubicBezTo>
                  <a:cubicBezTo>
                    <a:pt x="448026" y="27329"/>
                    <a:pt x="437346" y="11348"/>
                    <a:pt x="422529" y="-120"/>
                  </a:cubicBezTo>
                  <a:cubicBezTo>
                    <a:pt x="425969" y="5893"/>
                    <a:pt x="428563" y="12351"/>
                    <a:pt x="430238" y="19073"/>
                  </a:cubicBezTo>
                  <a:cubicBezTo>
                    <a:pt x="440278" y="60161"/>
                    <a:pt x="414052" y="97164"/>
                    <a:pt x="392740" y="129671"/>
                  </a:cubicBezTo>
                  <a:cubicBezTo>
                    <a:pt x="373828" y="158519"/>
                    <a:pt x="350352" y="189147"/>
                    <a:pt x="349002" y="225110"/>
                  </a:cubicBezTo>
                  <a:cubicBezTo>
                    <a:pt x="347953" y="253061"/>
                    <a:pt x="367073" y="307371"/>
                    <a:pt x="314720" y="292210"/>
                  </a:cubicBezTo>
                  <a:cubicBezTo>
                    <a:pt x="283575" y="283192"/>
                    <a:pt x="274765" y="246230"/>
                    <a:pt x="235189" y="254483"/>
                  </a:cubicBezTo>
                  <a:cubicBezTo>
                    <a:pt x="195265" y="262810"/>
                    <a:pt x="186549" y="311412"/>
                    <a:pt x="173143" y="343349"/>
                  </a:cubicBezTo>
                  <a:cubicBezTo>
                    <a:pt x="150950" y="394817"/>
                    <a:pt x="104843" y="432062"/>
                    <a:pt x="49860" y="442937"/>
                  </a:cubicBezTo>
                  <a:cubicBezTo>
                    <a:pt x="38697" y="445521"/>
                    <a:pt x="27088" y="445492"/>
                    <a:pt x="15938" y="442853"/>
                  </a:cubicBezTo>
                  <a:cubicBezTo>
                    <a:pt x="10194" y="441187"/>
                    <a:pt x="4786" y="438531"/>
                    <a:pt x="-45" y="435005"/>
                  </a:cubicBezTo>
                  <a:cubicBezTo>
                    <a:pt x="7942" y="450980"/>
                    <a:pt x="21814" y="463233"/>
                    <a:pt x="38652" y="469187"/>
                  </a:cubicBezTo>
                  <a:cubicBezTo>
                    <a:pt x="49802" y="471826"/>
                    <a:pt x="61411" y="471855"/>
                    <a:pt x="72574" y="469271"/>
                  </a:cubicBezTo>
                  <a:cubicBezTo>
                    <a:pt x="127558" y="458396"/>
                    <a:pt x="173665" y="421151"/>
                    <a:pt x="195859" y="369683"/>
                  </a:cubicBezTo>
                  <a:cubicBezTo>
                    <a:pt x="209263" y="337746"/>
                    <a:pt x="217978" y="289144"/>
                    <a:pt x="257904" y="280817"/>
                  </a:cubicBezTo>
                  <a:cubicBezTo>
                    <a:pt x="297480" y="272563"/>
                    <a:pt x="306291" y="309526"/>
                    <a:pt x="337434" y="318544"/>
                  </a:cubicBezTo>
                  <a:cubicBezTo>
                    <a:pt x="389788" y="333704"/>
                    <a:pt x="370668" y="279395"/>
                    <a:pt x="371717" y="251443"/>
                  </a:cubicBezTo>
                  <a:cubicBezTo>
                    <a:pt x="373067" y="215481"/>
                    <a:pt x="396543" y="184853"/>
                    <a:pt x="415455" y="156005"/>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6" name="任意多边形: 形状 35">
              <a:extLst>
                <a:ext uri="{FF2B5EF4-FFF2-40B4-BE49-F238E27FC236}">
                  <a16:creationId xmlns:a16="http://schemas.microsoft.com/office/drawing/2014/main" id="{61087E32-A084-4105-AF65-2D10F5F44218}"/>
                </a:ext>
              </a:extLst>
            </p:cNvPr>
            <p:cNvSpPr/>
            <p:nvPr/>
          </p:nvSpPr>
          <p:spPr>
            <a:xfrm>
              <a:off x="2857279" y="828932"/>
              <a:ext cx="488172" cy="381148"/>
            </a:xfrm>
            <a:custGeom>
              <a:avLst/>
              <a:gdLst>
                <a:gd name="connsiteX0" fmla="*/ 471173 w 488172"/>
                <a:gd name="connsiteY0" fmla="*/ 133934 h 381148"/>
                <a:gd name="connsiteX1" fmla="*/ 455147 w 488172"/>
                <a:gd name="connsiteY1" fmla="*/ 156808 h 381148"/>
                <a:gd name="connsiteX2" fmla="*/ 418140 w 488172"/>
                <a:gd name="connsiteY2" fmla="*/ 195125 h 381148"/>
                <a:gd name="connsiteX3" fmla="*/ 393155 w 488172"/>
                <a:gd name="connsiteY3" fmla="*/ 214720 h 381148"/>
                <a:gd name="connsiteX4" fmla="*/ 342672 w 488172"/>
                <a:gd name="connsiteY4" fmla="*/ 244879 h 381148"/>
                <a:gd name="connsiteX5" fmla="*/ 181098 w 488172"/>
                <a:gd name="connsiteY5" fmla="*/ 302792 h 381148"/>
                <a:gd name="connsiteX6" fmla="*/ 73068 w 488172"/>
                <a:gd name="connsiteY6" fmla="*/ 334189 h 381148"/>
                <a:gd name="connsiteX7" fmla="*/ 8744 w 488172"/>
                <a:gd name="connsiteY7" fmla="*/ 381029 h 381148"/>
                <a:gd name="connsiteX8" fmla="*/ 658 w 488172"/>
                <a:gd name="connsiteY8" fmla="*/ 334334 h 381148"/>
                <a:gd name="connsiteX9" fmla="*/ 658 w 488172"/>
                <a:gd name="connsiteY9" fmla="*/ 334261 h 381148"/>
                <a:gd name="connsiteX10" fmla="*/ 512 w 488172"/>
                <a:gd name="connsiteY10" fmla="*/ 301990 h 381148"/>
                <a:gd name="connsiteX11" fmla="*/ 87783 w 488172"/>
                <a:gd name="connsiteY11" fmla="*/ 136557 h 381148"/>
                <a:gd name="connsiteX12" fmla="*/ 246005 w 488172"/>
                <a:gd name="connsiteY12" fmla="*/ 29764 h 381148"/>
                <a:gd name="connsiteX13" fmla="*/ 304355 w 488172"/>
                <a:gd name="connsiteY13" fmla="*/ 3757 h 381148"/>
                <a:gd name="connsiteX14" fmla="*/ 365984 w 488172"/>
                <a:gd name="connsiteY14" fmla="*/ 1208 h 381148"/>
                <a:gd name="connsiteX15" fmla="*/ 444367 w 488172"/>
                <a:gd name="connsiteY15" fmla="*/ 19638 h 381148"/>
                <a:gd name="connsiteX16" fmla="*/ 471975 w 488172"/>
                <a:gd name="connsiteY16" fmla="*/ 39015 h 381148"/>
                <a:gd name="connsiteX17" fmla="*/ 485816 w 488172"/>
                <a:gd name="connsiteY17" fmla="*/ 68300 h 381148"/>
                <a:gd name="connsiteX18" fmla="*/ 471173 w 488172"/>
                <a:gd name="connsiteY18" fmla="*/ 133934 h 381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8172" h="381148">
                  <a:moveTo>
                    <a:pt x="471173" y="133934"/>
                  </a:moveTo>
                  <a:cubicBezTo>
                    <a:pt x="466282" y="141865"/>
                    <a:pt x="460931" y="149503"/>
                    <a:pt x="455147" y="156808"/>
                  </a:cubicBezTo>
                  <a:cubicBezTo>
                    <a:pt x="444102" y="170766"/>
                    <a:pt x="431706" y="183601"/>
                    <a:pt x="418140" y="195125"/>
                  </a:cubicBezTo>
                  <a:cubicBezTo>
                    <a:pt x="410154" y="202082"/>
                    <a:pt x="401815" y="208623"/>
                    <a:pt x="393155" y="214720"/>
                  </a:cubicBezTo>
                  <a:cubicBezTo>
                    <a:pt x="377103" y="226019"/>
                    <a:pt x="360229" y="236100"/>
                    <a:pt x="342672" y="244879"/>
                  </a:cubicBezTo>
                  <a:cubicBezTo>
                    <a:pt x="291534" y="270666"/>
                    <a:pt x="236171" y="286839"/>
                    <a:pt x="181098" y="302792"/>
                  </a:cubicBezTo>
                  <a:cubicBezTo>
                    <a:pt x="145113" y="313282"/>
                    <a:pt x="109103" y="323747"/>
                    <a:pt x="73068" y="334189"/>
                  </a:cubicBezTo>
                  <a:cubicBezTo>
                    <a:pt x="59810" y="344242"/>
                    <a:pt x="35552" y="362307"/>
                    <a:pt x="8744" y="381029"/>
                  </a:cubicBezTo>
                  <a:cubicBezTo>
                    <a:pt x="4680" y="365732"/>
                    <a:pt x="1973" y="350107"/>
                    <a:pt x="658" y="334334"/>
                  </a:cubicBezTo>
                  <a:lnTo>
                    <a:pt x="658" y="334261"/>
                  </a:lnTo>
                  <a:cubicBezTo>
                    <a:pt x="-228" y="323524"/>
                    <a:pt x="-277" y="312735"/>
                    <a:pt x="512" y="301990"/>
                  </a:cubicBezTo>
                  <a:cubicBezTo>
                    <a:pt x="5248" y="238396"/>
                    <a:pt x="41452" y="180410"/>
                    <a:pt x="87783" y="136557"/>
                  </a:cubicBezTo>
                  <a:cubicBezTo>
                    <a:pt x="134113" y="92703"/>
                    <a:pt x="190423" y="61015"/>
                    <a:pt x="246005" y="29764"/>
                  </a:cubicBezTo>
                  <a:cubicBezTo>
                    <a:pt x="264157" y="18435"/>
                    <a:pt x="283795" y="9682"/>
                    <a:pt x="304355" y="3757"/>
                  </a:cubicBezTo>
                  <a:cubicBezTo>
                    <a:pt x="324635" y="-334"/>
                    <a:pt x="345434" y="-1194"/>
                    <a:pt x="365984" y="1208"/>
                  </a:cubicBezTo>
                  <a:cubicBezTo>
                    <a:pt x="393038" y="2363"/>
                    <a:pt x="419632" y="8616"/>
                    <a:pt x="444367" y="19638"/>
                  </a:cubicBezTo>
                  <a:cubicBezTo>
                    <a:pt x="454507" y="24645"/>
                    <a:pt x="463819" y="31180"/>
                    <a:pt x="471975" y="39015"/>
                  </a:cubicBezTo>
                  <a:cubicBezTo>
                    <a:pt x="478071" y="48005"/>
                    <a:pt x="482740" y="57883"/>
                    <a:pt x="485816" y="68300"/>
                  </a:cubicBezTo>
                  <a:cubicBezTo>
                    <a:pt x="492662" y="90445"/>
                    <a:pt x="483264" y="114265"/>
                    <a:pt x="471173" y="13393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7" name="任意多边形: 形状 36">
              <a:extLst>
                <a:ext uri="{FF2B5EF4-FFF2-40B4-BE49-F238E27FC236}">
                  <a16:creationId xmlns:a16="http://schemas.microsoft.com/office/drawing/2014/main" id="{BBD32ADD-5AA5-4CB9-B7B7-933F4D25F300}"/>
                </a:ext>
              </a:extLst>
            </p:cNvPr>
            <p:cNvSpPr/>
            <p:nvPr/>
          </p:nvSpPr>
          <p:spPr>
            <a:xfrm>
              <a:off x="2742316" y="770599"/>
              <a:ext cx="603135" cy="496646"/>
            </a:xfrm>
            <a:custGeom>
              <a:avLst/>
              <a:gdLst>
                <a:gd name="connsiteX0" fmla="*/ 586136 w 603135"/>
                <a:gd name="connsiteY0" fmla="*/ 184982 h 496646"/>
                <a:gd name="connsiteX1" fmla="*/ 570110 w 603135"/>
                <a:gd name="connsiteY1" fmla="*/ 207856 h 496646"/>
                <a:gd name="connsiteX2" fmla="*/ 533104 w 603135"/>
                <a:gd name="connsiteY2" fmla="*/ 246173 h 496646"/>
                <a:gd name="connsiteX3" fmla="*/ 508118 w 603135"/>
                <a:gd name="connsiteY3" fmla="*/ 265769 h 496646"/>
                <a:gd name="connsiteX4" fmla="*/ 457636 w 603135"/>
                <a:gd name="connsiteY4" fmla="*/ 295927 h 496646"/>
                <a:gd name="connsiteX5" fmla="*/ 296062 w 603135"/>
                <a:gd name="connsiteY5" fmla="*/ 353840 h 496646"/>
                <a:gd name="connsiteX6" fmla="*/ 188031 w 603135"/>
                <a:gd name="connsiteY6" fmla="*/ 385237 h 496646"/>
                <a:gd name="connsiteX7" fmla="*/ 3001 w 603135"/>
                <a:gd name="connsiteY7" fmla="*/ 495526 h 496646"/>
                <a:gd name="connsiteX8" fmla="*/ 114935 w 603135"/>
                <a:gd name="connsiteY8" fmla="*/ 384829 h 496646"/>
                <a:gd name="connsiteX9" fmla="*/ 121231 w 603135"/>
                <a:gd name="connsiteY9" fmla="*/ 389608 h 496646"/>
                <a:gd name="connsiteX10" fmla="*/ 86192 w 603135"/>
                <a:gd name="connsiteY10" fmla="*/ 322516 h 496646"/>
                <a:gd name="connsiteX11" fmla="*/ 85099 w 603135"/>
                <a:gd name="connsiteY11" fmla="*/ 185565 h 496646"/>
                <a:gd name="connsiteX12" fmla="*/ 163628 w 603135"/>
                <a:gd name="connsiteY12" fmla="*/ 77461 h 496646"/>
                <a:gd name="connsiteX13" fmla="*/ 216879 w 603135"/>
                <a:gd name="connsiteY13" fmla="*/ 47448 h 496646"/>
                <a:gd name="connsiteX14" fmla="*/ 222051 w 603135"/>
                <a:gd name="connsiteY14" fmla="*/ 40455 h 496646"/>
                <a:gd name="connsiteX15" fmla="*/ 224091 w 603135"/>
                <a:gd name="connsiteY15" fmla="*/ 36740 h 496646"/>
                <a:gd name="connsiteX16" fmla="*/ 229846 w 603135"/>
                <a:gd name="connsiteY16" fmla="*/ 25595 h 496646"/>
                <a:gd name="connsiteX17" fmla="*/ 262335 w 603135"/>
                <a:gd name="connsiteY17" fmla="*/ 20933 h 496646"/>
                <a:gd name="connsiteX18" fmla="*/ 265977 w 603135"/>
                <a:gd name="connsiteY18" fmla="*/ 21297 h 496646"/>
                <a:gd name="connsiteX19" fmla="*/ 272095 w 603135"/>
                <a:gd name="connsiteY19" fmla="*/ 21588 h 496646"/>
                <a:gd name="connsiteX20" fmla="*/ 393094 w 603135"/>
                <a:gd name="connsiteY20" fmla="*/ -120 h 496646"/>
                <a:gd name="connsiteX21" fmla="*/ 516058 w 603135"/>
                <a:gd name="connsiteY21" fmla="*/ 43661 h 496646"/>
                <a:gd name="connsiteX22" fmla="*/ 538787 w 603135"/>
                <a:gd name="connsiteY22" fmla="*/ 53932 h 496646"/>
                <a:gd name="connsiteX23" fmla="*/ 600779 w 603135"/>
                <a:gd name="connsiteY23" fmla="*/ 119348 h 496646"/>
                <a:gd name="connsiteX24" fmla="*/ 586136 w 603135"/>
                <a:gd name="connsiteY24" fmla="*/ 184982 h 496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03135" h="496646">
                  <a:moveTo>
                    <a:pt x="586136" y="184982"/>
                  </a:moveTo>
                  <a:cubicBezTo>
                    <a:pt x="581246" y="192913"/>
                    <a:pt x="575895" y="200551"/>
                    <a:pt x="570110" y="207856"/>
                  </a:cubicBezTo>
                  <a:cubicBezTo>
                    <a:pt x="559065" y="221814"/>
                    <a:pt x="546669" y="234649"/>
                    <a:pt x="533104" y="246173"/>
                  </a:cubicBezTo>
                  <a:cubicBezTo>
                    <a:pt x="525118" y="253130"/>
                    <a:pt x="516778" y="259671"/>
                    <a:pt x="508118" y="265769"/>
                  </a:cubicBezTo>
                  <a:cubicBezTo>
                    <a:pt x="492067" y="277067"/>
                    <a:pt x="475192" y="287148"/>
                    <a:pt x="457636" y="295927"/>
                  </a:cubicBezTo>
                  <a:cubicBezTo>
                    <a:pt x="406497" y="321715"/>
                    <a:pt x="351134" y="337887"/>
                    <a:pt x="296062" y="353840"/>
                  </a:cubicBezTo>
                  <a:cubicBezTo>
                    <a:pt x="260076" y="364330"/>
                    <a:pt x="224066" y="374796"/>
                    <a:pt x="188031" y="385237"/>
                  </a:cubicBezTo>
                  <a:cubicBezTo>
                    <a:pt x="150369" y="413720"/>
                    <a:pt x="24199" y="507182"/>
                    <a:pt x="3001" y="495526"/>
                  </a:cubicBezTo>
                  <a:cubicBezTo>
                    <a:pt x="-21984" y="481758"/>
                    <a:pt x="114935" y="384829"/>
                    <a:pt x="114935" y="384829"/>
                  </a:cubicBezTo>
                  <a:lnTo>
                    <a:pt x="121231" y="389608"/>
                  </a:lnTo>
                  <a:cubicBezTo>
                    <a:pt x="101198" y="377005"/>
                    <a:pt x="90709" y="347794"/>
                    <a:pt x="86192" y="322516"/>
                  </a:cubicBezTo>
                  <a:cubicBezTo>
                    <a:pt x="78179" y="277279"/>
                    <a:pt x="74391" y="230293"/>
                    <a:pt x="85099" y="185565"/>
                  </a:cubicBezTo>
                  <a:cubicBezTo>
                    <a:pt x="95807" y="140910"/>
                    <a:pt x="122688" y="98368"/>
                    <a:pt x="163628" y="77461"/>
                  </a:cubicBezTo>
                  <a:cubicBezTo>
                    <a:pt x="181767" y="68136"/>
                    <a:pt x="203766" y="61799"/>
                    <a:pt x="216879" y="47448"/>
                  </a:cubicBezTo>
                  <a:cubicBezTo>
                    <a:pt x="218866" y="45324"/>
                    <a:pt x="220602" y="42978"/>
                    <a:pt x="222051" y="40455"/>
                  </a:cubicBezTo>
                  <a:cubicBezTo>
                    <a:pt x="222844" y="39282"/>
                    <a:pt x="223527" y="38039"/>
                    <a:pt x="224091" y="36740"/>
                  </a:cubicBezTo>
                  <a:cubicBezTo>
                    <a:pt x="225538" y="32800"/>
                    <a:pt x="227471" y="29056"/>
                    <a:pt x="229846" y="25595"/>
                  </a:cubicBezTo>
                  <a:cubicBezTo>
                    <a:pt x="237349" y="16926"/>
                    <a:pt x="250971" y="19549"/>
                    <a:pt x="262335" y="20933"/>
                  </a:cubicBezTo>
                  <a:cubicBezTo>
                    <a:pt x="263573" y="21078"/>
                    <a:pt x="264738" y="21224"/>
                    <a:pt x="265977" y="21297"/>
                  </a:cubicBezTo>
                  <a:cubicBezTo>
                    <a:pt x="268010" y="21503"/>
                    <a:pt x="270052" y="21600"/>
                    <a:pt x="272095" y="21588"/>
                  </a:cubicBezTo>
                  <a:cubicBezTo>
                    <a:pt x="312671" y="22462"/>
                    <a:pt x="352009" y="-120"/>
                    <a:pt x="393094" y="-120"/>
                  </a:cubicBezTo>
                  <a:cubicBezTo>
                    <a:pt x="438113" y="-193"/>
                    <a:pt x="476429" y="25886"/>
                    <a:pt x="516058" y="43661"/>
                  </a:cubicBezTo>
                  <a:cubicBezTo>
                    <a:pt x="524071" y="47303"/>
                    <a:pt x="531648" y="50581"/>
                    <a:pt x="538787" y="53932"/>
                  </a:cubicBezTo>
                  <a:cubicBezTo>
                    <a:pt x="567415" y="67263"/>
                    <a:pt x="588977" y="81468"/>
                    <a:pt x="600779" y="119348"/>
                  </a:cubicBezTo>
                  <a:cubicBezTo>
                    <a:pt x="607626" y="141493"/>
                    <a:pt x="598228" y="165314"/>
                    <a:pt x="586136" y="18498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8" name="任意多边形: 形状 37">
              <a:extLst>
                <a:ext uri="{FF2B5EF4-FFF2-40B4-BE49-F238E27FC236}">
                  <a16:creationId xmlns:a16="http://schemas.microsoft.com/office/drawing/2014/main" id="{CE76A2BB-65A5-4D67-A0D4-E1129BBEC632}"/>
                </a:ext>
              </a:extLst>
            </p:cNvPr>
            <p:cNvSpPr/>
            <p:nvPr/>
          </p:nvSpPr>
          <p:spPr>
            <a:xfrm>
              <a:off x="2959239" y="792015"/>
              <a:ext cx="57769" cy="31222"/>
            </a:xfrm>
            <a:custGeom>
              <a:avLst/>
              <a:gdLst>
                <a:gd name="connsiteX0" fmla="*/ 55173 w 57769"/>
                <a:gd name="connsiteY0" fmla="*/ 172 h 31222"/>
                <a:gd name="connsiteX1" fmla="*/ 50875 w 57769"/>
                <a:gd name="connsiteY1" fmla="*/ 23920 h 31222"/>
                <a:gd name="connsiteX2" fmla="*/ 33829 w 57769"/>
                <a:gd name="connsiteY2" fmla="*/ 29966 h 31222"/>
                <a:gd name="connsiteX3" fmla="*/ 20571 w 57769"/>
                <a:gd name="connsiteY3" fmla="*/ 30986 h 31222"/>
                <a:gd name="connsiteX4" fmla="*/ 3015 w 57769"/>
                <a:gd name="connsiteY4" fmla="*/ 27999 h 31222"/>
                <a:gd name="connsiteX5" fmla="*/ -45 w 57769"/>
                <a:gd name="connsiteY5" fmla="*/ 26032 h 31222"/>
                <a:gd name="connsiteX6" fmla="*/ 5127 w 57769"/>
                <a:gd name="connsiteY6" fmla="*/ 19039 h 31222"/>
                <a:gd name="connsiteX7" fmla="*/ 11246 w 57769"/>
                <a:gd name="connsiteY7" fmla="*/ 19330 h 31222"/>
                <a:gd name="connsiteX8" fmla="*/ 33100 w 57769"/>
                <a:gd name="connsiteY8" fmla="*/ 15615 h 31222"/>
                <a:gd name="connsiteX9" fmla="*/ 41332 w 57769"/>
                <a:gd name="connsiteY9" fmla="*/ 11682 h 31222"/>
                <a:gd name="connsiteX10" fmla="*/ 49053 w 57769"/>
                <a:gd name="connsiteY10" fmla="*/ -120 h 31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69" h="31222">
                  <a:moveTo>
                    <a:pt x="55173" y="172"/>
                  </a:moveTo>
                  <a:cubicBezTo>
                    <a:pt x="59809" y="8062"/>
                    <a:pt x="57982" y="18155"/>
                    <a:pt x="50875" y="23920"/>
                  </a:cubicBezTo>
                  <a:cubicBezTo>
                    <a:pt x="45862" y="27473"/>
                    <a:pt x="39961" y="29567"/>
                    <a:pt x="33829" y="29966"/>
                  </a:cubicBezTo>
                  <a:cubicBezTo>
                    <a:pt x="29433" y="30562"/>
                    <a:pt x="25006" y="30902"/>
                    <a:pt x="20571" y="30986"/>
                  </a:cubicBezTo>
                  <a:cubicBezTo>
                    <a:pt x="14561" y="31470"/>
                    <a:pt x="8526" y="30443"/>
                    <a:pt x="3015" y="27999"/>
                  </a:cubicBezTo>
                  <a:cubicBezTo>
                    <a:pt x="1942" y="27429"/>
                    <a:pt x="919" y="26771"/>
                    <a:pt x="-45" y="26032"/>
                  </a:cubicBezTo>
                  <a:cubicBezTo>
                    <a:pt x="1943" y="23908"/>
                    <a:pt x="3678" y="21561"/>
                    <a:pt x="5127" y="19039"/>
                  </a:cubicBezTo>
                  <a:cubicBezTo>
                    <a:pt x="6147" y="19840"/>
                    <a:pt x="7167" y="19622"/>
                    <a:pt x="11246" y="19330"/>
                  </a:cubicBezTo>
                  <a:cubicBezTo>
                    <a:pt x="18653" y="18970"/>
                    <a:pt x="25990" y="17723"/>
                    <a:pt x="33100" y="15615"/>
                  </a:cubicBezTo>
                  <a:cubicBezTo>
                    <a:pt x="36066" y="14830"/>
                    <a:pt x="38858" y="13496"/>
                    <a:pt x="41332" y="11682"/>
                  </a:cubicBezTo>
                  <a:cubicBezTo>
                    <a:pt x="44977" y="8563"/>
                    <a:pt x="47656" y="4469"/>
                    <a:pt x="49053" y="-120"/>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9" name="任意多边形: 形状 38">
              <a:extLst>
                <a:ext uri="{FF2B5EF4-FFF2-40B4-BE49-F238E27FC236}">
                  <a16:creationId xmlns:a16="http://schemas.microsoft.com/office/drawing/2014/main" id="{FC5B858F-BB7B-4273-8C66-936BA1C20398}"/>
                </a:ext>
              </a:extLst>
            </p:cNvPr>
            <p:cNvSpPr/>
            <p:nvPr/>
          </p:nvSpPr>
          <p:spPr>
            <a:xfrm>
              <a:off x="2859995" y="1153962"/>
              <a:ext cx="68540" cy="9864"/>
            </a:xfrm>
            <a:custGeom>
              <a:avLst/>
              <a:gdLst>
                <a:gd name="connsiteX0" fmla="*/ -45 w 68540"/>
                <a:gd name="connsiteY0" fmla="*/ 393 h 9864"/>
                <a:gd name="connsiteX1" fmla="*/ 18643 w 68540"/>
                <a:gd name="connsiteY1" fmla="*/ 7350 h 9864"/>
                <a:gd name="connsiteX2" fmla="*/ 68495 w 68540"/>
                <a:gd name="connsiteY2" fmla="*/ -120 h 9864"/>
              </a:gdLst>
              <a:ahLst/>
              <a:cxnLst>
                <a:cxn ang="0">
                  <a:pos x="connsiteX0" y="connsiteY0"/>
                </a:cxn>
                <a:cxn ang="0">
                  <a:pos x="connsiteX1" y="connsiteY1"/>
                </a:cxn>
                <a:cxn ang="0">
                  <a:pos x="connsiteX2" y="connsiteY2"/>
                </a:cxn>
              </a:cxnLst>
              <a:rect l="l" t="t" r="r" b="b"/>
              <a:pathLst>
                <a:path w="68540" h="9864">
                  <a:moveTo>
                    <a:pt x="-45" y="393"/>
                  </a:moveTo>
                  <a:cubicBezTo>
                    <a:pt x="5654" y="3944"/>
                    <a:pt x="12009" y="6310"/>
                    <a:pt x="18643" y="7350"/>
                  </a:cubicBezTo>
                  <a:cubicBezTo>
                    <a:pt x="35553" y="12266"/>
                    <a:pt x="53768" y="9536"/>
                    <a:pt x="68495" y="-120"/>
                  </a:cubicBezTo>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grpSp>
      <p:sp>
        <p:nvSpPr>
          <p:cNvPr id="41" name="文本框 40">
            <a:extLst>
              <a:ext uri="{FF2B5EF4-FFF2-40B4-BE49-F238E27FC236}">
                <a16:creationId xmlns:a16="http://schemas.microsoft.com/office/drawing/2014/main" id="{FA95ABE4-F209-49FB-8F4A-C91463BB21AE}"/>
              </a:ext>
            </a:extLst>
          </p:cNvPr>
          <p:cNvSpPr txBox="1"/>
          <p:nvPr/>
        </p:nvSpPr>
        <p:spPr>
          <a:xfrm>
            <a:off x="542580" y="5971405"/>
            <a:ext cx="2592376" cy="338554"/>
          </a:xfrm>
          <a:prstGeom prst="rect">
            <a:avLst/>
          </a:prstGeom>
          <a:noFill/>
        </p:spPr>
        <p:txBody>
          <a:bodyPr wrap="none" lIns="91440" tIns="45720" rIns="91440" bIns="45720" rtlCol="0">
            <a:spAutoFit/>
          </a:bodyPr>
          <a:lstStyle/>
          <a:p>
            <a:pPr algn="l"/>
            <a:r>
              <a:rPr lang="zh-CN" altLang="en-US" sz="1600" dirty="0">
                <a:solidFill>
                  <a:schemeClr val="tx1"/>
                </a:solidFill>
                <a:latin typeface="微软雅黑 Light" panose="020B0502040204020203" pitchFamily="34" charset="-122"/>
                <a:ea typeface="微软雅黑 Light" panose="020B0502040204020203" pitchFamily="34" charset="-122"/>
              </a:rPr>
              <a:t>当数据中出现标记</a:t>
            </a:r>
            <a:r>
              <a:rPr lang="en-US" altLang="zh-CN" sz="1600" dirty="0">
                <a:solidFill>
                  <a:schemeClr val="tx1"/>
                </a:solidFill>
                <a:latin typeface="微软雅黑 Light" panose="020B0502040204020203" pitchFamily="34" charset="-122"/>
                <a:ea typeface="微软雅黑 Light" panose="020B0502040204020203" pitchFamily="34" charset="-122"/>
              </a:rPr>
              <a:t>0x7E</a:t>
            </a:r>
            <a:r>
              <a:rPr lang="zh-CN" altLang="en-US" sz="1600" dirty="0">
                <a:solidFill>
                  <a:schemeClr val="tx1"/>
                </a:solidFill>
                <a:latin typeface="微软雅黑 Light" panose="020B0502040204020203" pitchFamily="34" charset="-122"/>
                <a:ea typeface="微软雅黑 Light" panose="020B0502040204020203" pitchFamily="34" charset="-122"/>
              </a:rPr>
              <a:t>时</a:t>
            </a:r>
            <a:r>
              <a:rPr lang="en-US" altLang="zh-CN" sz="1600" dirty="0">
                <a:solidFill>
                  <a:schemeClr val="tx1"/>
                </a:solidFill>
                <a:latin typeface="微软雅黑 Light" panose="020B0502040204020203" pitchFamily="34" charset="-122"/>
                <a:ea typeface="微软雅黑 Light" panose="020B0502040204020203" pitchFamily="34" charset="-122"/>
              </a:rPr>
              <a: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370816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en-US" altLang="zh-CN" dirty="0"/>
              <a:t>PPP</a:t>
            </a:r>
            <a:r>
              <a:rPr lang="zh-CN" altLang="en-US" dirty="0"/>
              <a:t>之字节填充</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Byte stuffing</a:t>
            </a:r>
            <a:endParaRPr lang="zh-CN" altLang="en-US" dirty="0"/>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lstStyle/>
          <a:p>
            <a:r>
              <a:rPr lang="zh-CN" altLang="en-US" dirty="0"/>
              <a:t>使用转义符号</a:t>
            </a:r>
            <a:r>
              <a:rPr lang="en-US" altLang="zh-CN" dirty="0"/>
              <a:t>0x7D</a:t>
            </a:r>
            <a:r>
              <a:rPr lang="zh-CN" altLang="en-US" dirty="0"/>
              <a:t>（</a:t>
            </a:r>
            <a:r>
              <a:rPr lang="en-US" altLang="zh-CN" dirty="0"/>
              <a:t>0111 1101</a:t>
            </a:r>
            <a:r>
              <a:rPr lang="zh-CN" altLang="en-US" dirty="0"/>
              <a:t>）进行字节填充，以保障透明传输</a:t>
            </a:r>
            <a:endParaRPr lang="en-US" altLang="zh-CN" dirty="0"/>
          </a:p>
          <a:p>
            <a:r>
              <a:rPr lang="zh-CN" altLang="en-US" dirty="0"/>
              <a:t>适用于异步传输</a:t>
            </a:r>
            <a:endParaRPr lang="en-US" altLang="zh-CN" dirty="0"/>
          </a:p>
          <a:p>
            <a:endParaRPr lang="en-US" altLang="zh-CN" dirty="0"/>
          </a:p>
          <a:p>
            <a:pPr lvl="1"/>
            <a:r>
              <a:rPr lang="zh-CN" altLang="en-US" dirty="0"/>
              <a:t>情况</a:t>
            </a:r>
            <a:r>
              <a:rPr lang="en-US" altLang="zh-CN" dirty="0"/>
              <a:t>1</a:t>
            </a:r>
            <a:r>
              <a:rPr lang="zh-CN" altLang="en-US" dirty="0"/>
              <a:t>：出现帧定界符</a:t>
            </a:r>
            <a:r>
              <a:rPr lang="en-US" altLang="zh-CN" dirty="0"/>
              <a:t>0x7E</a:t>
            </a:r>
            <a:r>
              <a:rPr lang="zh-CN" altLang="en-US" dirty="0"/>
              <a:t>，将其转变为</a:t>
            </a:r>
            <a:r>
              <a:rPr lang="en-US" altLang="zh-CN" dirty="0"/>
              <a:t>2</a:t>
            </a:r>
            <a:r>
              <a:rPr lang="zh-CN" altLang="en-US" dirty="0"/>
              <a:t>个字节：</a:t>
            </a:r>
            <a:r>
              <a:rPr lang="en-US" altLang="zh-CN" dirty="0"/>
              <a:t>0x7D</a:t>
            </a:r>
            <a:r>
              <a:rPr lang="zh-CN" altLang="en-US" dirty="0"/>
              <a:t>和</a:t>
            </a:r>
            <a:r>
              <a:rPr lang="en-US" altLang="zh-CN" dirty="0"/>
              <a:t>0x5E</a:t>
            </a:r>
          </a:p>
          <a:p>
            <a:pPr lvl="1"/>
            <a:endParaRPr lang="en-US" altLang="zh-CN" dirty="0"/>
          </a:p>
          <a:p>
            <a:pPr lvl="1"/>
            <a:r>
              <a:rPr lang="zh-CN" altLang="en-US" dirty="0"/>
              <a:t>情况</a:t>
            </a:r>
            <a:r>
              <a:rPr lang="en-US" altLang="zh-CN" dirty="0"/>
              <a:t>2</a:t>
            </a:r>
            <a:r>
              <a:rPr lang="zh-CN" altLang="en-US" dirty="0"/>
              <a:t>：出现转义字符</a:t>
            </a:r>
            <a:r>
              <a:rPr lang="en-US" altLang="zh-CN" dirty="0"/>
              <a:t>0x7D</a:t>
            </a:r>
            <a:r>
              <a:rPr lang="zh-CN" altLang="en-US" dirty="0"/>
              <a:t>，将其转变为</a:t>
            </a:r>
            <a:r>
              <a:rPr lang="en-US" altLang="zh-CN" dirty="0"/>
              <a:t>2</a:t>
            </a:r>
            <a:r>
              <a:rPr lang="zh-CN" altLang="en-US" dirty="0"/>
              <a:t>个字节：</a:t>
            </a:r>
            <a:r>
              <a:rPr lang="en-US" altLang="zh-CN" dirty="0"/>
              <a:t>0x7D</a:t>
            </a:r>
            <a:r>
              <a:rPr lang="zh-CN" altLang="en-US" dirty="0"/>
              <a:t>和</a:t>
            </a:r>
            <a:r>
              <a:rPr lang="en-US" altLang="zh-CN" dirty="0"/>
              <a:t>0x5D</a:t>
            </a:r>
          </a:p>
          <a:p>
            <a:pPr lvl="1"/>
            <a:endParaRPr lang="en-US" altLang="zh-CN" dirty="0"/>
          </a:p>
          <a:p>
            <a:pPr lvl="1"/>
            <a:r>
              <a:rPr lang="zh-CN" altLang="en-US" dirty="0"/>
              <a:t>情况</a:t>
            </a:r>
            <a:r>
              <a:rPr lang="en-US" altLang="zh-CN" dirty="0"/>
              <a:t>3</a:t>
            </a:r>
            <a:r>
              <a:rPr lang="zh-CN" altLang="en-US" dirty="0"/>
              <a:t>：其它</a:t>
            </a:r>
            <a:r>
              <a:rPr lang="en-US" altLang="zh-CN" dirty="0">
                <a:hlinkClick r:id="rId2"/>
              </a:rPr>
              <a:t>ASCII</a:t>
            </a:r>
            <a:r>
              <a:rPr lang="zh-CN" altLang="en-US" dirty="0">
                <a:hlinkClick r:id="rId2"/>
              </a:rPr>
              <a:t>控制字符</a:t>
            </a:r>
            <a:r>
              <a:rPr lang="zh-CN" altLang="en-US" dirty="0"/>
              <a:t>（</a:t>
            </a:r>
            <a:r>
              <a:rPr lang="en-US" altLang="zh-CN" dirty="0"/>
              <a:t>&lt;0x20</a:t>
            </a:r>
            <a:r>
              <a:rPr lang="zh-CN" altLang="en-US" dirty="0"/>
              <a:t>），在其前面加上</a:t>
            </a:r>
            <a:r>
              <a:rPr lang="en-US" altLang="zh-CN" dirty="0"/>
              <a:t>0x7D</a:t>
            </a:r>
            <a:r>
              <a:rPr lang="zh-CN" altLang="en-US" dirty="0"/>
              <a:t>，同时调整该字符的编码</a:t>
            </a:r>
          </a:p>
        </p:txBody>
      </p:sp>
      <p:graphicFrame>
        <p:nvGraphicFramePr>
          <p:cNvPr id="2" name="表格 4">
            <a:extLst>
              <a:ext uri="{FF2B5EF4-FFF2-40B4-BE49-F238E27FC236}">
                <a16:creationId xmlns:a16="http://schemas.microsoft.com/office/drawing/2014/main" id="{A2993FE5-3A45-484A-86F7-99E9136EBB3E}"/>
              </a:ext>
            </a:extLst>
          </p:cNvPr>
          <p:cNvGraphicFramePr>
            <a:graphicFrameLocks noGrp="1"/>
          </p:cNvGraphicFramePr>
          <p:nvPr>
            <p:extLst>
              <p:ext uri="{D42A27DB-BD31-4B8C-83A1-F6EECF244321}">
                <p14:modId xmlns:p14="http://schemas.microsoft.com/office/powerpoint/2010/main" val="490439758"/>
              </p:ext>
            </p:extLst>
          </p:nvPr>
        </p:nvGraphicFramePr>
        <p:xfrm>
          <a:off x="1786886" y="4249447"/>
          <a:ext cx="8128000" cy="370840"/>
        </p:xfrm>
        <a:graphic>
          <a:graphicData uri="http://schemas.openxmlformats.org/drawingml/2006/table">
            <a:tbl>
              <a:tblPr bandRow="1">
                <a:tableStyleId>{21E4AEA4-8DFA-4A89-87EB-49C32662AFE0}</a:tableStyleId>
              </a:tblPr>
              <a:tblGrid>
                <a:gridCol w="2032000">
                  <a:extLst>
                    <a:ext uri="{9D8B030D-6E8A-4147-A177-3AD203B41FA5}">
                      <a16:colId xmlns:a16="http://schemas.microsoft.com/office/drawing/2014/main" val="92464180"/>
                    </a:ext>
                  </a:extLst>
                </a:gridCol>
                <a:gridCol w="2032000">
                  <a:extLst>
                    <a:ext uri="{9D8B030D-6E8A-4147-A177-3AD203B41FA5}">
                      <a16:colId xmlns:a16="http://schemas.microsoft.com/office/drawing/2014/main" val="4132671842"/>
                    </a:ext>
                  </a:extLst>
                </a:gridCol>
                <a:gridCol w="2032000">
                  <a:extLst>
                    <a:ext uri="{9D8B030D-6E8A-4147-A177-3AD203B41FA5}">
                      <a16:colId xmlns:a16="http://schemas.microsoft.com/office/drawing/2014/main" val="3229837781"/>
                    </a:ext>
                  </a:extLst>
                </a:gridCol>
                <a:gridCol w="2032000">
                  <a:extLst>
                    <a:ext uri="{9D8B030D-6E8A-4147-A177-3AD203B41FA5}">
                      <a16:colId xmlns:a16="http://schemas.microsoft.com/office/drawing/2014/main" val="1651333603"/>
                    </a:ext>
                  </a:extLst>
                </a:gridCol>
              </a:tblGrid>
              <a:tr h="370840">
                <a:tc>
                  <a:txBody>
                    <a:bodyPr/>
                    <a:lstStyle/>
                    <a:p>
                      <a:pPr algn="ctr"/>
                      <a:r>
                        <a:rPr lang="en-US" altLang="zh-CN" dirty="0">
                          <a:latin typeface="微软雅黑 Light" panose="020B0502040204020203" pitchFamily="34" charset="-122"/>
                          <a:ea typeface="微软雅黑 Light" panose="020B0502040204020203" pitchFamily="34" charset="-122"/>
                        </a:rPr>
                        <a:t>0x03</a:t>
                      </a:r>
                      <a:endParaRPr lang="zh-CN" altLang="en-US" dirty="0">
                        <a:latin typeface="微软雅黑 Light" panose="020B0502040204020203" pitchFamily="34" charset="-122"/>
                      </a:endParaRPr>
                    </a:p>
                  </a:txBody>
                  <a:tcPr anchor="ctr"/>
                </a:tc>
                <a:tc>
                  <a:txBody>
                    <a:bodyPr/>
                    <a:lstStyle/>
                    <a:p>
                      <a:pPr algn="ctr"/>
                      <a:r>
                        <a:rPr lang="zh-CN" altLang="en-US" dirty="0">
                          <a:latin typeface="微软雅黑 Light" panose="020B0502040204020203" pitchFamily="34" charset="-122"/>
                          <a:ea typeface="微软雅黑 Light" panose="020B0502040204020203" pitchFamily="34" charset="-122"/>
                          <a:sym typeface="Wingdings 3" panose="05040102010807070707" pitchFamily="18" charset="2"/>
                        </a:rPr>
                        <a:t></a:t>
                      </a:r>
                      <a:endParaRPr lang="zh-CN" altLang="en-US" dirty="0">
                        <a:latin typeface="微软雅黑 Light" panose="020B0502040204020203" pitchFamily="34" charset="-122"/>
                      </a:endParaRPr>
                    </a:p>
                  </a:txBody>
                  <a:tcPr anchor="ctr">
                    <a:noFill/>
                  </a:tcPr>
                </a:tc>
                <a:tc>
                  <a:txBody>
                    <a:bodyPr/>
                    <a:lstStyle/>
                    <a:p>
                      <a:pPr algn="ctr"/>
                      <a:r>
                        <a:rPr lang="en-US" altLang="zh-CN" dirty="0">
                          <a:latin typeface="微软雅黑 Light" panose="020B0502040204020203" pitchFamily="34" charset="-122"/>
                          <a:ea typeface="微软雅黑 Light" panose="020B0502040204020203" pitchFamily="34" charset="-122"/>
                        </a:rPr>
                        <a:t>0x7D</a:t>
                      </a:r>
                      <a:endParaRPr lang="zh-CN" altLang="en-US" dirty="0">
                        <a:latin typeface="微软雅黑 Light" panose="020B0502040204020203" pitchFamily="34" charset="-122"/>
                      </a:endParaRPr>
                    </a:p>
                  </a:txBody>
                  <a:tcPr anchor="ctr"/>
                </a:tc>
                <a:tc>
                  <a:txBody>
                    <a:bodyPr/>
                    <a:lstStyle/>
                    <a:p>
                      <a:pPr algn="ctr"/>
                      <a:r>
                        <a:rPr lang="en-US" altLang="zh-CN" dirty="0">
                          <a:latin typeface="微软雅黑 Light" panose="020B0502040204020203" pitchFamily="34" charset="-122"/>
                          <a:ea typeface="微软雅黑 Light" panose="020B0502040204020203" pitchFamily="34" charset="-122"/>
                        </a:rPr>
                        <a:t>0x23</a:t>
                      </a:r>
                      <a:endParaRPr lang="zh-CN" altLang="en-US" dirty="0">
                        <a:latin typeface="微软雅黑 Light" panose="020B0502040204020203" pitchFamily="34" charset="-122"/>
                      </a:endParaRPr>
                    </a:p>
                  </a:txBody>
                  <a:tcPr anchor="ctr"/>
                </a:tc>
                <a:extLst>
                  <a:ext uri="{0D108BD9-81ED-4DB2-BD59-A6C34878D82A}">
                    <a16:rowId xmlns:a16="http://schemas.microsoft.com/office/drawing/2014/main" val="807532734"/>
                  </a:ext>
                </a:extLst>
              </a:tr>
            </a:tbl>
          </a:graphicData>
        </a:graphic>
      </p:graphicFrame>
    </p:spTree>
    <p:extLst>
      <p:ext uri="{BB962C8B-B14F-4D97-AF65-F5344CB8AC3E}">
        <p14:creationId xmlns:p14="http://schemas.microsoft.com/office/powerpoint/2010/main" val="6779079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en-US" altLang="zh-CN" dirty="0"/>
              <a:t>PPP</a:t>
            </a:r>
            <a:r>
              <a:rPr lang="zh-CN" altLang="en-US" dirty="0"/>
              <a:t>之</a:t>
            </a:r>
            <a:r>
              <a:rPr lang="en-US" altLang="zh-CN" dirty="0"/>
              <a:t>0bit</a:t>
            </a:r>
            <a:r>
              <a:rPr lang="zh-CN" altLang="en-US" dirty="0"/>
              <a:t>填充</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0 bit stuffing</a:t>
            </a:r>
            <a:endParaRPr lang="zh-CN" altLang="en-US" dirty="0"/>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lstStyle/>
          <a:p>
            <a:r>
              <a:rPr lang="zh-CN" altLang="en-US" dirty="0"/>
              <a:t>使用</a:t>
            </a:r>
            <a:r>
              <a:rPr lang="en-US" altLang="zh-CN" dirty="0"/>
              <a:t>0</a:t>
            </a:r>
            <a:r>
              <a:rPr lang="zh-CN" altLang="en-US" dirty="0"/>
              <a:t>比特进行填充，以保障透明传输</a:t>
            </a:r>
            <a:endParaRPr lang="en-US" altLang="zh-CN" dirty="0"/>
          </a:p>
          <a:p>
            <a:r>
              <a:rPr lang="zh-CN" altLang="en-US" dirty="0"/>
              <a:t>适用于同步传输</a:t>
            </a:r>
            <a:endParaRPr lang="en-US" altLang="zh-CN" dirty="0"/>
          </a:p>
          <a:p>
            <a:pPr lvl="1"/>
            <a:r>
              <a:rPr lang="zh-CN" altLang="en-US" dirty="0"/>
              <a:t>发端：每发现连续</a:t>
            </a:r>
            <a:r>
              <a:rPr lang="en-US" altLang="zh-CN" dirty="0"/>
              <a:t>5</a:t>
            </a:r>
            <a:r>
              <a:rPr lang="zh-CN" altLang="en-US" dirty="0"/>
              <a:t>个</a:t>
            </a:r>
            <a:r>
              <a:rPr lang="en-US" altLang="zh-CN" dirty="0"/>
              <a:t>1</a:t>
            </a:r>
            <a:r>
              <a:rPr lang="zh-CN" altLang="en-US" dirty="0"/>
              <a:t>，就填充</a:t>
            </a:r>
            <a:r>
              <a:rPr lang="en-US" altLang="zh-CN" dirty="0"/>
              <a:t>1</a:t>
            </a:r>
            <a:r>
              <a:rPr lang="zh-CN" altLang="en-US" dirty="0"/>
              <a:t>个</a:t>
            </a:r>
            <a:r>
              <a:rPr lang="en-US" altLang="zh-CN" dirty="0"/>
              <a:t>0</a:t>
            </a:r>
          </a:p>
          <a:p>
            <a:pPr lvl="1"/>
            <a:r>
              <a:rPr lang="zh-CN" altLang="en-US" dirty="0"/>
              <a:t>收端：每发现连续</a:t>
            </a:r>
            <a:r>
              <a:rPr lang="en-US" altLang="zh-CN" dirty="0"/>
              <a:t>5</a:t>
            </a:r>
            <a:r>
              <a:rPr lang="zh-CN" altLang="en-US" dirty="0"/>
              <a:t>个</a:t>
            </a:r>
            <a:r>
              <a:rPr lang="en-US" altLang="zh-CN" dirty="0"/>
              <a:t>1</a:t>
            </a:r>
            <a:r>
              <a:rPr lang="zh-CN" altLang="en-US" dirty="0"/>
              <a:t>，就删除其后面的</a:t>
            </a:r>
            <a:r>
              <a:rPr lang="en-US" altLang="zh-CN" dirty="0"/>
              <a:t>0</a:t>
            </a:r>
            <a:endParaRPr lang="zh-CN" altLang="en-US" dirty="0"/>
          </a:p>
        </p:txBody>
      </p:sp>
      <p:graphicFrame>
        <p:nvGraphicFramePr>
          <p:cNvPr id="5" name="表格 5">
            <a:extLst>
              <a:ext uri="{FF2B5EF4-FFF2-40B4-BE49-F238E27FC236}">
                <a16:creationId xmlns:a16="http://schemas.microsoft.com/office/drawing/2014/main" id="{6D897E67-43F9-40FB-A37C-88B615BF1A3A}"/>
              </a:ext>
            </a:extLst>
          </p:cNvPr>
          <p:cNvGraphicFramePr>
            <a:graphicFrameLocks noGrp="1"/>
          </p:cNvGraphicFramePr>
          <p:nvPr>
            <p:extLst>
              <p:ext uri="{D42A27DB-BD31-4B8C-83A1-F6EECF244321}">
                <p14:modId xmlns:p14="http://schemas.microsoft.com/office/powerpoint/2010/main" val="3756638696"/>
              </p:ext>
            </p:extLst>
          </p:nvPr>
        </p:nvGraphicFramePr>
        <p:xfrm>
          <a:off x="3612000" y="2763137"/>
          <a:ext cx="4428000" cy="1002890"/>
        </p:xfrm>
        <a:graphic>
          <a:graphicData uri="http://schemas.openxmlformats.org/drawingml/2006/table">
            <a:tbl>
              <a:tblPr bandRow="1">
                <a:tableStyleId>{21E4AEA4-8DFA-4A89-87EB-49C32662AFE0}</a:tableStyleId>
              </a:tblPr>
              <a:tblGrid>
                <a:gridCol w="913108">
                  <a:extLst>
                    <a:ext uri="{9D8B030D-6E8A-4147-A177-3AD203B41FA5}">
                      <a16:colId xmlns:a16="http://schemas.microsoft.com/office/drawing/2014/main" val="1493986673"/>
                    </a:ext>
                  </a:extLst>
                </a:gridCol>
                <a:gridCol w="3514892">
                  <a:extLst>
                    <a:ext uri="{9D8B030D-6E8A-4147-A177-3AD203B41FA5}">
                      <a16:colId xmlns:a16="http://schemas.microsoft.com/office/drawing/2014/main" val="188974079"/>
                    </a:ext>
                  </a:extLst>
                </a:gridCol>
              </a:tblGrid>
              <a:tr h="5014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200" b="0" i="0" baseline="0" dirty="0">
                        <a:solidFill>
                          <a:schemeClr val="tx1"/>
                        </a:solidFill>
                        <a:latin typeface="Courier New" panose="02070309020205020404" pitchFamily="49" charset="0"/>
                        <a:ea typeface="微软雅黑" panose="020B0503020204020204" pitchFamily="34" charset="-122"/>
                        <a:cs typeface="Courier New" panose="02070309020205020404" pitchFamily="49" charset="0"/>
                      </a:endParaRPr>
                    </a:p>
                  </a:txBody>
                  <a:tcPr anchor="ctr"/>
                </a:tc>
                <a:tc>
                  <a:txBody>
                    <a:bodyPr/>
                    <a:lstStyle/>
                    <a:p>
                      <a:pPr algn="dist"/>
                      <a:r>
                        <a:rPr lang="en-US" altLang="zh-CN" sz="1200" b="0" i="0" baseline="0" dirty="0">
                          <a:solidFill>
                            <a:schemeClr val="tx1"/>
                          </a:solidFill>
                          <a:latin typeface="Courier New" panose="02070309020205020404" pitchFamily="49" charset="0"/>
                          <a:ea typeface="微软雅黑" panose="020B0503020204020204" pitchFamily="34" charset="-122"/>
                        </a:rPr>
                        <a:t>1011111100111</a:t>
                      </a:r>
                      <a:r>
                        <a:rPr lang="en-US" altLang="zh-CN" sz="1200" b="0" i="0" baseline="0" dirty="0">
                          <a:solidFill>
                            <a:srgbClr val="F8D7CD"/>
                          </a:solidFill>
                          <a:latin typeface="Courier New" panose="02070309020205020404" pitchFamily="49" charset="0"/>
                          <a:ea typeface="微软雅黑" panose="020B0503020204020204" pitchFamily="34" charset="-122"/>
                        </a:rPr>
                        <a:t>0</a:t>
                      </a:r>
                      <a:endParaRPr lang="zh-CN" altLang="en-US" sz="1200" b="0" i="0" baseline="0" dirty="0">
                        <a:solidFill>
                          <a:srgbClr val="F8D7CD"/>
                        </a:solidFill>
                        <a:latin typeface="Courier New" panose="02070309020205020404" pitchFamily="49" charset="0"/>
                        <a:ea typeface="微软雅黑" panose="020B0503020204020204" pitchFamily="34" charset="-122"/>
                        <a:cs typeface="Courier New" panose="02070309020205020404" pitchFamily="49" charset="0"/>
                      </a:endParaRPr>
                    </a:p>
                  </a:txBody>
                  <a:tcPr anchor="ctr"/>
                </a:tc>
                <a:extLst>
                  <a:ext uri="{0D108BD9-81ED-4DB2-BD59-A6C34878D82A}">
                    <a16:rowId xmlns:a16="http://schemas.microsoft.com/office/drawing/2014/main" val="1058761828"/>
                  </a:ext>
                </a:extLst>
              </a:tr>
              <a:tr h="501445">
                <a:tc>
                  <a:txBody>
                    <a:bodyPr/>
                    <a:lstStyle/>
                    <a:p>
                      <a:pPr algn="ctr"/>
                      <a:r>
                        <a:rPr lang="en-US" altLang="zh-CN" sz="1200" b="0" i="0" baseline="0" dirty="0">
                          <a:latin typeface="Courier New" panose="02070309020205020404" pitchFamily="49" charset="0"/>
                          <a:ea typeface="微软雅黑" panose="020B0503020204020204" pitchFamily="34" charset="-122"/>
                          <a:cs typeface="Courier New" panose="02070309020205020404" pitchFamily="49" charset="0"/>
                        </a:rPr>
                        <a:t>Padding</a:t>
                      </a:r>
                      <a:endParaRPr lang="zh-CN" altLang="en-US" sz="1200" b="0" i="0" baseline="0" dirty="0">
                        <a:latin typeface="Courier New" panose="02070309020205020404" pitchFamily="49" charset="0"/>
                        <a:ea typeface="微软雅黑" panose="020B0503020204020204" pitchFamily="34" charset="-122"/>
                        <a:cs typeface="Courier New" panose="02070309020205020404" pitchFamily="49" charset="0"/>
                      </a:endParaRPr>
                    </a:p>
                  </a:txBody>
                  <a:tcPr anchor="ctr"/>
                </a:tc>
                <a:tc>
                  <a:txBody>
                    <a:bodyPr/>
                    <a:lstStyle/>
                    <a:p>
                      <a:pPr algn="dist"/>
                      <a:r>
                        <a:rPr lang="en-US" altLang="zh-CN" sz="1200" b="0" i="0" baseline="0" dirty="0">
                          <a:solidFill>
                            <a:schemeClr val="tx1"/>
                          </a:solidFill>
                          <a:latin typeface="Courier New" panose="02070309020205020404" pitchFamily="49" charset="0"/>
                          <a:ea typeface="微软雅黑" panose="020B0503020204020204" pitchFamily="34" charset="-122"/>
                        </a:rPr>
                        <a:t>1011111</a:t>
                      </a:r>
                      <a:r>
                        <a:rPr lang="en-US" altLang="zh-CN" sz="1200" b="0" i="0" baseline="0" dirty="0">
                          <a:solidFill>
                            <a:srgbClr val="FF0000"/>
                          </a:solidFill>
                          <a:latin typeface="Courier New" panose="02070309020205020404" pitchFamily="49" charset="0"/>
                          <a:ea typeface="微软雅黑" panose="020B0503020204020204" pitchFamily="34" charset="-122"/>
                        </a:rPr>
                        <a:t>0</a:t>
                      </a:r>
                      <a:r>
                        <a:rPr lang="en-US" altLang="zh-CN" sz="1200" b="0" i="0" baseline="0" dirty="0">
                          <a:solidFill>
                            <a:schemeClr val="tx1"/>
                          </a:solidFill>
                          <a:latin typeface="Courier New" panose="02070309020205020404" pitchFamily="49" charset="0"/>
                          <a:ea typeface="微软雅黑" panose="020B0503020204020204" pitchFamily="34" charset="-122"/>
                        </a:rPr>
                        <a:t>100111</a:t>
                      </a:r>
                      <a:endParaRPr lang="zh-CN" altLang="en-US" sz="1200" b="0" i="0" baseline="0" dirty="0">
                        <a:latin typeface="Courier New" panose="02070309020205020404" pitchFamily="49" charset="0"/>
                        <a:ea typeface="微软雅黑" panose="020B0503020204020204" pitchFamily="34" charset="-122"/>
                        <a:cs typeface="Courier New" panose="02070309020205020404" pitchFamily="49" charset="0"/>
                      </a:endParaRPr>
                    </a:p>
                  </a:txBody>
                  <a:tcPr anchor="ctr"/>
                </a:tc>
                <a:extLst>
                  <a:ext uri="{0D108BD9-81ED-4DB2-BD59-A6C34878D82A}">
                    <a16:rowId xmlns:a16="http://schemas.microsoft.com/office/drawing/2014/main" val="1462141686"/>
                  </a:ext>
                </a:extLst>
              </a:tr>
            </a:tbl>
          </a:graphicData>
        </a:graphic>
      </p:graphicFrame>
    </p:spTree>
    <p:extLst>
      <p:ext uri="{BB962C8B-B14F-4D97-AF65-F5344CB8AC3E}">
        <p14:creationId xmlns:p14="http://schemas.microsoft.com/office/powerpoint/2010/main" val="3918062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en-US" altLang="zh-CN" dirty="0"/>
              <a:t>PPP</a:t>
            </a:r>
            <a:r>
              <a:rPr lang="zh-CN" altLang="en-US" dirty="0"/>
              <a:t>协议解读</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PPP – RFC 1661</a:t>
            </a:r>
            <a:endParaRPr lang="zh-CN" altLang="en-US" dirty="0"/>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normAutofit/>
          </a:bodyPr>
          <a:lstStyle/>
          <a:p>
            <a:r>
              <a:rPr lang="en-US" altLang="zh-CN" dirty="0"/>
              <a:t>Overview</a:t>
            </a:r>
          </a:p>
          <a:p>
            <a:pPr lvl="1"/>
            <a:r>
              <a:rPr lang="en-US" altLang="zh-CN" dirty="0"/>
              <a:t>The Point-to-Point Protocol is designed for simple links which transport packets between two peers. These links provide </a:t>
            </a:r>
            <a:r>
              <a:rPr lang="en-US" altLang="zh-CN" dirty="0">
                <a:solidFill>
                  <a:srgbClr val="FF0000"/>
                </a:solidFill>
              </a:rPr>
              <a:t>full-duplex simultaneous bi-directional operation</a:t>
            </a:r>
            <a:r>
              <a:rPr lang="en-US" altLang="zh-CN" dirty="0"/>
              <a:t>, and are assumed to </a:t>
            </a:r>
            <a:r>
              <a:rPr lang="en-US" altLang="zh-CN" dirty="0">
                <a:solidFill>
                  <a:srgbClr val="FF0000"/>
                </a:solidFill>
              </a:rPr>
              <a:t>deliver packets in order</a:t>
            </a:r>
            <a:r>
              <a:rPr lang="en-US" altLang="zh-CN" dirty="0"/>
              <a:t>. It is intended that PPP provide a common solution for easy connection of a wide variety of hosts, bridges and routers.</a:t>
            </a:r>
          </a:p>
        </p:txBody>
      </p:sp>
    </p:spTree>
    <p:extLst>
      <p:ext uri="{BB962C8B-B14F-4D97-AF65-F5344CB8AC3E}">
        <p14:creationId xmlns:p14="http://schemas.microsoft.com/office/powerpoint/2010/main" val="8637310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en-US" altLang="zh-CN" dirty="0"/>
              <a:t>PPP</a:t>
            </a:r>
            <a:r>
              <a:rPr lang="zh-CN" altLang="en-US" dirty="0"/>
              <a:t>协议解读</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PPP – RFC 1661</a:t>
            </a:r>
            <a:endParaRPr lang="zh-CN" altLang="en-US" dirty="0"/>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normAutofit fontScale="77500" lnSpcReduction="20000"/>
          </a:bodyPr>
          <a:lstStyle/>
          <a:p>
            <a:pPr>
              <a:lnSpc>
                <a:spcPct val="110000"/>
              </a:lnSpc>
            </a:pPr>
            <a:r>
              <a:rPr lang="en-US" altLang="zh-CN" dirty="0"/>
              <a:t>Encapsulation</a:t>
            </a:r>
            <a:endParaRPr lang="zh-CN" altLang="zh-CN" dirty="0"/>
          </a:p>
          <a:p>
            <a:pPr lvl="1">
              <a:lnSpc>
                <a:spcPct val="110000"/>
              </a:lnSpc>
            </a:pPr>
            <a:r>
              <a:rPr lang="en-US" altLang="zh-CN" dirty="0"/>
              <a:t>The PPP encapsulation provides for multiplexing of different network-layer protocols simultaneously over the same link. The PPP encapsulation has been carefully designed to retain compatibility with most commonly used supporting hardware.</a:t>
            </a:r>
            <a:endParaRPr lang="zh-CN" altLang="zh-CN" dirty="0"/>
          </a:p>
          <a:p>
            <a:pPr lvl="1">
              <a:lnSpc>
                <a:spcPct val="110000"/>
              </a:lnSpc>
            </a:pPr>
            <a:r>
              <a:rPr lang="en-US" altLang="zh-CN" dirty="0"/>
              <a:t>Only 8 additional octets are necessary to form the encapsulation when used within the default HDLC-like framing. In environments where bandwidth is at a premium, the encapsulation and framing may be shortened to 2 or 4 octets.</a:t>
            </a:r>
            <a:endParaRPr lang="zh-CN" altLang="zh-CN" dirty="0"/>
          </a:p>
          <a:p>
            <a:pPr lvl="1">
              <a:lnSpc>
                <a:spcPct val="110000"/>
              </a:lnSpc>
            </a:pPr>
            <a:r>
              <a:rPr lang="en-US" altLang="zh-CN" dirty="0"/>
              <a:t>To support high speed implementations, the default encapsulation uses only simple fields, only one of which needs to be examined for demultiplexing. The default header and information fields fall on 32-bit boundaries, and the trailer may be padded to an arbitrary boundary.</a:t>
            </a:r>
          </a:p>
          <a:p>
            <a:pPr>
              <a:lnSpc>
                <a:spcPct val="110000"/>
              </a:lnSpc>
            </a:pPr>
            <a:r>
              <a:rPr lang="en-US" altLang="zh-CN" dirty="0"/>
              <a:t>LCP-link control protocol</a:t>
            </a:r>
            <a:endParaRPr lang="zh-CN" altLang="zh-CN" dirty="0"/>
          </a:p>
          <a:p>
            <a:pPr lvl="1">
              <a:lnSpc>
                <a:spcPct val="110000"/>
              </a:lnSpc>
            </a:pPr>
            <a:r>
              <a:rPr lang="en-US" altLang="zh-CN" dirty="0"/>
              <a:t>The LCP is used to automatically agree upon the encapsulation format options, handle varying limits on sizes of packets, detect a looped-back link and other common misconfiguration errors, and terminate the link. Other optional facilities provided are authentication of the identity of its peer on the link, and determination when a link is functioning properly and when it is failing.</a:t>
            </a:r>
          </a:p>
          <a:p>
            <a:pPr>
              <a:lnSpc>
                <a:spcPct val="110000"/>
              </a:lnSpc>
            </a:pPr>
            <a:r>
              <a:rPr lang="en-US" altLang="zh-CN" dirty="0"/>
              <a:t>NCP-network control protocol</a:t>
            </a:r>
            <a:endParaRPr lang="zh-CN" altLang="zh-CN" dirty="0"/>
          </a:p>
          <a:p>
            <a:pPr lvl="1">
              <a:lnSpc>
                <a:spcPct val="110000"/>
              </a:lnSpc>
            </a:pPr>
            <a:r>
              <a:rPr lang="en-US" altLang="zh-CN" dirty="0"/>
              <a:t>Point-to-Point links tend to exacerbate many problems with the current family of network protocols. For instance, assignment and management of IP addresses , which is a problem even in LAN environments, is especially difficult over circuit-switched point-to-point links (such as dial-up modem servers). These problems are handled by a family of Network Control Protocols (NCPs), which each manage the specific needs required by their respective network-layer protocols. These NCPs are defined in companion documents.</a:t>
            </a:r>
            <a:endParaRPr lang="zh-CN" altLang="zh-CN" dirty="0"/>
          </a:p>
          <a:p>
            <a:pPr lvl="1">
              <a:lnSpc>
                <a:spcPct val="110000"/>
              </a:lnSpc>
            </a:pPr>
            <a:endParaRPr lang="zh-CN" altLang="en-US" dirty="0"/>
          </a:p>
        </p:txBody>
      </p:sp>
    </p:spTree>
    <p:extLst>
      <p:ext uri="{BB962C8B-B14F-4D97-AF65-F5344CB8AC3E}">
        <p14:creationId xmlns:p14="http://schemas.microsoft.com/office/powerpoint/2010/main" val="38693157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en-US" altLang="zh-CN" dirty="0"/>
              <a:t>PPP</a:t>
            </a:r>
            <a:r>
              <a:rPr lang="zh-CN" altLang="en-US" dirty="0"/>
              <a:t>协议解读</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PPP – RFC 1661</a:t>
            </a:r>
            <a:endParaRPr lang="zh-CN" altLang="en-US" dirty="0"/>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normAutofit fontScale="77500" lnSpcReduction="20000"/>
          </a:bodyPr>
          <a:lstStyle/>
          <a:p>
            <a:r>
              <a:rPr lang="en-US" altLang="zh-CN" dirty="0"/>
              <a:t>Protocol field</a:t>
            </a:r>
            <a:endParaRPr lang="zh-CN" altLang="zh-CN" dirty="0"/>
          </a:p>
          <a:p>
            <a:pPr lvl="1"/>
            <a:r>
              <a:rPr lang="en-US" altLang="zh-CN" dirty="0"/>
              <a:t>The Protocol field is one or two octets, and its value identifies the datagram encapsulated in the Information field of the packet. All Protocols MUST be odd; Also, all Protocols MUST be assigned such that the least significant bit (LSB) of the most significant octet equals "0". Frames received which don't comply with these rules MUST be treated as having an unrecognized Protocol.</a:t>
            </a:r>
            <a:endParaRPr lang="zh-CN" altLang="zh-CN" dirty="0"/>
          </a:p>
          <a:p>
            <a:pPr lvl="1"/>
            <a:r>
              <a:rPr lang="en-US" altLang="zh-CN" dirty="0"/>
              <a:t>values in the "0***" to "3***" range identify the network-layer protocol of specific packets</a:t>
            </a:r>
            <a:endParaRPr lang="zh-CN" altLang="zh-CN" dirty="0"/>
          </a:p>
          <a:p>
            <a:pPr lvl="1"/>
            <a:r>
              <a:rPr lang="en-US" altLang="zh-CN" dirty="0"/>
              <a:t>values in the "8***" to "b***" range identify packets belonging to the associated Network Control Protocols (NCPs), if any.</a:t>
            </a:r>
            <a:endParaRPr lang="zh-CN" altLang="zh-CN" dirty="0"/>
          </a:p>
          <a:p>
            <a:pPr lvl="1"/>
            <a:r>
              <a:rPr lang="en-US" altLang="zh-CN" dirty="0"/>
              <a:t>values in the "4***" to "7***" range are used for protocols with low volume traffic which have no associated NCP.</a:t>
            </a:r>
            <a:endParaRPr lang="zh-CN" altLang="zh-CN" dirty="0"/>
          </a:p>
          <a:p>
            <a:pPr lvl="1"/>
            <a:r>
              <a:rPr lang="en-US" altLang="zh-CN" dirty="0"/>
              <a:t>values in the "c***" to "f***" range identify packets as link-layer Control Protocols (such as LCP).</a:t>
            </a:r>
          </a:p>
          <a:p>
            <a:r>
              <a:rPr lang="en-US" altLang="zh-CN" dirty="0"/>
              <a:t>Information Field</a:t>
            </a:r>
            <a:endParaRPr lang="zh-CN" altLang="zh-CN" dirty="0"/>
          </a:p>
          <a:p>
            <a:pPr lvl="1"/>
            <a:r>
              <a:rPr lang="en-US" altLang="zh-CN" dirty="0"/>
              <a:t>The Information field is zero or more octets. The Information field contains the datagram for the protocol specified in the Protocol field.</a:t>
            </a:r>
            <a:endParaRPr lang="zh-CN" altLang="zh-CN" dirty="0"/>
          </a:p>
          <a:p>
            <a:pPr lvl="1"/>
            <a:r>
              <a:rPr lang="en-US" altLang="zh-CN" dirty="0"/>
              <a:t>The maximum length for the Information field, including Padding, but not including the Protocol field, is termed the Maximum Receive Unit (MRU), which defaults to 1500 octets. By negotiation, consenting PPP implementations may use other values for the MRU.</a:t>
            </a:r>
          </a:p>
          <a:p>
            <a:r>
              <a:rPr lang="en-US" altLang="zh-CN" dirty="0"/>
              <a:t>Padding</a:t>
            </a:r>
            <a:endParaRPr lang="zh-CN" altLang="zh-CN" dirty="0"/>
          </a:p>
          <a:p>
            <a:pPr lvl="1"/>
            <a:r>
              <a:rPr lang="en-US" altLang="zh-CN" dirty="0"/>
              <a:t>On transmission, the Information field MAY be padded with an arbitrary number of octets up to the MRU. It is the responsibility of each protocol to distinguish padding octets from real information.</a:t>
            </a:r>
            <a:endParaRPr lang="zh-CN" altLang="zh-CN" dirty="0"/>
          </a:p>
          <a:p>
            <a:pPr lvl="1"/>
            <a:endParaRPr lang="en-US" altLang="zh-CN" dirty="0"/>
          </a:p>
          <a:p>
            <a:pPr lvl="1"/>
            <a:endParaRPr lang="zh-CN" altLang="zh-CN" dirty="0"/>
          </a:p>
          <a:p>
            <a:pPr lvl="1"/>
            <a:endParaRPr lang="zh-CN" altLang="en-US" dirty="0"/>
          </a:p>
        </p:txBody>
      </p:sp>
    </p:spTree>
    <p:extLst>
      <p:ext uri="{BB962C8B-B14F-4D97-AF65-F5344CB8AC3E}">
        <p14:creationId xmlns:p14="http://schemas.microsoft.com/office/powerpoint/2010/main" val="26716839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1213">
            <a:extLst>
              <a:ext uri="{FF2B5EF4-FFF2-40B4-BE49-F238E27FC236}">
                <a16:creationId xmlns:a16="http://schemas.microsoft.com/office/drawing/2014/main" id="{D007A6D3-F146-4331-8961-8EF90075628A}"/>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tile tx="-3409950" ty="0" sx="100000" sy="100000" flip="none" algn="tl"/>
          </a:blipFill>
          <a:ln>
            <a:noFill/>
          </a:ln>
          <a:effectLst/>
        </p:spPr>
        <p:txBody>
          <a:bodyPr wrap="square" anchor="ctr">
            <a:noAutofit/>
          </a:bodyPr>
          <a:lstStyle/>
          <a:p>
            <a:endParaRPr lang="en-US" dirty="0">
              <a:latin typeface="微软雅黑 Light" panose="020B0502040204020203" pitchFamily="34" charset="-122"/>
            </a:endParaRPr>
          </a:p>
        </p:txBody>
      </p:sp>
      <p:sp>
        <p:nvSpPr>
          <p:cNvPr id="6" name="TextBox 1214">
            <a:extLst>
              <a:ext uri="{FF2B5EF4-FFF2-40B4-BE49-F238E27FC236}">
                <a16:creationId xmlns:a16="http://schemas.microsoft.com/office/drawing/2014/main" id="{3B0FF396-F3D8-4E5B-84E5-62411298689D}"/>
              </a:ext>
            </a:extLst>
          </p:cNvPr>
          <p:cNvSpPr txBox="1"/>
          <p:nvPr/>
        </p:nvSpPr>
        <p:spPr>
          <a:xfrm>
            <a:off x="2917569" y="2629625"/>
            <a:ext cx="2646878" cy="830997"/>
          </a:xfrm>
          <a:prstGeom prst="rect">
            <a:avLst/>
          </a:prstGeom>
          <a:noFill/>
        </p:spPr>
        <p:txBody>
          <a:bodyPr wrap="none" rtlCol="0" anchor="ctr" anchorCtr="0">
            <a:spAutoFit/>
          </a:bodyPr>
          <a:lstStyle/>
          <a:p>
            <a:pPr algn="r"/>
            <a:r>
              <a:rPr lang="zh-CN" altLang="en-US" sz="4800" dirty="0">
                <a:latin typeface="微软雅黑" panose="020B0503020204020204" pitchFamily="34" charset="-122"/>
                <a:ea typeface="微软雅黑" panose="020B0503020204020204" pitchFamily="34" charset="-122"/>
                <a:cs typeface="Montserrat Semi" charset="0"/>
              </a:rPr>
              <a:t>广播信道</a:t>
            </a:r>
            <a:endParaRPr lang="en-US" sz="4800" dirty="0">
              <a:latin typeface="微软雅黑" panose="020B0503020204020204" pitchFamily="34" charset="-122"/>
              <a:ea typeface="微软雅黑" panose="020B0503020204020204" pitchFamily="34" charset="-122"/>
              <a:cs typeface="Montserrat Semi" charset="0"/>
            </a:endParaRPr>
          </a:p>
        </p:txBody>
      </p:sp>
      <p:cxnSp>
        <p:nvCxnSpPr>
          <p:cNvPr id="7" name="Straight Connector 3">
            <a:extLst>
              <a:ext uri="{FF2B5EF4-FFF2-40B4-BE49-F238E27FC236}">
                <a16:creationId xmlns:a16="http://schemas.microsoft.com/office/drawing/2014/main" id="{AA468FF2-DDA8-43D3-A654-FAA92A90D35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2C7EA877-8D17-4F65-A013-89AD066CBDAF}"/>
              </a:ext>
            </a:extLst>
          </p:cNvPr>
          <p:cNvSpPr txBox="1"/>
          <p:nvPr/>
        </p:nvSpPr>
        <p:spPr>
          <a:xfrm>
            <a:off x="3270229" y="3460622"/>
            <a:ext cx="2294218" cy="1888209"/>
          </a:xfrm>
          <a:prstGeom prst="rect">
            <a:avLst/>
          </a:prstGeom>
          <a:noFill/>
        </p:spPr>
        <p:txBody>
          <a:bodyPr wrap="none" lIns="91440" tIns="45720" rIns="91440" bIns="45720" rtlCol="0">
            <a:spAutoFit/>
          </a:bodyPr>
          <a:lstStyle/>
          <a:p>
            <a:pPr algn="r">
              <a:lnSpc>
                <a:spcPct val="150000"/>
              </a:lnSpc>
            </a:pPr>
            <a:r>
              <a:rPr lang="en-US" altLang="zh-CN" sz="2000" dirty="0">
                <a:solidFill>
                  <a:schemeClr val="tx1"/>
                </a:solidFill>
                <a:latin typeface="微软雅黑 Light" panose="020B0502040204020203" pitchFamily="34" charset="-122"/>
                <a:ea typeface="微软雅黑 Light" panose="020B0502040204020203" pitchFamily="34" charset="-122"/>
              </a:rPr>
              <a:t>Broadcast channel</a:t>
            </a:r>
          </a:p>
          <a:p>
            <a:pPr algn="r">
              <a:lnSpc>
                <a:spcPct val="150000"/>
              </a:lnSpc>
            </a:pPr>
            <a:r>
              <a:rPr lang="zh-CN" altLang="en-US" sz="2000" dirty="0">
                <a:latin typeface="微软雅黑 Light" panose="020B0502040204020203" pitchFamily="34" charset="-122"/>
                <a:ea typeface="微软雅黑 Light" panose="020B0502040204020203" pitchFamily="34" charset="-122"/>
              </a:rPr>
              <a:t>特点</a:t>
            </a:r>
            <a:endParaRPr lang="en-US" altLang="zh-CN" sz="2000" dirty="0">
              <a:latin typeface="微软雅黑 Light" panose="020B0502040204020203" pitchFamily="34" charset="-122"/>
              <a:ea typeface="微软雅黑 Light" panose="020B0502040204020203" pitchFamily="34" charset="-122"/>
            </a:endParaRPr>
          </a:p>
          <a:p>
            <a:pPr algn="r">
              <a:lnSpc>
                <a:spcPct val="150000"/>
              </a:lnSpc>
            </a:pPr>
            <a:r>
              <a:rPr lang="zh-CN" altLang="en-US" sz="2000" dirty="0">
                <a:latin typeface="微软雅黑 Light" panose="020B0502040204020203" pitchFamily="34" charset="-122"/>
                <a:ea typeface="微软雅黑 Light" panose="020B0502040204020203" pitchFamily="34" charset="-122"/>
              </a:rPr>
              <a:t>应用领域</a:t>
            </a:r>
            <a:endParaRPr lang="en-US" altLang="zh-CN" sz="2000" dirty="0">
              <a:latin typeface="微软雅黑 Light" panose="020B0502040204020203" pitchFamily="34" charset="-122"/>
              <a:ea typeface="微软雅黑 Light" panose="020B0502040204020203" pitchFamily="34" charset="-122"/>
            </a:endParaRPr>
          </a:p>
          <a:p>
            <a:pPr algn="r">
              <a:lnSpc>
                <a:spcPct val="150000"/>
              </a:lnSpc>
            </a:pPr>
            <a:r>
              <a:rPr lang="zh-CN" altLang="en-US" sz="2000" dirty="0">
                <a:latin typeface="微软雅黑 Light" panose="020B0502040204020203" pitchFamily="34" charset="-122"/>
                <a:ea typeface="微软雅黑 Light" panose="020B0502040204020203" pitchFamily="34" charset="-122"/>
              </a:rPr>
              <a:t>冲突检测</a:t>
            </a:r>
            <a:endParaRPr lang="en-US" altLang="zh-CN" sz="20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6315838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zh-CN" altLang="en-US" dirty="0"/>
              <a:t>广播信道</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Broadcast channel</a:t>
            </a:r>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lstStyle/>
          <a:p>
            <a:r>
              <a:rPr lang="zh-CN" altLang="zh-CN" dirty="0"/>
              <a:t>典型应用：</a:t>
            </a:r>
            <a:endParaRPr lang="en-US" altLang="zh-CN" dirty="0"/>
          </a:p>
          <a:p>
            <a:pPr lvl="1"/>
            <a:r>
              <a:rPr lang="zh-CN" altLang="zh-CN" dirty="0"/>
              <a:t>局域网</a:t>
            </a:r>
            <a:r>
              <a:rPr lang="en-US" altLang="zh-CN" dirty="0"/>
              <a:t>LAN-local area network</a:t>
            </a:r>
            <a:endParaRPr lang="zh-CN" altLang="zh-CN" dirty="0"/>
          </a:p>
          <a:p>
            <a:r>
              <a:rPr lang="zh-CN" altLang="zh-CN" dirty="0"/>
              <a:t>局域网</a:t>
            </a:r>
            <a:r>
              <a:rPr lang="zh-CN" altLang="en-US" dirty="0"/>
              <a:t>链路层</a:t>
            </a:r>
            <a:r>
              <a:rPr lang="zh-CN" altLang="zh-CN" dirty="0"/>
              <a:t>优点：</a:t>
            </a:r>
          </a:p>
          <a:p>
            <a:pPr marL="800100" lvl="1" indent="-342900">
              <a:buFont typeface="+mj-lt"/>
              <a:buAutoNum type="arabicPeriod"/>
            </a:pPr>
            <a:r>
              <a:rPr lang="zh-CN" altLang="en-US" dirty="0"/>
              <a:t>具有广播功能 </a:t>
            </a:r>
            <a:r>
              <a:rPr lang="en-US" altLang="zh-CN" dirty="0"/>
              <a:t>broadcast</a:t>
            </a:r>
          </a:p>
          <a:p>
            <a:pPr marL="800100" lvl="1" indent="-342900">
              <a:buFont typeface="+mj-lt"/>
              <a:buAutoNum type="arabicPeriod"/>
            </a:pPr>
            <a:r>
              <a:rPr lang="zh-CN" altLang="zh-CN" dirty="0"/>
              <a:t>资源共享</a:t>
            </a:r>
            <a:r>
              <a:rPr lang="en-US" altLang="zh-CN" dirty="0"/>
              <a:t> sharing-</a:t>
            </a:r>
            <a:r>
              <a:rPr lang="zh-CN" altLang="en-US" dirty="0"/>
              <a:t>资源共享、信道</a:t>
            </a:r>
            <a:r>
              <a:rPr lang="en-US" altLang="zh-CN" dirty="0"/>
              <a:t>/</a:t>
            </a:r>
            <a:r>
              <a:rPr lang="zh-CN" altLang="en-US" dirty="0"/>
              <a:t>介质共享</a:t>
            </a:r>
            <a:endParaRPr lang="zh-CN" altLang="zh-CN" dirty="0"/>
          </a:p>
          <a:p>
            <a:pPr marL="800100" lvl="1" indent="-342900">
              <a:buFont typeface="+mj-lt"/>
              <a:buAutoNum type="arabicPeriod"/>
            </a:pPr>
            <a:r>
              <a:rPr lang="zh-CN" altLang="zh-CN" dirty="0"/>
              <a:t>便于系统扩展和演变，可灵活调整和改变</a:t>
            </a:r>
            <a:r>
              <a:rPr lang="en-US" altLang="zh-CN" dirty="0"/>
              <a:t>flexibility</a:t>
            </a:r>
            <a:endParaRPr lang="zh-CN" altLang="zh-CN" dirty="0"/>
          </a:p>
          <a:p>
            <a:pPr marL="800100" lvl="1" indent="-342900">
              <a:buFont typeface="+mj-lt"/>
              <a:buAutoNum type="arabicPeriod"/>
            </a:pPr>
            <a:r>
              <a:rPr lang="zh-CN" altLang="zh-CN" dirty="0"/>
              <a:t>三高：可靠性高</a:t>
            </a:r>
            <a:r>
              <a:rPr lang="en-US" altLang="zh-CN" dirty="0"/>
              <a:t> reliability</a:t>
            </a:r>
            <a:r>
              <a:rPr lang="zh-CN" altLang="zh-CN" dirty="0"/>
              <a:t>、可用性高</a:t>
            </a:r>
            <a:r>
              <a:rPr lang="en-US" altLang="zh-CN" dirty="0"/>
              <a:t> availability</a:t>
            </a:r>
            <a:r>
              <a:rPr lang="zh-CN" altLang="zh-CN" dirty="0"/>
              <a:t>、生存性高</a:t>
            </a:r>
            <a:r>
              <a:rPr lang="en-US" altLang="zh-CN" dirty="0"/>
              <a:t> survivability</a:t>
            </a:r>
            <a:endParaRPr lang="zh-CN" altLang="zh-CN" dirty="0"/>
          </a:p>
        </p:txBody>
      </p:sp>
    </p:spTree>
    <p:extLst>
      <p:ext uri="{BB962C8B-B14F-4D97-AF65-F5344CB8AC3E}">
        <p14:creationId xmlns:p14="http://schemas.microsoft.com/office/powerpoint/2010/main" val="33559088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zh-CN" altLang="en-US" dirty="0"/>
              <a:t>局域网拓扑结构</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LAN topology</a:t>
            </a:r>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lstStyle/>
          <a:p>
            <a:endParaRPr lang="zh-CN" altLang="en-US" dirty="0"/>
          </a:p>
        </p:txBody>
      </p:sp>
      <p:sp>
        <p:nvSpPr>
          <p:cNvPr id="7" name="文本框 6">
            <a:extLst>
              <a:ext uri="{FF2B5EF4-FFF2-40B4-BE49-F238E27FC236}">
                <a16:creationId xmlns:a16="http://schemas.microsoft.com/office/drawing/2014/main" id="{F454C449-7A5E-409C-8647-E1C7175EB36B}"/>
              </a:ext>
            </a:extLst>
          </p:cNvPr>
          <p:cNvSpPr txBox="1"/>
          <p:nvPr/>
        </p:nvSpPr>
        <p:spPr>
          <a:xfrm>
            <a:off x="9358950" y="5418592"/>
            <a:ext cx="1077218" cy="430887"/>
          </a:xfrm>
          <a:prstGeom prst="rect">
            <a:avLst/>
          </a:prstGeom>
          <a:noFill/>
        </p:spPr>
        <p:txBody>
          <a:bodyPr wrap="none" lIns="0" tIns="0" rIns="0" bIns="0" rtlCol="0">
            <a:spAutoFit/>
          </a:bodyPr>
          <a:lstStyle>
            <a:defPPr>
              <a:defRPr lang="zh-CN"/>
            </a:defPPr>
            <a:lvl1pPr>
              <a:defRPr sz="8000">
                <a:gradFill>
                  <a:gsLst>
                    <a:gs pos="0">
                      <a:srgbClr val="C00000"/>
                    </a:gs>
                    <a:gs pos="53000">
                      <a:srgbClr val="FFC000"/>
                    </a:gs>
                    <a:gs pos="100000">
                      <a:srgbClr val="FFFF00"/>
                    </a:gs>
                  </a:gsLst>
                  <a:lin ang="5400000" scaled="0"/>
                </a:gradFill>
                <a:effectLst>
                  <a:outerShdw blurRad="50800" dist="38100" dir="2700000" algn="tl" rotWithShape="0">
                    <a:prstClr val="black">
                      <a:alpha val="40000"/>
                    </a:prstClr>
                  </a:outerShdw>
                </a:effectLst>
                <a:latin typeface="Cuprum" panose="00000500000000000000" pitchFamily="2" charset="0"/>
                <a:ea typeface="微软雅黑 Light" panose="020B0502040204020203" pitchFamily="34" charset="-122"/>
              </a:defRPr>
            </a:lvl1pPr>
          </a:lstStyle>
          <a:p>
            <a:pPr algn="ctr"/>
            <a:r>
              <a:rPr lang="zh-CN" altLang="en-US" sz="2800" dirty="0">
                <a:latin typeface="微软雅黑" panose="020B0503020204020204" pitchFamily="34" charset="-122"/>
                <a:ea typeface="微软雅黑" panose="020B0503020204020204" pitchFamily="34" charset="-122"/>
              </a:rPr>
              <a:t>总线型</a:t>
            </a:r>
          </a:p>
        </p:txBody>
      </p:sp>
      <p:sp>
        <p:nvSpPr>
          <p:cNvPr id="10" name="文本框 9">
            <a:extLst>
              <a:ext uri="{FF2B5EF4-FFF2-40B4-BE49-F238E27FC236}">
                <a16:creationId xmlns:a16="http://schemas.microsoft.com/office/drawing/2014/main" id="{ABD11A99-7EE4-4DEA-8789-A7CCB8D52155}"/>
              </a:ext>
            </a:extLst>
          </p:cNvPr>
          <p:cNvSpPr txBox="1"/>
          <p:nvPr/>
        </p:nvSpPr>
        <p:spPr>
          <a:xfrm>
            <a:off x="9642525" y="5831997"/>
            <a:ext cx="510076" cy="338554"/>
          </a:xfrm>
          <a:prstGeom prst="rect">
            <a:avLst/>
          </a:prstGeom>
          <a:noFill/>
        </p:spPr>
        <p:txBody>
          <a:bodyPr wrap="none" rtlCol="0">
            <a:spAutoFit/>
          </a:bodyPr>
          <a:lstStyle/>
          <a:p>
            <a:pPr algn="ctr">
              <a:buClr>
                <a:schemeClr val="accent2">
                  <a:lumMod val="75000"/>
                </a:schemeClr>
              </a:buClr>
            </a:pPr>
            <a:r>
              <a:rPr lang="en-US" altLang="zh-CN" sz="1600" dirty="0">
                <a:latin typeface="微软雅黑 Light" panose="020B0502040204020203" pitchFamily="34" charset="-122"/>
                <a:ea typeface="微软雅黑 Light" panose="020B0502040204020203" pitchFamily="34" charset="-122"/>
              </a:rPr>
              <a:t>Bus</a:t>
            </a:r>
            <a:endParaRPr lang="zh-CN" altLang="en-US" sz="1600" dirty="0">
              <a:latin typeface="微软雅黑 Light" panose="020B0502040204020203" pitchFamily="34" charset="-122"/>
              <a:ea typeface="微软雅黑 Light" panose="020B0502040204020203" pitchFamily="34" charset="-122"/>
            </a:endParaRPr>
          </a:p>
        </p:txBody>
      </p:sp>
      <p:sp>
        <p:nvSpPr>
          <p:cNvPr id="11" name="文本框 10">
            <a:extLst>
              <a:ext uri="{FF2B5EF4-FFF2-40B4-BE49-F238E27FC236}">
                <a16:creationId xmlns:a16="http://schemas.microsoft.com/office/drawing/2014/main" id="{95A8FDD0-8DE6-4518-AB27-704F031A6D22}"/>
              </a:ext>
            </a:extLst>
          </p:cNvPr>
          <p:cNvSpPr txBox="1"/>
          <p:nvPr/>
        </p:nvSpPr>
        <p:spPr>
          <a:xfrm>
            <a:off x="1935366" y="5418592"/>
            <a:ext cx="718145" cy="430887"/>
          </a:xfrm>
          <a:prstGeom prst="rect">
            <a:avLst/>
          </a:prstGeom>
          <a:noFill/>
        </p:spPr>
        <p:txBody>
          <a:bodyPr wrap="none" lIns="0" tIns="0" rIns="0" bIns="0" rtlCol="0">
            <a:spAutoFit/>
          </a:bodyPr>
          <a:lstStyle>
            <a:defPPr>
              <a:defRPr lang="zh-CN"/>
            </a:defPPr>
            <a:lvl1pPr>
              <a:defRPr sz="8000">
                <a:gradFill>
                  <a:gsLst>
                    <a:gs pos="0">
                      <a:srgbClr val="C00000"/>
                    </a:gs>
                    <a:gs pos="53000">
                      <a:srgbClr val="FFC000"/>
                    </a:gs>
                    <a:gs pos="100000">
                      <a:srgbClr val="FFFF00"/>
                    </a:gs>
                  </a:gsLst>
                  <a:lin ang="5400000" scaled="0"/>
                </a:gradFill>
                <a:effectLst>
                  <a:outerShdw blurRad="50800" dist="38100" dir="2700000" algn="tl" rotWithShape="0">
                    <a:prstClr val="black">
                      <a:alpha val="40000"/>
                    </a:prstClr>
                  </a:outerShdw>
                </a:effectLst>
                <a:latin typeface="Cuprum" panose="00000500000000000000" pitchFamily="2" charset="0"/>
                <a:ea typeface="微软雅黑 Light" panose="020B0502040204020203" pitchFamily="34" charset="-122"/>
              </a:defRPr>
            </a:lvl1pPr>
          </a:lstStyle>
          <a:p>
            <a:pPr algn="ctr"/>
            <a:r>
              <a:rPr lang="zh-CN" altLang="en-US" sz="2800" dirty="0">
                <a:latin typeface="微软雅黑" panose="020B0503020204020204" pitchFamily="34" charset="-122"/>
                <a:ea typeface="微软雅黑" panose="020B0503020204020204" pitchFamily="34" charset="-122"/>
              </a:rPr>
              <a:t>星型</a:t>
            </a:r>
          </a:p>
        </p:txBody>
      </p:sp>
      <p:sp>
        <p:nvSpPr>
          <p:cNvPr id="12" name="文本框 11">
            <a:extLst>
              <a:ext uri="{FF2B5EF4-FFF2-40B4-BE49-F238E27FC236}">
                <a16:creationId xmlns:a16="http://schemas.microsoft.com/office/drawing/2014/main" id="{1076E9C8-3986-4B70-AE6C-681A60F1C4D9}"/>
              </a:ext>
            </a:extLst>
          </p:cNvPr>
          <p:cNvSpPr txBox="1"/>
          <p:nvPr/>
        </p:nvSpPr>
        <p:spPr>
          <a:xfrm>
            <a:off x="2022569" y="5831997"/>
            <a:ext cx="543740" cy="338554"/>
          </a:xfrm>
          <a:prstGeom prst="rect">
            <a:avLst/>
          </a:prstGeom>
          <a:noFill/>
        </p:spPr>
        <p:txBody>
          <a:bodyPr wrap="none" rtlCol="0">
            <a:spAutoFit/>
          </a:bodyPr>
          <a:lstStyle/>
          <a:p>
            <a:pPr algn="ctr">
              <a:buClr>
                <a:schemeClr val="accent2">
                  <a:lumMod val="75000"/>
                </a:schemeClr>
              </a:buClr>
            </a:pPr>
            <a:r>
              <a:rPr lang="en-US" altLang="zh-CN" sz="1600" dirty="0">
                <a:latin typeface="微软雅黑 Light" panose="020B0502040204020203" pitchFamily="34" charset="-122"/>
                <a:ea typeface="微软雅黑 Light" panose="020B0502040204020203" pitchFamily="34" charset="-122"/>
              </a:rPr>
              <a:t>Star</a:t>
            </a:r>
            <a:endParaRPr lang="zh-CN" altLang="en-US" sz="1600" dirty="0">
              <a:latin typeface="微软雅黑 Light" panose="020B0502040204020203" pitchFamily="34" charset="-122"/>
              <a:ea typeface="微软雅黑 Light" panose="020B0502040204020203" pitchFamily="34" charset="-122"/>
            </a:endParaRPr>
          </a:p>
        </p:txBody>
      </p:sp>
      <p:sp>
        <p:nvSpPr>
          <p:cNvPr id="13" name="文本框 12">
            <a:extLst>
              <a:ext uri="{FF2B5EF4-FFF2-40B4-BE49-F238E27FC236}">
                <a16:creationId xmlns:a16="http://schemas.microsoft.com/office/drawing/2014/main" id="{38D2C55B-4C12-4BE6-9CDF-7E59BC5F42C6}"/>
              </a:ext>
            </a:extLst>
          </p:cNvPr>
          <p:cNvSpPr txBox="1"/>
          <p:nvPr/>
        </p:nvSpPr>
        <p:spPr>
          <a:xfrm>
            <a:off x="5843906" y="5418592"/>
            <a:ext cx="718145" cy="430887"/>
          </a:xfrm>
          <a:prstGeom prst="rect">
            <a:avLst/>
          </a:prstGeom>
          <a:noFill/>
        </p:spPr>
        <p:txBody>
          <a:bodyPr wrap="none" lIns="0" tIns="0" rIns="0" bIns="0" rtlCol="0">
            <a:spAutoFit/>
          </a:bodyPr>
          <a:lstStyle>
            <a:defPPr>
              <a:defRPr lang="zh-CN"/>
            </a:defPPr>
            <a:lvl1pPr>
              <a:defRPr sz="8000">
                <a:gradFill>
                  <a:gsLst>
                    <a:gs pos="0">
                      <a:srgbClr val="C00000"/>
                    </a:gs>
                    <a:gs pos="53000">
                      <a:srgbClr val="FFC000"/>
                    </a:gs>
                    <a:gs pos="100000">
                      <a:srgbClr val="FFFF00"/>
                    </a:gs>
                  </a:gsLst>
                  <a:lin ang="5400000" scaled="0"/>
                </a:gradFill>
                <a:effectLst>
                  <a:outerShdw blurRad="50800" dist="38100" dir="2700000" algn="tl" rotWithShape="0">
                    <a:prstClr val="black">
                      <a:alpha val="40000"/>
                    </a:prstClr>
                  </a:outerShdw>
                </a:effectLst>
                <a:latin typeface="Cuprum" panose="00000500000000000000" pitchFamily="2" charset="0"/>
                <a:ea typeface="微软雅黑 Light" panose="020B0502040204020203" pitchFamily="34" charset="-122"/>
              </a:defRPr>
            </a:lvl1pPr>
          </a:lstStyle>
          <a:p>
            <a:pPr algn="ctr"/>
            <a:r>
              <a:rPr lang="zh-CN" altLang="en-US" sz="2800" dirty="0">
                <a:latin typeface="微软雅黑" panose="020B0503020204020204" pitchFamily="34" charset="-122"/>
                <a:ea typeface="微软雅黑" panose="020B0503020204020204" pitchFamily="34" charset="-122"/>
              </a:rPr>
              <a:t>环型</a:t>
            </a:r>
          </a:p>
        </p:txBody>
      </p:sp>
      <p:sp>
        <p:nvSpPr>
          <p:cNvPr id="14" name="文本框 13">
            <a:extLst>
              <a:ext uri="{FF2B5EF4-FFF2-40B4-BE49-F238E27FC236}">
                <a16:creationId xmlns:a16="http://schemas.microsoft.com/office/drawing/2014/main" id="{175BFD9C-E66C-4DAC-9701-9CCC271C28C5}"/>
              </a:ext>
            </a:extLst>
          </p:cNvPr>
          <p:cNvSpPr txBox="1"/>
          <p:nvPr/>
        </p:nvSpPr>
        <p:spPr>
          <a:xfrm>
            <a:off x="5905460" y="5831997"/>
            <a:ext cx="595036" cy="338554"/>
          </a:xfrm>
          <a:prstGeom prst="rect">
            <a:avLst/>
          </a:prstGeom>
          <a:noFill/>
        </p:spPr>
        <p:txBody>
          <a:bodyPr wrap="none" rtlCol="0">
            <a:spAutoFit/>
          </a:bodyPr>
          <a:lstStyle/>
          <a:p>
            <a:pPr algn="ctr">
              <a:buClr>
                <a:schemeClr val="accent2">
                  <a:lumMod val="75000"/>
                </a:schemeClr>
              </a:buClr>
            </a:pPr>
            <a:r>
              <a:rPr lang="en-US" altLang="zh-CN" sz="1600" dirty="0">
                <a:latin typeface="微软雅黑 Light" panose="020B0502040204020203" pitchFamily="34" charset="-122"/>
                <a:ea typeface="微软雅黑 Light" panose="020B0502040204020203" pitchFamily="34" charset="-122"/>
              </a:rPr>
              <a:t>Ring</a:t>
            </a:r>
            <a:endParaRPr lang="zh-CN" altLang="en-US" sz="1600"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2F42CE2A-3EED-4257-B1F4-078BBED6447C}"/>
              </a:ext>
            </a:extLst>
          </p:cNvPr>
          <p:cNvSpPr/>
          <p:nvPr/>
        </p:nvSpPr>
        <p:spPr>
          <a:xfrm>
            <a:off x="2186438" y="3589700"/>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B30C6826-9542-4909-9D8C-3DB4959BB665}"/>
              </a:ext>
            </a:extLst>
          </p:cNvPr>
          <p:cNvSpPr/>
          <p:nvPr/>
        </p:nvSpPr>
        <p:spPr>
          <a:xfrm>
            <a:off x="2813967" y="3051818"/>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AE23E815-0BF1-4ACC-83D6-83362CB22007}"/>
              </a:ext>
            </a:extLst>
          </p:cNvPr>
          <p:cNvSpPr/>
          <p:nvPr/>
        </p:nvSpPr>
        <p:spPr>
          <a:xfrm>
            <a:off x="1719366" y="2890957"/>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A7E563D0-BDE9-445F-AAAE-D0C68D09B990}"/>
              </a:ext>
            </a:extLst>
          </p:cNvPr>
          <p:cNvSpPr/>
          <p:nvPr/>
        </p:nvSpPr>
        <p:spPr>
          <a:xfrm>
            <a:off x="1396637" y="4325310"/>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E0709D46-EDAA-49A0-9F32-BD2804F42980}"/>
              </a:ext>
            </a:extLst>
          </p:cNvPr>
          <p:cNvSpPr/>
          <p:nvPr/>
        </p:nvSpPr>
        <p:spPr>
          <a:xfrm>
            <a:off x="2385030" y="4579023"/>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94029D9F-998C-423E-90B6-3D85DCCD5933}"/>
              </a:ext>
            </a:extLst>
          </p:cNvPr>
          <p:cNvSpPr/>
          <p:nvPr/>
        </p:nvSpPr>
        <p:spPr>
          <a:xfrm>
            <a:off x="2886005" y="3846115"/>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1" name="直接连接符 20">
            <a:extLst>
              <a:ext uri="{FF2B5EF4-FFF2-40B4-BE49-F238E27FC236}">
                <a16:creationId xmlns:a16="http://schemas.microsoft.com/office/drawing/2014/main" id="{7E13389C-0C49-4435-8C35-BBBD292334C1}"/>
              </a:ext>
            </a:extLst>
          </p:cNvPr>
          <p:cNvCxnSpPr>
            <a:stCxn id="15" idx="7"/>
            <a:endCxn id="16" idx="3"/>
          </p:cNvCxnSpPr>
          <p:nvPr/>
        </p:nvCxnSpPr>
        <p:spPr>
          <a:xfrm flipV="1">
            <a:off x="2370806" y="3236186"/>
            <a:ext cx="474793" cy="385146"/>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80288F4A-D1EE-403B-AAD0-DF74BC4729EC}"/>
              </a:ext>
            </a:extLst>
          </p:cNvPr>
          <p:cNvCxnSpPr>
            <a:cxnSpLocks/>
            <a:stCxn id="15" idx="1"/>
            <a:endCxn id="17" idx="5"/>
          </p:cNvCxnSpPr>
          <p:nvPr/>
        </p:nvCxnSpPr>
        <p:spPr>
          <a:xfrm flipH="1" flipV="1">
            <a:off x="1903734" y="3075325"/>
            <a:ext cx="314336" cy="546007"/>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00F24727-6637-4792-99E5-0E33D7FB0D60}"/>
              </a:ext>
            </a:extLst>
          </p:cNvPr>
          <p:cNvCxnSpPr>
            <a:stCxn id="18" idx="7"/>
            <a:endCxn id="15" idx="3"/>
          </p:cNvCxnSpPr>
          <p:nvPr/>
        </p:nvCxnSpPr>
        <p:spPr>
          <a:xfrm flipV="1">
            <a:off x="1581005" y="3774068"/>
            <a:ext cx="637065" cy="582874"/>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8A71734C-9EF9-4E08-AE03-AA5502B45CE6}"/>
              </a:ext>
            </a:extLst>
          </p:cNvPr>
          <p:cNvCxnSpPr>
            <a:cxnSpLocks/>
            <a:stCxn id="15" idx="4"/>
            <a:endCxn id="19" idx="0"/>
          </p:cNvCxnSpPr>
          <p:nvPr/>
        </p:nvCxnSpPr>
        <p:spPr>
          <a:xfrm>
            <a:off x="2294438" y="3805700"/>
            <a:ext cx="198592" cy="773323"/>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B51193E8-D1F9-4812-8ECA-9D42A447BBC9}"/>
              </a:ext>
            </a:extLst>
          </p:cNvPr>
          <p:cNvCxnSpPr>
            <a:cxnSpLocks/>
            <a:stCxn id="15" idx="5"/>
            <a:endCxn id="20" idx="2"/>
          </p:cNvCxnSpPr>
          <p:nvPr/>
        </p:nvCxnSpPr>
        <p:spPr>
          <a:xfrm>
            <a:off x="2370806" y="3774068"/>
            <a:ext cx="515199" cy="180047"/>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35" name="椭圆 34">
            <a:extLst>
              <a:ext uri="{FF2B5EF4-FFF2-40B4-BE49-F238E27FC236}">
                <a16:creationId xmlns:a16="http://schemas.microsoft.com/office/drawing/2014/main" id="{7B790ACE-FE27-468E-93AA-67570A79654A}"/>
              </a:ext>
            </a:extLst>
          </p:cNvPr>
          <p:cNvSpPr/>
          <p:nvPr/>
        </p:nvSpPr>
        <p:spPr>
          <a:xfrm>
            <a:off x="6094982" y="2835893"/>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36" name="椭圆 35">
            <a:extLst>
              <a:ext uri="{FF2B5EF4-FFF2-40B4-BE49-F238E27FC236}">
                <a16:creationId xmlns:a16="http://schemas.microsoft.com/office/drawing/2014/main" id="{026D5BDA-0651-4BA3-B7E2-33595BEE6EF2}"/>
              </a:ext>
            </a:extLst>
          </p:cNvPr>
          <p:cNvSpPr/>
          <p:nvPr/>
        </p:nvSpPr>
        <p:spPr>
          <a:xfrm>
            <a:off x="6844214" y="3212759"/>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37" name="椭圆 36">
            <a:extLst>
              <a:ext uri="{FF2B5EF4-FFF2-40B4-BE49-F238E27FC236}">
                <a16:creationId xmlns:a16="http://schemas.microsoft.com/office/drawing/2014/main" id="{F5960A33-CAD0-4A56-A62D-7FFF1DF634AD}"/>
              </a:ext>
            </a:extLst>
          </p:cNvPr>
          <p:cNvSpPr/>
          <p:nvPr/>
        </p:nvSpPr>
        <p:spPr>
          <a:xfrm>
            <a:off x="6736214" y="4029455"/>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38" name="椭圆 37">
            <a:extLst>
              <a:ext uri="{FF2B5EF4-FFF2-40B4-BE49-F238E27FC236}">
                <a16:creationId xmlns:a16="http://schemas.microsoft.com/office/drawing/2014/main" id="{CC42C92B-3DE8-422C-B7AA-592A635D1EC6}"/>
              </a:ext>
            </a:extLst>
          </p:cNvPr>
          <p:cNvSpPr/>
          <p:nvPr/>
        </p:nvSpPr>
        <p:spPr>
          <a:xfrm>
            <a:off x="5950628" y="4301792"/>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39" name="椭圆 38">
            <a:extLst>
              <a:ext uri="{FF2B5EF4-FFF2-40B4-BE49-F238E27FC236}">
                <a16:creationId xmlns:a16="http://schemas.microsoft.com/office/drawing/2014/main" id="{6F599F3D-C5B2-4AB6-AE0D-D3656EE7303F}"/>
              </a:ext>
            </a:extLst>
          </p:cNvPr>
          <p:cNvSpPr/>
          <p:nvPr/>
        </p:nvSpPr>
        <p:spPr>
          <a:xfrm>
            <a:off x="5363660" y="3954115"/>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40" name="椭圆 39">
            <a:extLst>
              <a:ext uri="{FF2B5EF4-FFF2-40B4-BE49-F238E27FC236}">
                <a16:creationId xmlns:a16="http://schemas.microsoft.com/office/drawing/2014/main" id="{972C8D86-0411-4CDA-AF53-B869D16C83CC}"/>
              </a:ext>
            </a:extLst>
          </p:cNvPr>
          <p:cNvSpPr/>
          <p:nvPr/>
        </p:nvSpPr>
        <p:spPr>
          <a:xfrm>
            <a:off x="5472667" y="3106957"/>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41" name="直接连接符 40">
            <a:extLst>
              <a:ext uri="{FF2B5EF4-FFF2-40B4-BE49-F238E27FC236}">
                <a16:creationId xmlns:a16="http://schemas.microsoft.com/office/drawing/2014/main" id="{DAFA23DF-DE65-4F08-B004-53D2101D24EC}"/>
              </a:ext>
            </a:extLst>
          </p:cNvPr>
          <p:cNvCxnSpPr>
            <a:cxnSpLocks/>
            <a:stCxn id="35" idx="6"/>
            <a:endCxn id="36" idx="1"/>
          </p:cNvCxnSpPr>
          <p:nvPr/>
        </p:nvCxnSpPr>
        <p:spPr>
          <a:xfrm>
            <a:off x="6310982" y="2943893"/>
            <a:ext cx="564864" cy="300498"/>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063A567B-7DD8-4289-A7EB-DDEA48602250}"/>
              </a:ext>
            </a:extLst>
          </p:cNvPr>
          <p:cNvCxnSpPr>
            <a:stCxn id="36" idx="4"/>
            <a:endCxn id="37" idx="7"/>
          </p:cNvCxnSpPr>
          <p:nvPr/>
        </p:nvCxnSpPr>
        <p:spPr>
          <a:xfrm flipH="1">
            <a:off x="6920582" y="3428759"/>
            <a:ext cx="31632" cy="632328"/>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3062850-B8E7-478F-A43D-8DF6C9A6AAE4}"/>
              </a:ext>
            </a:extLst>
          </p:cNvPr>
          <p:cNvCxnSpPr>
            <a:cxnSpLocks/>
            <a:stCxn id="37" idx="3"/>
            <a:endCxn id="38" idx="6"/>
          </p:cNvCxnSpPr>
          <p:nvPr/>
        </p:nvCxnSpPr>
        <p:spPr>
          <a:xfrm flipH="1">
            <a:off x="6166628" y="4213823"/>
            <a:ext cx="601218" cy="195969"/>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C37666-5E66-4822-96BB-869519ACA7C3}"/>
              </a:ext>
            </a:extLst>
          </p:cNvPr>
          <p:cNvCxnSpPr>
            <a:cxnSpLocks/>
            <a:stCxn id="38" idx="2"/>
            <a:endCxn id="39" idx="5"/>
          </p:cNvCxnSpPr>
          <p:nvPr/>
        </p:nvCxnSpPr>
        <p:spPr>
          <a:xfrm flipH="1" flipV="1">
            <a:off x="5548028" y="4138483"/>
            <a:ext cx="402600" cy="271309"/>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30BD56C5-F81A-41E1-807E-4771FDA4F4BB}"/>
              </a:ext>
            </a:extLst>
          </p:cNvPr>
          <p:cNvCxnSpPr>
            <a:cxnSpLocks/>
            <a:stCxn id="39" idx="0"/>
            <a:endCxn id="40" idx="3"/>
          </p:cNvCxnSpPr>
          <p:nvPr/>
        </p:nvCxnSpPr>
        <p:spPr>
          <a:xfrm flipV="1">
            <a:off x="5471660" y="3291325"/>
            <a:ext cx="32639" cy="662790"/>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E70B342F-F0EB-4CE2-8754-FC9C62020277}"/>
              </a:ext>
            </a:extLst>
          </p:cNvPr>
          <p:cNvCxnSpPr>
            <a:cxnSpLocks/>
            <a:stCxn id="40" idx="7"/>
            <a:endCxn id="35" idx="2"/>
          </p:cNvCxnSpPr>
          <p:nvPr/>
        </p:nvCxnSpPr>
        <p:spPr>
          <a:xfrm flipV="1">
            <a:off x="5657035" y="2943893"/>
            <a:ext cx="437947" cy="194696"/>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47" name="椭圆 46">
            <a:extLst>
              <a:ext uri="{FF2B5EF4-FFF2-40B4-BE49-F238E27FC236}">
                <a16:creationId xmlns:a16="http://schemas.microsoft.com/office/drawing/2014/main" id="{4BDF964D-9942-49B8-B898-FC537A5CA499}"/>
              </a:ext>
            </a:extLst>
          </p:cNvPr>
          <p:cNvSpPr/>
          <p:nvPr/>
        </p:nvSpPr>
        <p:spPr>
          <a:xfrm>
            <a:off x="9891757" y="2784388"/>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48" name="椭圆 47">
            <a:extLst>
              <a:ext uri="{FF2B5EF4-FFF2-40B4-BE49-F238E27FC236}">
                <a16:creationId xmlns:a16="http://schemas.microsoft.com/office/drawing/2014/main" id="{F3C82CDD-7968-49F3-A78B-CE53FD301E62}"/>
              </a:ext>
            </a:extLst>
          </p:cNvPr>
          <p:cNvSpPr/>
          <p:nvPr/>
        </p:nvSpPr>
        <p:spPr>
          <a:xfrm>
            <a:off x="8896675" y="3547498"/>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49" name="椭圆 48">
            <a:extLst>
              <a:ext uri="{FF2B5EF4-FFF2-40B4-BE49-F238E27FC236}">
                <a16:creationId xmlns:a16="http://schemas.microsoft.com/office/drawing/2014/main" id="{1575EEEA-C26B-4DB6-AE96-FC0DB74568CF}"/>
              </a:ext>
            </a:extLst>
          </p:cNvPr>
          <p:cNvSpPr/>
          <p:nvPr/>
        </p:nvSpPr>
        <p:spPr>
          <a:xfrm>
            <a:off x="9654128" y="3547498"/>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50" name="椭圆 49">
            <a:extLst>
              <a:ext uri="{FF2B5EF4-FFF2-40B4-BE49-F238E27FC236}">
                <a16:creationId xmlns:a16="http://schemas.microsoft.com/office/drawing/2014/main" id="{96ABEFAF-CCF7-45D5-B8FE-5B543FAB16D7}"/>
              </a:ext>
            </a:extLst>
          </p:cNvPr>
          <p:cNvSpPr/>
          <p:nvPr/>
        </p:nvSpPr>
        <p:spPr>
          <a:xfrm>
            <a:off x="10303581" y="3547498"/>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51" name="椭圆 50">
            <a:extLst>
              <a:ext uri="{FF2B5EF4-FFF2-40B4-BE49-F238E27FC236}">
                <a16:creationId xmlns:a16="http://schemas.microsoft.com/office/drawing/2014/main" id="{61AF0748-CFE7-4ED5-B7BF-D9D2DDAC2E7F}"/>
              </a:ext>
            </a:extLst>
          </p:cNvPr>
          <p:cNvSpPr/>
          <p:nvPr/>
        </p:nvSpPr>
        <p:spPr>
          <a:xfrm>
            <a:off x="10953034" y="3547498"/>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52" name="连接符: 肘形 51">
            <a:extLst>
              <a:ext uri="{FF2B5EF4-FFF2-40B4-BE49-F238E27FC236}">
                <a16:creationId xmlns:a16="http://schemas.microsoft.com/office/drawing/2014/main" id="{08E8E06B-7152-4E2A-BEB6-C4EF8A5BD71D}"/>
              </a:ext>
            </a:extLst>
          </p:cNvPr>
          <p:cNvCxnSpPr>
            <a:cxnSpLocks/>
            <a:stCxn id="47" idx="4"/>
            <a:endCxn id="50" idx="0"/>
          </p:cNvCxnSpPr>
          <p:nvPr/>
        </p:nvCxnSpPr>
        <p:spPr>
          <a:xfrm rot="16200000" flipH="1">
            <a:off x="9932114" y="3068031"/>
            <a:ext cx="547110" cy="411824"/>
          </a:xfrm>
          <a:prstGeom prst="bentConnector3">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03A8B914-E0F3-4948-8515-3B19E2ACAE79}"/>
              </a:ext>
            </a:extLst>
          </p:cNvPr>
          <p:cNvCxnSpPr>
            <a:stCxn id="47" idx="4"/>
            <a:endCxn id="49" idx="0"/>
          </p:cNvCxnSpPr>
          <p:nvPr/>
        </p:nvCxnSpPr>
        <p:spPr>
          <a:xfrm rot="5400000">
            <a:off x="9607388" y="3155129"/>
            <a:ext cx="547110" cy="237629"/>
          </a:xfrm>
          <a:prstGeom prst="bentConnector3">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21ACF73A-BB3A-48DC-A6CF-477CE39B782E}"/>
              </a:ext>
            </a:extLst>
          </p:cNvPr>
          <p:cNvCxnSpPr>
            <a:stCxn id="48" idx="0"/>
            <a:endCxn id="47" idx="4"/>
          </p:cNvCxnSpPr>
          <p:nvPr/>
        </p:nvCxnSpPr>
        <p:spPr>
          <a:xfrm rot="5400000" flipH="1" flipV="1">
            <a:off x="9228661" y="2776402"/>
            <a:ext cx="547110" cy="995082"/>
          </a:xfrm>
          <a:prstGeom prst="bentConnector3">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E48E30A9-FDF7-4FAD-B0FA-6743940E5DC3}"/>
              </a:ext>
            </a:extLst>
          </p:cNvPr>
          <p:cNvCxnSpPr>
            <a:stCxn id="51" idx="0"/>
            <a:endCxn id="47" idx="4"/>
          </p:cNvCxnSpPr>
          <p:nvPr/>
        </p:nvCxnSpPr>
        <p:spPr>
          <a:xfrm rot="16200000" flipV="1">
            <a:off x="10256841" y="2743304"/>
            <a:ext cx="547110" cy="1061277"/>
          </a:xfrm>
          <a:prstGeom prst="bentConnector3">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61035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zh-CN" altLang="en-US" dirty="0"/>
              <a:t>广播信道</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Broadcast channel</a:t>
            </a:r>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lstStyle/>
          <a:p>
            <a:r>
              <a:rPr lang="zh-CN" altLang="en-US" dirty="0"/>
              <a:t>传统的信道复用技术</a:t>
            </a:r>
            <a:r>
              <a:rPr lang="zh-CN" altLang="en-US" dirty="0">
                <a:solidFill>
                  <a:srgbClr val="FF0000"/>
                </a:solidFill>
              </a:rPr>
              <a:t>代价</a:t>
            </a:r>
            <a:r>
              <a:rPr lang="zh-CN" altLang="en-US" dirty="0"/>
              <a:t>高</a:t>
            </a:r>
          </a:p>
          <a:p>
            <a:r>
              <a:rPr lang="zh-CN" altLang="en-US" dirty="0"/>
              <a:t>动态媒体接入控制</a:t>
            </a:r>
            <a:endParaRPr lang="en-US" altLang="zh-CN" dirty="0"/>
          </a:p>
          <a:p>
            <a:pPr lvl="1"/>
            <a:r>
              <a:rPr lang="zh-CN" altLang="en-US" dirty="0"/>
              <a:t>随机接入：容易碰撞，需要解决碰撞的问题，已经很完美的应用到了现在的局域网</a:t>
            </a:r>
            <a:endParaRPr lang="en-US" altLang="zh-CN" dirty="0"/>
          </a:p>
          <a:p>
            <a:pPr lvl="1"/>
            <a:r>
              <a:rPr lang="zh-CN" altLang="en-US" dirty="0"/>
              <a:t>受控接入：多见于旧式的网络架构</a:t>
            </a:r>
            <a:endParaRPr lang="en-US" altLang="zh-CN" dirty="0"/>
          </a:p>
        </p:txBody>
      </p:sp>
      <p:sp>
        <p:nvSpPr>
          <p:cNvPr id="10" name="矩形 9">
            <a:extLst>
              <a:ext uri="{FF2B5EF4-FFF2-40B4-BE49-F238E27FC236}">
                <a16:creationId xmlns:a16="http://schemas.microsoft.com/office/drawing/2014/main" id="{120FDD1B-1A96-46A8-9DB6-A5AB539DC2C9}"/>
              </a:ext>
            </a:extLst>
          </p:cNvPr>
          <p:cNvSpPr/>
          <p:nvPr/>
        </p:nvSpPr>
        <p:spPr>
          <a:xfrm>
            <a:off x="3716101" y="4146754"/>
            <a:ext cx="5400000" cy="36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latin typeface="Courier New" panose="02070309020205020404" pitchFamily="49" charset="0"/>
              <a:ea typeface="微软雅黑 Light" panose="020B0502040204020203" pitchFamily="34" charset="-122"/>
            </a:endParaRPr>
          </a:p>
        </p:txBody>
      </p:sp>
      <p:grpSp>
        <p:nvGrpSpPr>
          <p:cNvPr id="28" name="组合 27">
            <a:extLst>
              <a:ext uri="{FF2B5EF4-FFF2-40B4-BE49-F238E27FC236}">
                <a16:creationId xmlns:a16="http://schemas.microsoft.com/office/drawing/2014/main" id="{229310CE-D0CA-38E2-04F8-41710231D7BD}"/>
              </a:ext>
            </a:extLst>
          </p:cNvPr>
          <p:cNvGrpSpPr/>
          <p:nvPr/>
        </p:nvGrpSpPr>
        <p:grpSpPr>
          <a:xfrm>
            <a:off x="6562301" y="3260771"/>
            <a:ext cx="540000" cy="540000"/>
            <a:chOff x="7392031" y="3082964"/>
            <a:chExt cx="540000" cy="540000"/>
          </a:xfrm>
        </p:grpSpPr>
        <p:pic>
          <p:nvPicPr>
            <p:cNvPr id="11" name="图形 10" descr="监视器">
              <a:extLst>
                <a:ext uri="{FF2B5EF4-FFF2-40B4-BE49-F238E27FC236}">
                  <a16:creationId xmlns:a16="http://schemas.microsoft.com/office/drawing/2014/main" id="{5F4646B1-4CA5-4DFD-8F3A-D337E290DFA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92031" y="3082964"/>
              <a:ext cx="540000" cy="540000"/>
            </a:xfrm>
            <a:prstGeom prst="rect">
              <a:avLst/>
            </a:prstGeom>
            <a:effectLst>
              <a:outerShdw blurRad="50800" dist="38100" dir="2700000" algn="tl" rotWithShape="0">
                <a:prstClr val="black">
                  <a:alpha val="40000"/>
                </a:prstClr>
              </a:outerShdw>
            </a:effectLst>
          </p:spPr>
        </p:pic>
        <p:sp>
          <p:nvSpPr>
            <p:cNvPr id="12" name="文本框 11">
              <a:extLst>
                <a:ext uri="{FF2B5EF4-FFF2-40B4-BE49-F238E27FC236}">
                  <a16:creationId xmlns:a16="http://schemas.microsoft.com/office/drawing/2014/main" id="{2A03760E-7823-49FB-8A5E-DDFA08C1BCCB}"/>
                </a:ext>
              </a:extLst>
            </p:cNvPr>
            <p:cNvSpPr txBox="1"/>
            <p:nvPr/>
          </p:nvSpPr>
          <p:spPr>
            <a:xfrm>
              <a:off x="7523211" y="3214465"/>
              <a:ext cx="277640"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rPr>
                <a:t>A</a:t>
              </a:r>
              <a:endParaRPr lang="zh-CN" altLang="en-US" sz="1200" dirty="0">
                <a:solidFill>
                  <a:schemeClr val="tx1"/>
                </a:solidFill>
                <a:latin typeface="Courier New" panose="02070309020205020404" pitchFamily="49" charset="0"/>
                <a:ea typeface="微软雅黑 Light" panose="020B0502040204020203" pitchFamily="34" charset="-122"/>
              </a:endParaRPr>
            </a:p>
          </p:txBody>
        </p:sp>
      </p:grpSp>
      <p:grpSp>
        <p:nvGrpSpPr>
          <p:cNvPr id="27" name="组合 26">
            <a:extLst>
              <a:ext uri="{FF2B5EF4-FFF2-40B4-BE49-F238E27FC236}">
                <a16:creationId xmlns:a16="http://schemas.microsoft.com/office/drawing/2014/main" id="{4976053E-BB45-61E4-29B5-D7DD5C92FA19}"/>
              </a:ext>
            </a:extLst>
          </p:cNvPr>
          <p:cNvGrpSpPr/>
          <p:nvPr/>
        </p:nvGrpSpPr>
        <p:grpSpPr>
          <a:xfrm>
            <a:off x="4097313" y="4485323"/>
            <a:ext cx="540000" cy="540000"/>
            <a:chOff x="3292975" y="4586927"/>
            <a:chExt cx="540000" cy="540000"/>
          </a:xfrm>
        </p:grpSpPr>
        <p:pic>
          <p:nvPicPr>
            <p:cNvPr id="5" name="图形 4" descr="监视器">
              <a:extLst>
                <a:ext uri="{FF2B5EF4-FFF2-40B4-BE49-F238E27FC236}">
                  <a16:creationId xmlns:a16="http://schemas.microsoft.com/office/drawing/2014/main" id="{323D893F-0094-4C8B-9627-867B80921E08}"/>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975" y="4586927"/>
              <a:ext cx="540000" cy="540000"/>
            </a:xfrm>
            <a:prstGeom prst="rect">
              <a:avLst/>
            </a:prstGeom>
            <a:effectLst>
              <a:outerShdw blurRad="50800" dist="38100" dir="2700000" algn="tl" rotWithShape="0">
                <a:prstClr val="black">
                  <a:alpha val="40000"/>
                </a:prstClr>
              </a:outerShdw>
            </a:effectLst>
          </p:spPr>
        </p:pic>
        <p:sp>
          <p:nvSpPr>
            <p:cNvPr id="13" name="文本框 12">
              <a:extLst>
                <a:ext uri="{FF2B5EF4-FFF2-40B4-BE49-F238E27FC236}">
                  <a16:creationId xmlns:a16="http://schemas.microsoft.com/office/drawing/2014/main" id="{D06D5AAA-FB2F-444D-8981-D12C14C14C94}"/>
                </a:ext>
              </a:extLst>
            </p:cNvPr>
            <p:cNvSpPr txBox="1"/>
            <p:nvPr/>
          </p:nvSpPr>
          <p:spPr>
            <a:xfrm>
              <a:off x="3424155" y="4718428"/>
              <a:ext cx="277640"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rPr>
                <a:t>B</a:t>
              </a:r>
              <a:endParaRPr lang="zh-CN" altLang="en-US" sz="1200" dirty="0">
                <a:solidFill>
                  <a:schemeClr val="tx1"/>
                </a:solidFill>
                <a:latin typeface="Courier New" panose="02070309020205020404" pitchFamily="49" charset="0"/>
                <a:ea typeface="微软雅黑 Light" panose="020B0502040204020203" pitchFamily="34" charset="-122"/>
              </a:endParaRPr>
            </a:p>
          </p:txBody>
        </p:sp>
      </p:grpSp>
      <p:grpSp>
        <p:nvGrpSpPr>
          <p:cNvPr id="26" name="组合 25">
            <a:extLst>
              <a:ext uri="{FF2B5EF4-FFF2-40B4-BE49-F238E27FC236}">
                <a16:creationId xmlns:a16="http://schemas.microsoft.com/office/drawing/2014/main" id="{3F2C67E3-8F4C-D426-CA13-411CAA002365}"/>
              </a:ext>
            </a:extLst>
          </p:cNvPr>
          <p:cNvGrpSpPr/>
          <p:nvPr/>
        </p:nvGrpSpPr>
        <p:grpSpPr>
          <a:xfrm>
            <a:off x="5987292" y="4485323"/>
            <a:ext cx="540000" cy="540000"/>
            <a:chOff x="5911089" y="4586927"/>
            <a:chExt cx="540000" cy="540000"/>
          </a:xfrm>
        </p:grpSpPr>
        <p:pic>
          <p:nvPicPr>
            <p:cNvPr id="7" name="图形 6" descr="监视器">
              <a:extLst>
                <a:ext uri="{FF2B5EF4-FFF2-40B4-BE49-F238E27FC236}">
                  <a16:creationId xmlns:a16="http://schemas.microsoft.com/office/drawing/2014/main" id="{E9898DAC-F4C7-4799-A290-2E1623F200B2}"/>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5911089" y="4586927"/>
              <a:ext cx="540000" cy="540000"/>
            </a:xfrm>
            <a:prstGeom prst="rect">
              <a:avLst/>
            </a:prstGeom>
            <a:effectLst>
              <a:outerShdw blurRad="50800" dist="38100" dir="2700000" algn="tl" rotWithShape="0">
                <a:prstClr val="black">
                  <a:alpha val="40000"/>
                </a:prstClr>
              </a:outerShdw>
            </a:effectLst>
          </p:spPr>
        </p:pic>
        <p:sp>
          <p:nvSpPr>
            <p:cNvPr id="14" name="文本框 13">
              <a:extLst>
                <a:ext uri="{FF2B5EF4-FFF2-40B4-BE49-F238E27FC236}">
                  <a16:creationId xmlns:a16="http://schemas.microsoft.com/office/drawing/2014/main" id="{F1323C74-F1A1-4828-9BE0-1CFD18CE1AB4}"/>
                </a:ext>
              </a:extLst>
            </p:cNvPr>
            <p:cNvSpPr txBox="1"/>
            <p:nvPr/>
          </p:nvSpPr>
          <p:spPr>
            <a:xfrm>
              <a:off x="6037460" y="4718428"/>
              <a:ext cx="287258"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rPr>
                <a:t>C</a:t>
              </a:r>
              <a:endParaRPr lang="zh-CN" altLang="en-US" sz="1200" dirty="0">
                <a:solidFill>
                  <a:schemeClr val="tx1"/>
                </a:solidFill>
                <a:latin typeface="Courier New" panose="02070309020205020404" pitchFamily="49"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BC39C78C-C0BB-C454-3E54-E0845A357F86}"/>
              </a:ext>
            </a:extLst>
          </p:cNvPr>
          <p:cNvGrpSpPr/>
          <p:nvPr/>
        </p:nvGrpSpPr>
        <p:grpSpPr>
          <a:xfrm>
            <a:off x="6930768" y="4485323"/>
            <a:ext cx="540000" cy="540000"/>
            <a:chOff x="7752031" y="4586927"/>
            <a:chExt cx="540000" cy="540000"/>
          </a:xfrm>
        </p:grpSpPr>
        <p:pic>
          <p:nvPicPr>
            <p:cNvPr id="9" name="图形 8" descr="监视器">
              <a:extLst>
                <a:ext uri="{FF2B5EF4-FFF2-40B4-BE49-F238E27FC236}">
                  <a16:creationId xmlns:a16="http://schemas.microsoft.com/office/drawing/2014/main" id="{F19F0E5E-8ABD-4B8B-B1FF-F16E8BAF8A7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52031" y="4586927"/>
              <a:ext cx="540000" cy="540000"/>
            </a:xfrm>
            <a:prstGeom prst="rect">
              <a:avLst/>
            </a:prstGeom>
            <a:effectLst>
              <a:outerShdw blurRad="50800" dist="38100" dir="2700000" algn="tl" rotWithShape="0">
                <a:prstClr val="black">
                  <a:alpha val="40000"/>
                </a:prstClr>
              </a:outerShdw>
            </a:effectLst>
          </p:spPr>
        </p:pic>
        <p:sp>
          <p:nvSpPr>
            <p:cNvPr id="15" name="文本框 14">
              <a:extLst>
                <a:ext uri="{FF2B5EF4-FFF2-40B4-BE49-F238E27FC236}">
                  <a16:creationId xmlns:a16="http://schemas.microsoft.com/office/drawing/2014/main" id="{8A1524F7-18CA-40F4-8676-B3FB1550743A}"/>
                </a:ext>
              </a:extLst>
            </p:cNvPr>
            <p:cNvSpPr txBox="1"/>
            <p:nvPr/>
          </p:nvSpPr>
          <p:spPr>
            <a:xfrm>
              <a:off x="7883211" y="4718428"/>
              <a:ext cx="277640" cy="276999"/>
            </a:xfrm>
            <a:prstGeom prst="rect">
              <a:avLst/>
            </a:prstGeom>
            <a:noFill/>
          </p:spPr>
          <p:txBody>
            <a:bodyPr wrap="none" lIns="91440" tIns="45720" rIns="91440" bIns="45720" rtlCol="0">
              <a:spAutoFit/>
            </a:bodyPr>
            <a:lstStyle/>
            <a:p>
              <a:pPr algn="ctr"/>
              <a:r>
                <a:rPr lang="en-US" altLang="zh-CN" sz="1200" dirty="0">
                  <a:latin typeface="Courier New" panose="02070309020205020404" pitchFamily="49" charset="0"/>
                  <a:ea typeface="微软雅黑 Light" panose="020B0502040204020203" pitchFamily="34" charset="-122"/>
                </a:rPr>
                <a:t>D</a:t>
              </a:r>
              <a:endParaRPr lang="zh-CN" altLang="en-US" sz="1200" dirty="0">
                <a:solidFill>
                  <a:schemeClr val="tx1"/>
                </a:solidFill>
                <a:latin typeface="Courier New" panose="02070309020205020404" pitchFamily="49" charset="0"/>
                <a:ea typeface="微软雅黑 Light" panose="020B0502040204020203" pitchFamily="34" charset="-122"/>
              </a:endParaRPr>
            </a:p>
          </p:txBody>
        </p:sp>
      </p:grpSp>
      <p:grpSp>
        <p:nvGrpSpPr>
          <p:cNvPr id="24" name="组合 23">
            <a:extLst>
              <a:ext uri="{FF2B5EF4-FFF2-40B4-BE49-F238E27FC236}">
                <a16:creationId xmlns:a16="http://schemas.microsoft.com/office/drawing/2014/main" id="{CE240542-A786-907D-C5B2-E48592F8B6F2}"/>
              </a:ext>
            </a:extLst>
          </p:cNvPr>
          <p:cNvGrpSpPr/>
          <p:nvPr/>
        </p:nvGrpSpPr>
        <p:grpSpPr>
          <a:xfrm>
            <a:off x="8421594" y="4485323"/>
            <a:ext cx="540000" cy="540000"/>
            <a:chOff x="9251324" y="4586927"/>
            <a:chExt cx="540000" cy="540000"/>
          </a:xfrm>
        </p:grpSpPr>
        <p:pic>
          <p:nvPicPr>
            <p:cNvPr id="6" name="图形 5" descr="监视器">
              <a:extLst>
                <a:ext uri="{FF2B5EF4-FFF2-40B4-BE49-F238E27FC236}">
                  <a16:creationId xmlns:a16="http://schemas.microsoft.com/office/drawing/2014/main" id="{F532E156-3DB9-440E-8E95-A59EF956FD2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51324" y="4586927"/>
              <a:ext cx="540000" cy="540000"/>
            </a:xfrm>
            <a:prstGeom prst="rect">
              <a:avLst/>
            </a:prstGeom>
            <a:effectLst>
              <a:outerShdw blurRad="50800" dist="38100" dir="2700000" algn="tl" rotWithShape="0">
                <a:prstClr val="black">
                  <a:alpha val="40000"/>
                </a:prstClr>
              </a:outerShdw>
            </a:effectLst>
          </p:spPr>
        </p:pic>
        <p:sp>
          <p:nvSpPr>
            <p:cNvPr id="16" name="文本框 15">
              <a:extLst>
                <a:ext uri="{FF2B5EF4-FFF2-40B4-BE49-F238E27FC236}">
                  <a16:creationId xmlns:a16="http://schemas.microsoft.com/office/drawing/2014/main" id="{AB19DD1A-D08A-46EF-9717-49F5A819E106}"/>
                </a:ext>
              </a:extLst>
            </p:cNvPr>
            <p:cNvSpPr txBox="1"/>
            <p:nvPr/>
          </p:nvSpPr>
          <p:spPr>
            <a:xfrm>
              <a:off x="9382504" y="4718428"/>
              <a:ext cx="277640"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rPr>
                <a:t>E</a:t>
              </a:r>
              <a:endParaRPr lang="zh-CN" altLang="en-US" sz="1200" dirty="0">
                <a:solidFill>
                  <a:schemeClr val="tx1"/>
                </a:solidFill>
                <a:latin typeface="Courier New" panose="02070309020205020404" pitchFamily="49" charset="0"/>
                <a:ea typeface="微软雅黑 Light" panose="020B0502040204020203" pitchFamily="34" charset="-122"/>
              </a:endParaRPr>
            </a:p>
          </p:txBody>
        </p:sp>
      </p:grpSp>
      <p:cxnSp>
        <p:nvCxnSpPr>
          <p:cNvPr id="17" name="直接连接符 16">
            <a:extLst>
              <a:ext uri="{FF2B5EF4-FFF2-40B4-BE49-F238E27FC236}">
                <a16:creationId xmlns:a16="http://schemas.microsoft.com/office/drawing/2014/main" id="{9EE61AD5-DB5C-4657-A67D-D8CF6402B99D}"/>
              </a:ext>
            </a:extLst>
          </p:cNvPr>
          <p:cNvCxnSpPr>
            <a:cxnSpLocks/>
          </p:cNvCxnSpPr>
          <p:nvPr/>
        </p:nvCxnSpPr>
        <p:spPr>
          <a:xfrm>
            <a:off x="6829164" y="3761695"/>
            <a:ext cx="0" cy="421059"/>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18" name="直接连接符 17">
            <a:extLst>
              <a:ext uri="{FF2B5EF4-FFF2-40B4-BE49-F238E27FC236}">
                <a16:creationId xmlns:a16="http://schemas.microsoft.com/office/drawing/2014/main" id="{A1A2A908-AFDA-4477-BC5F-F826F0D05412}"/>
              </a:ext>
            </a:extLst>
          </p:cNvPr>
          <p:cNvCxnSpPr>
            <a:cxnSpLocks/>
          </p:cNvCxnSpPr>
          <p:nvPr/>
        </p:nvCxnSpPr>
        <p:spPr>
          <a:xfrm>
            <a:off x="4372642" y="4146754"/>
            <a:ext cx="0" cy="421059"/>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19" name="直接连接符 18">
            <a:extLst>
              <a:ext uri="{FF2B5EF4-FFF2-40B4-BE49-F238E27FC236}">
                <a16:creationId xmlns:a16="http://schemas.microsoft.com/office/drawing/2014/main" id="{9CE45B68-113E-4E08-9B5D-3F7F778D0DB1}"/>
              </a:ext>
            </a:extLst>
          </p:cNvPr>
          <p:cNvCxnSpPr>
            <a:cxnSpLocks/>
          </p:cNvCxnSpPr>
          <p:nvPr/>
        </p:nvCxnSpPr>
        <p:spPr>
          <a:xfrm>
            <a:off x="6266463" y="4146754"/>
            <a:ext cx="0" cy="421059"/>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20" name="直接连接符 19">
            <a:extLst>
              <a:ext uri="{FF2B5EF4-FFF2-40B4-BE49-F238E27FC236}">
                <a16:creationId xmlns:a16="http://schemas.microsoft.com/office/drawing/2014/main" id="{C636A259-C6D8-4AE6-B174-10886D5F3022}"/>
              </a:ext>
            </a:extLst>
          </p:cNvPr>
          <p:cNvCxnSpPr>
            <a:cxnSpLocks/>
          </p:cNvCxnSpPr>
          <p:nvPr/>
        </p:nvCxnSpPr>
        <p:spPr>
          <a:xfrm>
            <a:off x="7192479" y="4146754"/>
            <a:ext cx="0" cy="421059"/>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21" name="直接连接符 20">
            <a:extLst>
              <a:ext uri="{FF2B5EF4-FFF2-40B4-BE49-F238E27FC236}">
                <a16:creationId xmlns:a16="http://schemas.microsoft.com/office/drawing/2014/main" id="{DB80F806-B8FB-453B-AED1-024CB8A99A41}"/>
              </a:ext>
            </a:extLst>
          </p:cNvPr>
          <p:cNvCxnSpPr>
            <a:cxnSpLocks/>
          </p:cNvCxnSpPr>
          <p:nvPr/>
        </p:nvCxnSpPr>
        <p:spPr>
          <a:xfrm>
            <a:off x="8692190" y="4146754"/>
            <a:ext cx="0" cy="421059"/>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
        <p:nvSpPr>
          <p:cNvPr id="22" name="爆炸形: 8 pt  21">
            <a:extLst>
              <a:ext uri="{FF2B5EF4-FFF2-40B4-BE49-F238E27FC236}">
                <a16:creationId xmlns:a16="http://schemas.microsoft.com/office/drawing/2014/main" id="{58B29B5A-FD58-4362-8BF1-1432F4057781}"/>
              </a:ext>
            </a:extLst>
          </p:cNvPr>
          <p:cNvSpPr/>
          <p:nvPr/>
        </p:nvSpPr>
        <p:spPr>
          <a:xfrm>
            <a:off x="4729822" y="4013468"/>
            <a:ext cx="393284" cy="421059"/>
          </a:xfrm>
          <a:prstGeom prst="irregularSeal1">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latin typeface="Courier New" panose="02070309020205020404" pitchFamily="49" charset="0"/>
              <a:ea typeface="微软雅黑 Light" panose="020B0502040204020203" pitchFamily="34" charset="-122"/>
            </a:endParaRPr>
          </a:p>
        </p:txBody>
      </p:sp>
      <p:sp>
        <p:nvSpPr>
          <p:cNvPr id="23" name="爆炸形: 8 pt  22">
            <a:extLst>
              <a:ext uri="{FF2B5EF4-FFF2-40B4-BE49-F238E27FC236}">
                <a16:creationId xmlns:a16="http://schemas.microsoft.com/office/drawing/2014/main" id="{23130921-431C-42A2-9E19-F93558BF910A}"/>
              </a:ext>
            </a:extLst>
          </p:cNvPr>
          <p:cNvSpPr/>
          <p:nvPr/>
        </p:nvSpPr>
        <p:spPr>
          <a:xfrm>
            <a:off x="5588635" y="3945782"/>
            <a:ext cx="393284" cy="421059"/>
          </a:xfrm>
          <a:prstGeom prst="irregularSeal1">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6082817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reeform 1213">
            <a:extLst>
              <a:ext uri="{FF2B5EF4-FFF2-40B4-BE49-F238E27FC236}">
                <a16:creationId xmlns:a16="http://schemas.microsoft.com/office/drawing/2014/main" id="{8E7984DD-A9DC-4AF6-9B13-BC8A5BBC1561}"/>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latin typeface="微软雅黑 Light" panose="020B0502040204020203" pitchFamily="34" charset="-122"/>
            </a:endParaRPr>
          </a:p>
        </p:txBody>
      </p:sp>
      <p:sp>
        <p:nvSpPr>
          <p:cNvPr id="9" name="TextBox 1214">
            <a:extLst>
              <a:ext uri="{FF2B5EF4-FFF2-40B4-BE49-F238E27FC236}">
                <a16:creationId xmlns:a16="http://schemas.microsoft.com/office/drawing/2014/main" id="{77F79F0B-8A0C-4C42-985F-59BE260D3A85}"/>
              </a:ext>
            </a:extLst>
          </p:cNvPr>
          <p:cNvSpPr txBox="1"/>
          <p:nvPr/>
        </p:nvSpPr>
        <p:spPr>
          <a:xfrm>
            <a:off x="912213" y="2783513"/>
            <a:ext cx="4652235"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载波监听多点接入</a:t>
            </a:r>
            <a:r>
              <a:rPr lang="en-US" altLang="zh-CN" sz="2800" dirty="0">
                <a:latin typeface="微软雅黑" panose="020B0503020204020204" pitchFamily="34" charset="-122"/>
                <a:ea typeface="微软雅黑" panose="020B0503020204020204" pitchFamily="34" charset="-122"/>
                <a:cs typeface="Montserrat Semi" charset="0"/>
              </a:rPr>
              <a:t>/</a:t>
            </a:r>
            <a:r>
              <a:rPr lang="zh-CN" altLang="en-US" sz="2800" dirty="0">
                <a:latin typeface="微软雅黑" panose="020B0503020204020204" pitchFamily="34" charset="-122"/>
                <a:ea typeface="微软雅黑" panose="020B0503020204020204" pitchFamily="34" charset="-122"/>
                <a:cs typeface="Montserrat Semi" charset="0"/>
              </a:rPr>
              <a:t>冲突检测</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11" name="Straight Connector 3">
            <a:extLst>
              <a:ext uri="{FF2B5EF4-FFF2-40B4-BE49-F238E27FC236}">
                <a16:creationId xmlns:a16="http://schemas.microsoft.com/office/drawing/2014/main" id="{D120A33D-590B-4723-981E-9ADF885AD729}"/>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3" name="TextBox 1215">
            <a:extLst>
              <a:ext uri="{FF2B5EF4-FFF2-40B4-BE49-F238E27FC236}">
                <a16:creationId xmlns:a16="http://schemas.microsoft.com/office/drawing/2014/main" id="{C257FFEA-BE86-41CC-A5C2-E183418725C7}"/>
              </a:ext>
            </a:extLst>
          </p:cNvPr>
          <p:cNvSpPr txBox="1"/>
          <p:nvPr/>
        </p:nvSpPr>
        <p:spPr>
          <a:xfrm>
            <a:off x="2560098" y="1879184"/>
            <a:ext cx="3004349" cy="830997"/>
          </a:xfrm>
          <a:prstGeom prst="rect">
            <a:avLst/>
          </a:prstGeom>
          <a:noFill/>
        </p:spPr>
        <p:txBody>
          <a:bodyPr wrap="none" rtlCol="0" anchor="ctr" anchorCtr="0">
            <a:spAutoFit/>
          </a:bodyPr>
          <a:lstStyle/>
          <a:p>
            <a:pPr algn="r"/>
            <a:r>
              <a:rPr lang="en-US" altLang="zh-CN" sz="4800" dirty="0">
                <a:latin typeface="微软雅黑 Light" panose="020B0502040204020203" pitchFamily="34" charset="-122"/>
                <a:ea typeface="Microsoft YaHei Light" panose="020B0502040204020203" pitchFamily="34" charset="-122"/>
                <a:cs typeface="Courier New" panose="02070309020205020404" pitchFamily="49" charset="0"/>
              </a:rPr>
              <a:t>CSMA/CD</a:t>
            </a:r>
            <a:endParaRPr lang="en-US" sz="4800" dirty="0">
              <a:latin typeface="微软雅黑 Light" panose="020B0502040204020203" pitchFamily="34" charset="-122"/>
              <a:ea typeface="Microsoft YaHei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89FB1689-4AFB-4E78-AF22-A883C4C479BD}"/>
              </a:ext>
            </a:extLst>
          </p:cNvPr>
          <p:cNvSpPr txBox="1"/>
          <p:nvPr/>
        </p:nvSpPr>
        <p:spPr>
          <a:xfrm>
            <a:off x="2018220" y="3460622"/>
            <a:ext cx="3546227" cy="1888659"/>
          </a:xfrm>
          <a:prstGeom prst="rect">
            <a:avLst/>
          </a:prstGeom>
          <a:noFill/>
        </p:spPr>
        <p:txBody>
          <a:bodyPr wrap="none" lIns="91440" tIns="45720" rIns="91440" bIns="45720" rtlCol="0">
            <a:spAutoFit/>
          </a:bodyPr>
          <a:lstStyle/>
          <a:p>
            <a:pPr algn="r">
              <a:lnSpc>
                <a:spcPct val="150000"/>
              </a:lnSpc>
            </a:pPr>
            <a:r>
              <a:rPr lang="en-US" altLang="zh-CN" sz="2000" dirty="0">
                <a:solidFill>
                  <a:schemeClr val="tx1"/>
                </a:solidFill>
                <a:latin typeface="微软雅黑 Light" panose="020B0502040204020203" pitchFamily="34" charset="-122"/>
                <a:ea typeface="微软雅黑 Light" panose="020B0502040204020203" pitchFamily="34" charset="-122"/>
              </a:rPr>
              <a:t>Carrier Sense Multiple Access</a:t>
            </a:r>
          </a:p>
          <a:p>
            <a:pPr algn="r">
              <a:lnSpc>
                <a:spcPct val="150000"/>
              </a:lnSpc>
            </a:pPr>
            <a:r>
              <a:rPr lang="en-US" altLang="zh-CN" sz="2000" dirty="0">
                <a:latin typeface="微软雅黑 Light" panose="020B0502040204020203" pitchFamily="34" charset="-122"/>
                <a:ea typeface="微软雅黑 Light" panose="020B0502040204020203" pitchFamily="34" charset="-122"/>
              </a:rPr>
              <a:t>/Collision Detect</a:t>
            </a:r>
          </a:p>
          <a:p>
            <a:pPr algn="r">
              <a:lnSpc>
                <a:spcPct val="150000"/>
              </a:lnSpc>
            </a:pP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载波监听</a:t>
            </a:r>
            <a:endParaRPr lang="en-US" altLang="zh-CN" sz="2000" dirty="0">
              <a:latin typeface="微软雅黑 Light" panose="020B0502040204020203" pitchFamily="34" charset="-122"/>
              <a:ea typeface="微软雅黑 Light" panose="020B0502040204020203" pitchFamily="34" charset="-122"/>
            </a:endParaRPr>
          </a:p>
          <a:p>
            <a:pPr algn="r">
              <a:lnSpc>
                <a:spcPct val="150000"/>
              </a:lnSpc>
            </a:pP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碰撞检测</a:t>
            </a:r>
            <a:endParaRPr lang="en-US" altLang="zh-CN" sz="20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547777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文本占位符 18">
            <a:extLst>
              <a:ext uri="{FF2B5EF4-FFF2-40B4-BE49-F238E27FC236}">
                <a16:creationId xmlns:a16="http://schemas.microsoft.com/office/drawing/2014/main" id="{A385C229-606A-4B10-8835-8428E7D35B51}"/>
              </a:ext>
            </a:extLst>
          </p:cNvPr>
          <p:cNvSpPr>
            <a:spLocks noGrp="1"/>
          </p:cNvSpPr>
          <p:nvPr>
            <p:ph type="body" sz="quarter" idx="13"/>
          </p:nvPr>
        </p:nvSpPr>
        <p:spPr/>
        <p:txBody>
          <a:bodyPr/>
          <a:lstStyle/>
          <a:p>
            <a:r>
              <a:rPr lang="zh-CN" altLang="en-US" dirty="0"/>
              <a:t>概括</a:t>
            </a:r>
          </a:p>
        </p:txBody>
      </p:sp>
      <p:sp>
        <p:nvSpPr>
          <p:cNvPr id="20" name="文本占位符 19">
            <a:extLst>
              <a:ext uri="{FF2B5EF4-FFF2-40B4-BE49-F238E27FC236}">
                <a16:creationId xmlns:a16="http://schemas.microsoft.com/office/drawing/2014/main" id="{C9A85E3D-A08D-4D48-BA9B-669A5EEC91DF}"/>
              </a:ext>
            </a:extLst>
          </p:cNvPr>
          <p:cNvSpPr>
            <a:spLocks noGrp="1"/>
          </p:cNvSpPr>
          <p:nvPr>
            <p:ph type="body" sz="quarter" idx="15"/>
          </p:nvPr>
        </p:nvSpPr>
        <p:spPr/>
        <p:txBody>
          <a:bodyPr/>
          <a:lstStyle/>
          <a:p>
            <a:endParaRPr lang="zh-CN" altLang="en-US" dirty="0"/>
          </a:p>
        </p:txBody>
      </p:sp>
      <p:sp>
        <p:nvSpPr>
          <p:cNvPr id="21" name="文本占位符 20">
            <a:extLst>
              <a:ext uri="{FF2B5EF4-FFF2-40B4-BE49-F238E27FC236}">
                <a16:creationId xmlns:a16="http://schemas.microsoft.com/office/drawing/2014/main" id="{14185CFE-A558-44E9-AFB5-F1981288D32C}"/>
              </a:ext>
            </a:extLst>
          </p:cNvPr>
          <p:cNvSpPr>
            <a:spLocks noGrp="1"/>
          </p:cNvSpPr>
          <p:nvPr>
            <p:ph type="body" sz="quarter" idx="16"/>
          </p:nvPr>
        </p:nvSpPr>
        <p:spPr/>
        <p:txBody>
          <a:bodyPr/>
          <a:lstStyle/>
          <a:p>
            <a:r>
              <a:rPr lang="zh-CN" altLang="en-US" dirty="0"/>
              <a:t>听什么？</a:t>
            </a:r>
            <a:endParaRPr lang="en-US" altLang="zh-CN" dirty="0"/>
          </a:p>
          <a:p>
            <a:r>
              <a:rPr lang="zh-CN" altLang="en-US" dirty="0"/>
              <a:t>如何听？</a:t>
            </a:r>
            <a:endParaRPr lang="en-US" altLang="zh-CN" dirty="0"/>
          </a:p>
          <a:p>
            <a:r>
              <a:rPr lang="zh-CN" altLang="en-US" dirty="0"/>
              <a:t>如何判断冲突存在？</a:t>
            </a:r>
          </a:p>
        </p:txBody>
      </p:sp>
      <p:sp>
        <p:nvSpPr>
          <p:cNvPr id="22" name="矩形: 圆角 21">
            <a:extLst>
              <a:ext uri="{FF2B5EF4-FFF2-40B4-BE49-F238E27FC236}">
                <a16:creationId xmlns:a16="http://schemas.microsoft.com/office/drawing/2014/main" id="{4B3C95E2-BC55-4CC7-A277-8ACABD1CCEB9}"/>
              </a:ext>
            </a:extLst>
          </p:cNvPr>
          <p:cNvSpPr/>
          <p:nvPr/>
        </p:nvSpPr>
        <p:spPr>
          <a:xfrm>
            <a:off x="1976438" y="4226652"/>
            <a:ext cx="1866900" cy="55245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微软雅黑" panose="020B0503020204020204" pitchFamily="34" charset="-122"/>
                <a:ea typeface="微软雅黑" panose="020B0503020204020204" pitchFamily="34" charset="-122"/>
              </a:rPr>
              <a:t>先听先发</a:t>
            </a:r>
          </a:p>
        </p:txBody>
      </p:sp>
      <p:sp>
        <p:nvSpPr>
          <p:cNvPr id="23" name="矩形: 圆角 22">
            <a:extLst>
              <a:ext uri="{FF2B5EF4-FFF2-40B4-BE49-F238E27FC236}">
                <a16:creationId xmlns:a16="http://schemas.microsoft.com/office/drawing/2014/main" id="{784D469F-5856-436F-BD0D-3EA3314C18CE}"/>
              </a:ext>
            </a:extLst>
          </p:cNvPr>
          <p:cNvSpPr/>
          <p:nvPr/>
        </p:nvSpPr>
        <p:spPr>
          <a:xfrm>
            <a:off x="4100513" y="4226652"/>
            <a:ext cx="1866900" cy="55245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微软雅黑" panose="020B0503020204020204" pitchFamily="34" charset="-122"/>
                <a:ea typeface="微软雅黑" panose="020B0503020204020204" pitchFamily="34" charset="-122"/>
              </a:rPr>
              <a:t>边听边发</a:t>
            </a:r>
          </a:p>
        </p:txBody>
      </p:sp>
      <p:sp>
        <p:nvSpPr>
          <p:cNvPr id="24" name="矩形: 圆角 23">
            <a:extLst>
              <a:ext uri="{FF2B5EF4-FFF2-40B4-BE49-F238E27FC236}">
                <a16:creationId xmlns:a16="http://schemas.microsoft.com/office/drawing/2014/main" id="{EB33145F-3C54-47EF-89E5-F53713CFB36C}"/>
              </a:ext>
            </a:extLst>
          </p:cNvPr>
          <p:cNvSpPr/>
          <p:nvPr/>
        </p:nvSpPr>
        <p:spPr>
          <a:xfrm>
            <a:off x="6224588" y="4226652"/>
            <a:ext cx="1866900" cy="55245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微软雅黑" panose="020B0503020204020204" pitchFamily="34" charset="-122"/>
                <a:ea typeface="微软雅黑" panose="020B0503020204020204" pitchFamily="34" charset="-122"/>
              </a:rPr>
              <a:t>冲突停止</a:t>
            </a:r>
          </a:p>
        </p:txBody>
      </p:sp>
      <p:sp>
        <p:nvSpPr>
          <p:cNvPr id="25" name="矩形: 圆角 24">
            <a:extLst>
              <a:ext uri="{FF2B5EF4-FFF2-40B4-BE49-F238E27FC236}">
                <a16:creationId xmlns:a16="http://schemas.microsoft.com/office/drawing/2014/main" id="{9F3A6360-EBB6-4522-8FC9-542265999076}"/>
              </a:ext>
            </a:extLst>
          </p:cNvPr>
          <p:cNvSpPr/>
          <p:nvPr/>
        </p:nvSpPr>
        <p:spPr>
          <a:xfrm>
            <a:off x="8348663" y="4226652"/>
            <a:ext cx="1866900" cy="55245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微软雅黑" panose="020B0503020204020204" pitchFamily="34" charset="-122"/>
                <a:ea typeface="微软雅黑" panose="020B0503020204020204" pitchFamily="34" charset="-122"/>
              </a:rPr>
              <a:t>延迟再发</a:t>
            </a:r>
          </a:p>
        </p:txBody>
      </p:sp>
    </p:spTree>
    <p:extLst>
      <p:ext uri="{BB962C8B-B14F-4D97-AF65-F5344CB8AC3E}">
        <p14:creationId xmlns:p14="http://schemas.microsoft.com/office/powerpoint/2010/main" val="13633652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文本占位符 18">
            <a:extLst>
              <a:ext uri="{FF2B5EF4-FFF2-40B4-BE49-F238E27FC236}">
                <a16:creationId xmlns:a16="http://schemas.microsoft.com/office/drawing/2014/main" id="{A385C229-606A-4B10-8835-8428E7D35B51}"/>
              </a:ext>
            </a:extLst>
          </p:cNvPr>
          <p:cNvSpPr>
            <a:spLocks noGrp="1"/>
          </p:cNvSpPr>
          <p:nvPr>
            <p:ph type="body" sz="quarter" idx="13"/>
          </p:nvPr>
        </p:nvSpPr>
        <p:spPr/>
        <p:txBody>
          <a:bodyPr/>
          <a:lstStyle/>
          <a:p>
            <a:r>
              <a:rPr lang="zh-CN" altLang="en-US" dirty="0"/>
              <a:t>载波监听</a:t>
            </a:r>
            <a:r>
              <a:rPr lang="en-US" altLang="zh-CN" dirty="0"/>
              <a:t>/</a:t>
            </a:r>
            <a:r>
              <a:rPr lang="zh-CN" altLang="en-US" dirty="0"/>
              <a:t>碰撞检测</a:t>
            </a:r>
          </a:p>
        </p:txBody>
      </p:sp>
      <p:sp>
        <p:nvSpPr>
          <p:cNvPr id="7" name="文本占位符 6">
            <a:extLst>
              <a:ext uri="{FF2B5EF4-FFF2-40B4-BE49-F238E27FC236}">
                <a16:creationId xmlns:a16="http://schemas.microsoft.com/office/drawing/2014/main" id="{AD2B9BE4-C1D7-4CE2-9EA0-C0DFD07AE674}"/>
              </a:ext>
            </a:extLst>
          </p:cNvPr>
          <p:cNvSpPr>
            <a:spLocks noGrp="1"/>
          </p:cNvSpPr>
          <p:nvPr>
            <p:ph type="body" sz="quarter" idx="15"/>
          </p:nvPr>
        </p:nvSpPr>
        <p:spPr/>
        <p:txBody>
          <a:bodyPr/>
          <a:lstStyle/>
          <a:p>
            <a:endParaRPr lang="zh-CN" altLang="en-US"/>
          </a:p>
        </p:txBody>
      </p:sp>
      <p:sp>
        <p:nvSpPr>
          <p:cNvPr id="21" name="文本占位符 20">
            <a:extLst>
              <a:ext uri="{FF2B5EF4-FFF2-40B4-BE49-F238E27FC236}">
                <a16:creationId xmlns:a16="http://schemas.microsoft.com/office/drawing/2014/main" id="{14185CFE-A558-44E9-AFB5-F1981288D32C}"/>
              </a:ext>
            </a:extLst>
          </p:cNvPr>
          <p:cNvSpPr>
            <a:spLocks noGrp="1"/>
          </p:cNvSpPr>
          <p:nvPr>
            <p:ph type="body" sz="quarter" idx="16"/>
          </p:nvPr>
        </p:nvSpPr>
        <p:spPr/>
        <p:txBody>
          <a:bodyPr/>
          <a:lstStyle/>
          <a:p>
            <a:r>
              <a:rPr lang="zh-CN" altLang="en-US" dirty="0"/>
              <a:t>主机发送数据时，为了避免冲突，必须要监听总线上的电压变化</a:t>
            </a:r>
            <a:endParaRPr lang="en-US" altLang="zh-CN" dirty="0"/>
          </a:p>
          <a:p>
            <a:r>
              <a:rPr lang="zh-CN" altLang="en-US" dirty="0"/>
              <a:t>如果达到一定阈值的时，就可以判断有站在发生数据，应向总线上发一串阻塞信号，用以通知总线上通信的对方站点（强化阻塞），同时停止发送数据，等待信道空闲时再次发送</a:t>
            </a:r>
            <a:endParaRPr lang="en-US" altLang="zh-CN" dirty="0"/>
          </a:p>
          <a:p>
            <a:r>
              <a:rPr lang="zh-CN" altLang="en-US" dirty="0"/>
              <a:t>如果没有检测到电压变化，是不是就以为着没有用户使用信道，不会发生碰撞？</a:t>
            </a:r>
          </a:p>
          <a:p>
            <a:endParaRPr lang="zh-CN" altLang="en-US" dirty="0"/>
          </a:p>
        </p:txBody>
      </p:sp>
    </p:spTree>
    <p:extLst>
      <p:ext uri="{BB962C8B-B14F-4D97-AF65-F5344CB8AC3E}">
        <p14:creationId xmlns:p14="http://schemas.microsoft.com/office/powerpoint/2010/main" val="19214571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文本占位符 18">
            <a:extLst>
              <a:ext uri="{FF2B5EF4-FFF2-40B4-BE49-F238E27FC236}">
                <a16:creationId xmlns:a16="http://schemas.microsoft.com/office/drawing/2014/main" id="{A385C229-606A-4B10-8835-8428E7D35B51}"/>
              </a:ext>
            </a:extLst>
          </p:cNvPr>
          <p:cNvSpPr>
            <a:spLocks noGrp="1"/>
          </p:cNvSpPr>
          <p:nvPr>
            <p:ph type="body" sz="quarter" idx="13"/>
          </p:nvPr>
        </p:nvSpPr>
        <p:spPr/>
        <p:txBody>
          <a:bodyPr/>
          <a:lstStyle/>
          <a:p>
            <a:r>
              <a:rPr lang="zh-CN" altLang="en-US" dirty="0"/>
              <a:t>载波监听</a:t>
            </a:r>
            <a:r>
              <a:rPr lang="en-US" altLang="zh-CN" dirty="0"/>
              <a:t>/</a:t>
            </a:r>
            <a:r>
              <a:rPr lang="zh-CN" altLang="en-US" dirty="0"/>
              <a:t>碰撞检测</a:t>
            </a:r>
          </a:p>
        </p:txBody>
      </p:sp>
      <p:sp>
        <p:nvSpPr>
          <p:cNvPr id="4" name="文本占位符 3">
            <a:extLst>
              <a:ext uri="{FF2B5EF4-FFF2-40B4-BE49-F238E27FC236}">
                <a16:creationId xmlns:a16="http://schemas.microsoft.com/office/drawing/2014/main" id="{63D618C4-D228-447E-963D-21F66FEEB803}"/>
              </a:ext>
            </a:extLst>
          </p:cNvPr>
          <p:cNvSpPr>
            <a:spLocks noGrp="1"/>
          </p:cNvSpPr>
          <p:nvPr>
            <p:ph type="body" sz="quarter" idx="15"/>
          </p:nvPr>
        </p:nvSpPr>
        <p:spPr/>
        <p:txBody>
          <a:bodyPr/>
          <a:lstStyle/>
          <a:p>
            <a:r>
              <a:rPr lang="zh-CN" altLang="en-US" dirty="0"/>
              <a:t>电磁波在</a:t>
            </a:r>
            <a:r>
              <a:rPr lang="en-US" altLang="zh-CN" dirty="0"/>
              <a:t>1Km</a:t>
            </a:r>
            <a:r>
              <a:rPr lang="zh-CN" altLang="en-US" dirty="0"/>
              <a:t>的电缆上传播的时间是</a:t>
            </a:r>
            <a:r>
              <a:rPr lang="en-US" altLang="zh-CN" dirty="0"/>
              <a:t>5µs</a:t>
            </a:r>
            <a:endParaRPr lang="zh-CN" altLang="en-US" dirty="0"/>
          </a:p>
        </p:txBody>
      </p:sp>
      <p:sp>
        <p:nvSpPr>
          <p:cNvPr id="21" name="文本占位符 20">
            <a:extLst>
              <a:ext uri="{FF2B5EF4-FFF2-40B4-BE49-F238E27FC236}">
                <a16:creationId xmlns:a16="http://schemas.microsoft.com/office/drawing/2014/main" id="{14185CFE-A558-44E9-AFB5-F1981288D32C}"/>
              </a:ext>
            </a:extLst>
          </p:cNvPr>
          <p:cNvSpPr>
            <a:spLocks noGrp="1"/>
          </p:cNvSpPr>
          <p:nvPr>
            <p:ph type="body" sz="quarter" idx="16"/>
          </p:nvPr>
        </p:nvSpPr>
        <p:spPr/>
        <p:txBody>
          <a:bodyPr/>
          <a:lstStyle/>
          <a:p>
            <a:r>
              <a:rPr lang="zh-CN" altLang="en-US" dirty="0"/>
              <a:t>时延分类</a:t>
            </a:r>
            <a:endParaRPr lang="en-US" altLang="zh-CN" dirty="0"/>
          </a:p>
          <a:p>
            <a:pPr lvl="1"/>
            <a:r>
              <a:rPr lang="zh-CN" altLang="en-US" dirty="0"/>
              <a:t>发生时延、</a:t>
            </a:r>
            <a:r>
              <a:rPr lang="zh-CN" altLang="en-US" b="1" dirty="0">
                <a:solidFill>
                  <a:srgbClr val="FF0000"/>
                </a:solidFill>
              </a:rPr>
              <a:t>传播时延</a:t>
            </a:r>
            <a:r>
              <a:rPr lang="zh-CN" altLang="en-US" dirty="0"/>
              <a:t>、排队时延、处理时延</a:t>
            </a:r>
            <a:endParaRPr lang="en-US" altLang="zh-CN" dirty="0"/>
          </a:p>
          <a:p>
            <a:pPr lvl="1"/>
            <a:r>
              <a:rPr lang="zh-CN" altLang="en-US" dirty="0"/>
              <a:t>数据传播到对端的时间 </a:t>
            </a:r>
            <a:r>
              <a:rPr lang="en-US" altLang="zh-CN" dirty="0"/>
              <a:t>– </a:t>
            </a:r>
            <a:r>
              <a:rPr lang="zh-CN" altLang="en-US" dirty="0"/>
              <a:t>端到端时延</a:t>
            </a:r>
            <a:r>
              <a:rPr lang="el-GR" altLang="zh-CN" dirty="0"/>
              <a:t>τ</a:t>
            </a:r>
            <a:r>
              <a:rPr lang="en-US" altLang="zh-CN" dirty="0"/>
              <a:t>D</a:t>
            </a:r>
            <a:endParaRPr lang="zh-CN" altLang="en-US" dirty="0"/>
          </a:p>
        </p:txBody>
      </p:sp>
      <p:grpSp>
        <p:nvGrpSpPr>
          <p:cNvPr id="8" name="组合 7">
            <a:extLst>
              <a:ext uri="{FF2B5EF4-FFF2-40B4-BE49-F238E27FC236}">
                <a16:creationId xmlns:a16="http://schemas.microsoft.com/office/drawing/2014/main" id="{E34A8C8B-A55D-49C9-BEDE-6AF7D3BBE108}"/>
              </a:ext>
            </a:extLst>
          </p:cNvPr>
          <p:cNvGrpSpPr>
            <a:grpSpLocks noChangeAspect="1"/>
          </p:cNvGrpSpPr>
          <p:nvPr/>
        </p:nvGrpSpPr>
        <p:grpSpPr>
          <a:xfrm>
            <a:off x="457276" y="5452930"/>
            <a:ext cx="429262" cy="1080000"/>
            <a:chOff x="2502883" y="745871"/>
            <a:chExt cx="1886020" cy="4745130"/>
          </a:xfrm>
        </p:grpSpPr>
        <p:sp>
          <p:nvSpPr>
            <p:cNvPr id="9" name="任意多边形: 形状 8">
              <a:extLst>
                <a:ext uri="{FF2B5EF4-FFF2-40B4-BE49-F238E27FC236}">
                  <a16:creationId xmlns:a16="http://schemas.microsoft.com/office/drawing/2014/main" id="{1CC433AB-3AAB-4CF3-8E73-3B99619CE88B}"/>
                </a:ext>
              </a:extLst>
            </p:cNvPr>
            <p:cNvSpPr/>
            <p:nvPr/>
          </p:nvSpPr>
          <p:spPr>
            <a:xfrm>
              <a:off x="2502883" y="745871"/>
              <a:ext cx="1886020" cy="4734469"/>
            </a:xfrm>
            <a:custGeom>
              <a:avLst/>
              <a:gdLst>
                <a:gd name="connsiteX0" fmla="*/ 1884245 w 1886020"/>
                <a:gd name="connsiteY0" fmla="*/ 523393 h 4734469"/>
                <a:gd name="connsiteX1" fmla="*/ 1874265 w 1886020"/>
                <a:gd name="connsiteY1" fmla="*/ 495786 h 4734469"/>
                <a:gd name="connsiteX2" fmla="*/ 1867783 w 1886020"/>
                <a:gd name="connsiteY2" fmla="*/ 465103 h 4734469"/>
                <a:gd name="connsiteX3" fmla="*/ 1850007 w 1886020"/>
                <a:gd name="connsiteY3" fmla="*/ 460490 h 4734469"/>
                <a:gd name="connsiteX4" fmla="*/ 1844762 w 1886020"/>
                <a:gd name="connsiteY4" fmla="*/ 448260 h 4734469"/>
                <a:gd name="connsiteX5" fmla="*/ 1805863 w 1886020"/>
                <a:gd name="connsiteY5" fmla="*/ 417944 h 4734469"/>
                <a:gd name="connsiteX6" fmla="*/ 1870331 w 1886020"/>
                <a:gd name="connsiteY6" fmla="*/ 358921 h 4734469"/>
                <a:gd name="connsiteX7" fmla="*/ 1861299 w 1886020"/>
                <a:gd name="connsiteY7" fmla="*/ 324137 h 4734469"/>
                <a:gd name="connsiteX8" fmla="*/ 1851393 w 1886020"/>
                <a:gd name="connsiteY8" fmla="*/ 326774 h 4734469"/>
                <a:gd name="connsiteX9" fmla="*/ 1796830 w 1886020"/>
                <a:gd name="connsiteY9" fmla="*/ 349255 h 4734469"/>
                <a:gd name="connsiteX10" fmla="*/ 1765943 w 1886020"/>
                <a:gd name="connsiteY10" fmla="*/ 363534 h 4734469"/>
                <a:gd name="connsiteX11" fmla="*/ 1693315 w 1886020"/>
                <a:gd name="connsiteY11" fmla="*/ 436543 h 4734469"/>
                <a:gd name="connsiteX12" fmla="*/ 1648150 w 1886020"/>
                <a:gd name="connsiteY12" fmla="*/ 518706 h 4734469"/>
                <a:gd name="connsiteX13" fmla="*/ 1638535 w 1886020"/>
                <a:gd name="connsiteY13" fmla="*/ 574946 h 4734469"/>
                <a:gd name="connsiteX14" fmla="*/ 1638663 w 1886020"/>
                <a:gd name="connsiteY14" fmla="*/ 580662 h 4734469"/>
                <a:gd name="connsiteX15" fmla="*/ 1613134 w 1886020"/>
                <a:gd name="connsiteY15" fmla="*/ 587941 h 4734469"/>
                <a:gd name="connsiteX16" fmla="*/ 1591981 w 1886020"/>
                <a:gd name="connsiteY16" fmla="*/ 643937 h 4734469"/>
                <a:gd name="connsiteX17" fmla="*/ 1578159 w 1886020"/>
                <a:gd name="connsiteY17" fmla="*/ 669479 h 4734469"/>
                <a:gd name="connsiteX18" fmla="*/ 1563141 w 1886020"/>
                <a:gd name="connsiteY18" fmla="*/ 681284 h 4734469"/>
                <a:gd name="connsiteX19" fmla="*/ 1533375 w 1886020"/>
                <a:gd name="connsiteY19" fmla="*/ 756751 h 4734469"/>
                <a:gd name="connsiteX20" fmla="*/ 1485671 w 1886020"/>
                <a:gd name="connsiteY20" fmla="*/ 856861 h 4734469"/>
                <a:gd name="connsiteX21" fmla="*/ 1415921 w 1886020"/>
                <a:gd name="connsiteY21" fmla="*/ 918590 h 4734469"/>
                <a:gd name="connsiteX22" fmla="*/ 1406812 w 1886020"/>
                <a:gd name="connsiteY22" fmla="*/ 937801 h 4734469"/>
                <a:gd name="connsiteX23" fmla="*/ 1382456 w 1886020"/>
                <a:gd name="connsiteY23" fmla="*/ 945325 h 4734469"/>
                <a:gd name="connsiteX24" fmla="*/ 1315988 w 1886020"/>
                <a:gd name="connsiteY24" fmla="*/ 955470 h 4734469"/>
                <a:gd name="connsiteX25" fmla="*/ 1237040 w 1886020"/>
                <a:gd name="connsiteY25" fmla="*/ 944378 h 4734469"/>
                <a:gd name="connsiteX26" fmla="*/ 1220194 w 1886020"/>
                <a:gd name="connsiteY26" fmla="*/ 945880 h 4734469"/>
                <a:gd name="connsiteX27" fmla="*/ 1206377 w 1886020"/>
                <a:gd name="connsiteY27" fmla="*/ 941040 h 4734469"/>
                <a:gd name="connsiteX28" fmla="*/ 1175042 w 1886020"/>
                <a:gd name="connsiteY28" fmla="*/ 928647 h 4734469"/>
                <a:gd name="connsiteX29" fmla="*/ 1145313 w 1886020"/>
                <a:gd name="connsiteY29" fmla="*/ 940191 h 4734469"/>
                <a:gd name="connsiteX30" fmla="*/ 1126295 w 1886020"/>
                <a:gd name="connsiteY30" fmla="*/ 912187 h 4734469"/>
                <a:gd name="connsiteX31" fmla="*/ 1097455 w 1886020"/>
                <a:gd name="connsiteY31" fmla="*/ 898352 h 4734469"/>
                <a:gd name="connsiteX32" fmla="*/ 1087927 w 1886020"/>
                <a:gd name="connsiteY32" fmla="*/ 876721 h 4734469"/>
                <a:gd name="connsiteX33" fmla="*/ 1059155 w 1886020"/>
                <a:gd name="connsiteY33" fmla="*/ 877769 h 4734469"/>
                <a:gd name="connsiteX34" fmla="*/ 990638 w 1886020"/>
                <a:gd name="connsiteY34" fmla="*/ 848823 h 4734469"/>
                <a:gd name="connsiteX35" fmla="*/ 927078 w 1886020"/>
                <a:gd name="connsiteY35" fmla="*/ 829834 h 4734469"/>
                <a:gd name="connsiteX36" fmla="*/ 917154 w 1886020"/>
                <a:gd name="connsiteY36" fmla="*/ 810211 h 4734469"/>
                <a:gd name="connsiteX37" fmla="*/ 909914 w 1886020"/>
                <a:gd name="connsiteY37" fmla="*/ 795381 h 4734469"/>
                <a:gd name="connsiteX38" fmla="*/ 871407 w 1886020"/>
                <a:gd name="connsiteY38" fmla="*/ 783885 h 4734469"/>
                <a:gd name="connsiteX39" fmla="*/ 826658 w 1886020"/>
                <a:gd name="connsiteY39" fmla="*/ 791587 h 4734469"/>
                <a:gd name="connsiteX40" fmla="*/ 825164 w 1886020"/>
                <a:gd name="connsiteY40" fmla="*/ 785828 h 4734469"/>
                <a:gd name="connsiteX41" fmla="*/ 775558 w 1886020"/>
                <a:gd name="connsiteY41" fmla="*/ 724921 h 4734469"/>
                <a:gd name="connsiteX42" fmla="*/ 716782 w 1886020"/>
                <a:gd name="connsiteY42" fmla="*/ 701026 h 4734469"/>
                <a:gd name="connsiteX43" fmla="*/ 716446 w 1886020"/>
                <a:gd name="connsiteY43" fmla="*/ 695553 h 4734469"/>
                <a:gd name="connsiteX44" fmla="*/ 728319 w 1886020"/>
                <a:gd name="connsiteY44" fmla="*/ 619469 h 4734469"/>
                <a:gd name="connsiteX45" fmla="*/ 731107 w 1886020"/>
                <a:gd name="connsiteY45" fmla="*/ 611455 h 4734469"/>
                <a:gd name="connsiteX46" fmla="*/ 925349 w 1886020"/>
                <a:gd name="connsiteY46" fmla="*/ 278594 h 4734469"/>
                <a:gd name="connsiteX47" fmla="*/ 853616 w 1886020"/>
                <a:gd name="connsiteY47" fmla="*/ 154334 h 4734469"/>
                <a:gd name="connsiteX48" fmla="*/ 851478 w 1886020"/>
                <a:gd name="connsiteY48" fmla="*/ 137960 h 4734469"/>
                <a:gd name="connsiteX49" fmla="*/ 835001 w 1886020"/>
                <a:gd name="connsiteY49" fmla="*/ 106065 h 4734469"/>
                <a:gd name="connsiteX50" fmla="*/ 778219 w 1886020"/>
                <a:gd name="connsiteY50" fmla="*/ 54216 h 4734469"/>
                <a:gd name="connsiteX51" fmla="*/ 755492 w 1886020"/>
                <a:gd name="connsiteY51" fmla="*/ 43891 h 4734469"/>
                <a:gd name="connsiteX52" fmla="*/ 632527 w 1886020"/>
                <a:gd name="connsiteY52" fmla="*/ -120 h 4734469"/>
                <a:gd name="connsiteX53" fmla="*/ 511529 w 1886020"/>
                <a:gd name="connsiteY53" fmla="*/ 21702 h 4734469"/>
                <a:gd name="connsiteX54" fmla="*/ 508469 w 1886020"/>
                <a:gd name="connsiteY54" fmla="*/ 21555 h 4734469"/>
                <a:gd name="connsiteX55" fmla="*/ 505410 w 1886020"/>
                <a:gd name="connsiteY55" fmla="*/ 21409 h 4734469"/>
                <a:gd name="connsiteX56" fmla="*/ 501768 w 1886020"/>
                <a:gd name="connsiteY56" fmla="*/ 21043 h 4734469"/>
                <a:gd name="connsiteX57" fmla="*/ 469278 w 1886020"/>
                <a:gd name="connsiteY57" fmla="*/ 25730 h 4734469"/>
                <a:gd name="connsiteX58" fmla="*/ 463524 w 1886020"/>
                <a:gd name="connsiteY58" fmla="*/ 36933 h 4734469"/>
                <a:gd name="connsiteX59" fmla="*/ 461484 w 1886020"/>
                <a:gd name="connsiteY59" fmla="*/ 40668 h 4734469"/>
                <a:gd name="connsiteX60" fmla="*/ 461484 w 1886020"/>
                <a:gd name="connsiteY60" fmla="*/ 40668 h 4734469"/>
                <a:gd name="connsiteX61" fmla="*/ 456312 w 1886020"/>
                <a:gd name="connsiteY61" fmla="*/ 47698 h 4734469"/>
                <a:gd name="connsiteX62" fmla="*/ 456312 w 1886020"/>
                <a:gd name="connsiteY62" fmla="*/ 47698 h 4734469"/>
                <a:gd name="connsiteX63" fmla="*/ 403061 w 1886020"/>
                <a:gd name="connsiteY63" fmla="*/ 77869 h 4734469"/>
                <a:gd name="connsiteX64" fmla="*/ 324532 w 1886020"/>
                <a:gd name="connsiteY64" fmla="*/ 186540 h 4734469"/>
                <a:gd name="connsiteX65" fmla="*/ 325625 w 1886020"/>
                <a:gd name="connsiteY65" fmla="*/ 324210 h 4734469"/>
                <a:gd name="connsiteX66" fmla="*/ 354726 w 1886020"/>
                <a:gd name="connsiteY66" fmla="*/ 387041 h 4734469"/>
                <a:gd name="connsiteX67" fmla="*/ 354729 w 1886020"/>
                <a:gd name="connsiteY67" fmla="*/ 387125 h 4734469"/>
                <a:gd name="connsiteX68" fmla="*/ 354368 w 1886020"/>
                <a:gd name="connsiteY68" fmla="*/ 386850 h 4734469"/>
                <a:gd name="connsiteX69" fmla="*/ 242435 w 1886020"/>
                <a:gd name="connsiteY69" fmla="*/ 498129 h 4734469"/>
                <a:gd name="connsiteX70" fmla="*/ 361648 w 1886020"/>
                <a:gd name="connsiteY70" fmla="*/ 435424 h 4734469"/>
                <a:gd name="connsiteX71" fmla="*/ 363141 w 1886020"/>
                <a:gd name="connsiteY71" fmla="*/ 441669 h 4734469"/>
                <a:gd name="connsiteX72" fmla="*/ 385505 w 1886020"/>
                <a:gd name="connsiteY72" fmla="*/ 505671 h 4734469"/>
                <a:gd name="connsiteX73" fmla="*/ 435987 w 1886020"/>
                <a:gd name="connsiteY73" fmla="*/ 563961 h 4734469"/>
                <a:gd name="connsiteX74" fmla="*/ 453319 w 1886020"/>
                <a:gd name="connsiteY74" fmla="*/ 565943 h 4734469"/>
                <a:gd name="connsiteX75" fmla="*/ 457839 w 1886020"/>
                <a:gd name="connsiteY75" fmla="*/ 565708 h 4734469"/>
                <a:gd name="connsiteX76" fmla="*/ 446055 w 1886020"/>
                <a:gd name="connsiteY76" fmla="*/ 677019 h 4734469"/>
                <a:gd name="connsiteX77" fmla="*/ 404147 w 1886020"/>
                <a:gd name="connsiteY77" fmla="*/ 688604 h 4734469"/>
                <a:gd name="connsiteX78" fmla="*/ 387200 w 1886020"/>
                <a:gd name="connsiteY78" fmla="*/ 697652 h 4734469"/>
                <a:gd name="connsiteX79" fmla="*/ 369682 w 1886020"/>
                <a:gd name="connsiteY79" fmla="*/ 689015 h 4734469"/>
                <a:gd name="connsiteX80" fmla="*/ 245299 w 1886020"/>
                <a:gd name="connsiteY80" fmla="*/ 695605 h 4734469"/>
                <a:gd name="connsiteX81" fmla="*/ 143191 w 1886020"/>
                <a:gd name="connsiteY81" fmla="*/ 869154 h 4734469"/>
                <a:gd name="connsiteX82" fmla="*/ 97334 w 1886020"/>
                <a:gd name="connsiteY82" fmla="*/ 900423 h 4734469"/>
                <a:gd name="connsiteX83" fmla="*/ 89426 w 1886020"/>
                <a:gd name="connsiteY83" fmla="*/ 915458 h 4734469"/>
                <a:gd name="connsiteX84" fmla="*/ 75452 w 1886020"/>
                <a:gd name="connsiteY84" fmla="*/ 925468 h 4734469"/>
                <a:gd name="connsiteX85" fmla="*/ 27541 w 1886020"/>
                <a:gd name="connsiteY85" fmla="*/ 953154 h 4734469"/>
                <a:gd name="connsiteX86" fmla="*/ -34 w 1886020"/>
                <a:gd name="connsiteY86" fmla="*/ 999620 h 4734469"/>
                <a:gd name="connsiteX87" fmla="*/ 8434 w 1886020"/>
                <a:gd name="connsiteY87" fmla="*/ 1038698 h 4734469"/>
                <a:gd name="connsiteX88" fmla="*/ 40317 w 1886020"/>
                <a:gd name="connsiteY88" fmla="*/ 1099798 h 4734469"/>
                <a:gd name="connsiteX89" fmla="*/ 27433 w 1886020"/>
                <a:gd name="connsiteY89" fmla="*/ 1130006 h 4734469"/>
                <a:gd name="connsiteX90" fmla="*/ 38612 w 1886020"/>
                <a:gd name="connsiteY90" fmla="*/ 1216252 h 4734469"/>
                <a:gd name="connsiteX91" fmla="*/ 27292 w 1886020"/>
                <a:gd name="connsiteY91" fmla="*/ 1291511 h 4734469"/>
                <a:gd name="connsiteX92" fmla="*/ 78979 w 1886020"/>
                <a:gd name="connsiteY92" fmla="*/ 1580927 h 4734469"/>
                <a:gd name="connsiteX93" fmla="*/ 91251 w 1886020"/>
                <a:gd name="connsiteY93" fmla="*/ 1628525 h 4734469"/>
                <a:gd name="connsiteX94" fmla="*/ 70077 w 1886020"/>
                <a:gd name="connsiteY94" fmla="*/ 1716517 h 4734469"/>
                <a:gd name="connsiteX95" fmla="*/ 107198 w 1886020"/>
                <a:gd name="connsiteY95" fmla="*/ 1902274 h 4734469"/>
                <a:gd name="connsiteX96" fmla="*/ 105750 w 1886020"/>
                <a:gd name="connsiteY96" fmla="*/ 1989837 h 4734469"/>
                <a:gd name="connsiteX97" fmla="*/ 130737 w 1886020"/>
                <a:gd name="connsiteY97" fmla="*/ 2042751 h 4734469"/>
                <a:gd name="connsiteX98" fmla="*/ 163624 w 1886020"/>
                <a:gd name="connsiteY98" fmla="*/ 2141265 h 4734469"/>
                <a:gd name="connsiteX99" fmla="*/ 236572 w 1886020"/>
                <a:gd name="connsiteY99" fmla="*/ 2228163 h 4734469"/>
                <a:gd name="connsiteX100" fmla="*/ 236300 w 1886020"/>
                <a:gd name="connsiteY100" fmla="*/ 2412053 h 4734469"/>
                <a:gd name="connsiteX101" fmla="*/ 265444 w 1886020"/>
                <a:gd name="connsiteY101" fmla="*/ 2401299 h 4734469"/>
                <a:gd name="connsiteX102" fmla="*/ 330016 w 1886020"/>
                <a:gd name="connsiteY102" fmla="*/ 2655748 h 4734469"/>
                <a:gd name="connsiteX103" fmla="*/ 376474 w 1886020"/>
                <a:gd name="connsiteY103" fmla="*/ 2730632 h 4734469"/>
                <a:gd name="connsiteX104" fmla="*/ 394604 w 1886020"/>
                <a:gd name="connsiteY104" fmla="*/ 2789975 h 4734469"/>
                <a:gd name="connsiteX105" fmla="*/ 446089 w 1886020"/>
                <a:gd name="connsiteY105" fmla="*/ 3004200 h 4734469"/>
                <a:gd name="connsiteX106" fmla="*/ 469814 w 1886020"/>
                <a:gd name="connsiteY106" fmla="*/ 3180333 h 4734469"/>
                <a:gd name="connsiteX107" fmla="*/ 481889 w 1886020"/>
                <a:gd name="connsiteY107" fmla="*/ 3300881 h 4734469"/>
                <a:gd name="connsiteX108" fmla="*/ 497206 w 1886020"/>
                <a:gd name="connsiteY108" fmla="*/ 3322008 h 4734469"/>
                <a:gd name="connsiteX109" fmla="*/ 497458 w 1886020"/>
                <a:gd name="connsiteY109" fmla="*/ 3349846 h 4734469"/>
                <a:gd name="connsiteX110" fmla="*/ 472035 w 1886020"/>
                <a:gd name="connsiteY110" fmla="*/ 3558699 h 4734469"/>
                <a:gd name="connsiteX111" fmla="*/ 455363 w 1886020"/>
                <a:gd name="connsiteY111" fmla="*/ 3581867 h 4734469"/>
                <a:gd name="connsiteX112" fmla="*/ 376617 w 1886020"/>
                <a:gd name="connsiteY112" fmla="*/ 3789983 h 4734469"/>
                <a:gd name="connsiteX113" fmla="*/ 323803 w 1886020"/>
                <a:gd name="connsiteY113" fmla="*/ 4224670 h 4734469"/>
                <a:gd name="connsiteX114" fmla="*/ 269897 w 1886020"/>
                <a:gd name="connsiteY114" fmla="*/ 4290356 h 4734469"/>
                <a:gd name="connsiteX115" fmla="*/ 242653 w 1886020"/>
                <a:gd name="connsiteY115" fmla="*/ 4425902 h 4734469"/>
                <a:gd name="connsiteX116" fmla="*/ 245130 w 1886020"/>
                <a:gd name="connsiteY116" fmla="*/ 4448237 h 4734469"/>
                <a:gd name="connsiteX117" fmla="*/ 268367 w 1886020"/>
                <a:gd name="connsiteY117" fmla="*/ 4467643 h 4734469"/>
                <a:gd name="connsiteX118" fmla="*/ 281062 w 1886020"/>
                <a:gd name="connsiteY118" fmla="*/ 4473643 h 4734469"/>
                <a:gd name="connsiteX119" fmla="*/ 273678 w 1886020"/>
                <a:gd name="connsiteY119" fmla="*/ 4504884 h 4734469"/>
                <a:gd name="connsiteX120" fmla="*/ 223785 w 1886020"/>
                <a:gd name="connsiteY120" fmla="*/ 4478920 h 4734469"/>
                <a:gd name="connsiteX121" fmla="*/ 197562 w 1886020"/>
                <a:gd name="connsiteY121" fmla="*/ 4694067 h 4734469"/>
                <a:gd name="connsiteX122" fmla="*/ 200110 w 1886020"/>
                <a:gd name="connsiteY122" fmla="*/ 4707613 h 4734469"/>
                <a:gd name="connsiteX123" fmla="*/ 217011 w 1886020"/>
                <a:gd name="connsiteY123" fmla="*/ 4715815 h 4734469"/>
                <a:gd name="connsiteX124" fmla="*/ 430232 w 1886020"/>
                <a:gd name="connsiteY124" fmla="*/ 4734343 h 4734469"/>
                <a:gd name="connsiteX125" fmla="*/ 603607 w 1886020"/>
                <a:gd name="connsiteY125" fmla="*/ 4725262 h 4734469"/>
                <a:gd name="connsiteX126" fmla="*/ 662684 w 1886020"/>
                <a:gd name="connsiteY126" fmla="*/ 4720722 h 4734469"/>
                <a:gd name="connsiteX127" fmla="*/ 843635 w 1886020"/>
                <a:gd name="connsiteY127" fmla="*/ 4698241 h 4734469"/>
                <a:gd name="connsiteX128" fmla="*/ 916335 w 1886020"/>
                <a:gd name="connsiteY128" fmla="*/ 4666093 h 4734469"/>
                <a:gd name="connsiteX129" fmla="*/ 932144 w 1886020"/>
                <a:gd name="connsiteY129" fmla="*/ 4593231 h 4734469"/>
                <a:gd name="connsiteX130" fmla="*/ 932070 w 1886020"/>
                <a:gd name="connsiteY130" fmla="*/ 4593011 h 4734469"/>
                <a:gd name="connsiteX131" fmla="*/ 844873 w 1886020"/>
                <a:gd name="connsiteY131" fmla="*/ 4558374 h 4734469"/>
                <a:gd name="connsiteX132" fmla="*/ 753524 w 1886020"/>
                <a:gd name="connsiteY132" fmla="*/ 4529302 h 4734469"/>
                <a:gd name="connsiteX133" fmla="*/ 734593 w 1886020"/>
                <a:gd name="connsiteY133" fmla="*/ 4518606 h 4734469"/>
                <a:gd name="connsiteX134" fmla="*/ 739537 w 1886020"/>
                <a:gd name="connsiteY134" fmla="*/ 4517219 h 4734469"/>
                <a:gd name="connsiteX135" fmla="*/ 815225 w 1886020"/>
                <a:gd name="connsiteY135" fmla="*/ 4473721 h 4734469"/>
                <a:gd name="connsiteX136" fmla="*/ 913204 w 1886020"/>
                <a:gd name="connsiteY136" fmla="*/ 4451240 h 4734469"/>
                <a:gd name="connsiteX137" fmla="*/ 1008777 w 1886020"/>
                <a:gd name="connsiteY137" fmla="*/ 4421948 h 4734469"/>
                <a:gd name="connsiteX138" fmla="*/ 1047167 w 1886020"/>
                <a:gd name="connsiteY138" fmla="*/ 4341177 h 4734469"/>
                <a:gd name="connsiteX139" fmla="*/ 1045565 w 1886020"/>
                <a:gd name="connsiteY139" fmla="*/ 4334806 h 4734469"/>
                <a:gd name="connsiteX140" fmla="*/ 966018 w 1886020"/>
                <a:gd name="connsiteY140" fmla="*/ 4275418 h 4734469"/>
                <a:gd name="connsiteX141" fmla="*/ 869350 w 1886020"/>
                <a:gd name="connsiteY141" fmla="*/ 4240780 h 4734469"/>
                <a:gd name="connsiteX142" fmla="*/ 865416 w 1886020"/>
                <a:gd name="connsiteY142" fmla="*/ 4237558 h 4734469"/>
                <a:gd name="connsiteX143" fmla="*/ 858312 w 1886020"/>
                <a:gd name="connsiteY143" fmla="*/ 4231890 h 4734469"/>
                <a:gd name="connsiteX144" fmla="*/ 866202 w 1886020"/>
                <a:gd name="connsiteY144" fmla="*/ 4198483 h 4734469"/>
                <a:gd name="connsiteX145" fmla="*/ 846828 w 1886020"/>
                <a:gd name="connsiteY145" fmla="*/ 4146993 h 4734469"/>
                <a:gd name="connsiteX146" fmla="*/ 827606 w 1886020"/>
                <a:gd name="connsiteY146" fmla="*/ 4040589 h 4734469"/>
                <a:gd name="connsiteX147" fmla="*/ 769290 w 1886020"/>
                <a:gd name="connsiteY147" fmla="*/ 3774485 h 4734469"/>
                <a:gd name="connsiteX148" fmla="*/ 762475 w 1886020"/>
                <a:gd name="connsiteY148" fmla="*/ 3744253 h 4734469"/>
                <a:gd name="connsiteX149" fmla="*/ 836934 w 1886020"/>
                <a:gd name="connsiteY149" fmla="*/ 3624999 h 4734469"/>
                <a:gd name="connsiteX150" fmla="*/ 908250 w 1886020"/>
                <a:gd name="connsiteY150" fmla="*/ 3483961 h 4734469"/>
                <a:gd name="connsiteX151" fmla="*/ 919032 w 1886020"/>
                <a:gd name="connsiteY151" fmla="*/ 3436142 h 4734469"/>
                <a:gd name="connsiteX152" fmla="*/ 1024295 w 1886020"/>
                <a:gd name="connsiteY152" fmla="*/ 2880409 h 4734469"/>
                <a:gd name="connsiteX153" fmla="*/ 1033661 w 1886020"/>
                <a:gd name="connsiteY153" fmla="*/ 2800068 h 4734469"/>
                <a:gd name="connsiteX154" fmla="*/ 1047473 w 1886020"/>
                <a:gd name="connsiteY154" fmla="*/ 2724013 h 4734469"/>
                <a:gd name="connsiteX155" fmla="*/ 1058970 w 1886020"/>
                <a:gd name="connsiteY155" fmla="*/ 2622350 h 4734469"/>
                <a:gd name="connsiteX156" fmla="*/ 1047617 w 1886020"/>
                <a:gd name="connsiteY156" fmla="*/ 2488368 h 4734469"/>
                <a:gd name="connsiteX157" fmla="*/ 1042031 w 1886020"/>
                <a:gd name="connsiteY157" fmla="*/ 2396930 h 4734469"/>
                <a:gd name="connsiteX158" fmla="*/ 1038963 w 1886020"/>
                <a:gd name="connsiteY158" fmla="*/ 2381416 h 4734469"/>
                <a:gd name="connsiteX159" fmla="*/ 1037129 w 1886020"/>
                <a:gd name="connsiteY159" fmla="*/ 2373822 h 4734469"/>
                <a:gd name="connsiteX160" fmla="*/ 1019095 w 1886020"/>
                <a:gd name="connsiteY160" fmla="*/ 2324047 h 4734469"/>
                <a:gd name="connsiteX161" fmla="*/ 1005573 w 1886020"/>
                <a:gd name="connsiteY161" fmla="*/ 2296263 h 4734469"/>
                <a:gd name="connsiteX162" fmla="*/ 995240 w 1886020"/>
                <a:gd name="connsiteY162" fmla="*/ 2281142 h 4734469"/>
                <a:gd name="connsiteX163" fmla="*/ 1058914 w 1886020"/>
                <a:gd name="connsiteY163" fmla="*/ 2287002 h 4734469"/>
                <a:gd name="connsiteX164" fmla="*/ 1073548 w 1886020"/>
                <a:gd name="connsiteY164" fmla="*/ 2283943 h 4734469"/>
                <a:gd name="connsiteX165" fmla="*/ 1075497 w 1886020"/>
                <a:gd name="connsiteY165" fmla="*/ 2276255 h 4734469"/>
                <a:gd name="connsiteX166" fmla="*/ 1058910 w 1886020"/>
                <a:gd name="connsiteY166" fmla="*/ 2207029 h 4734469"/>
                <a:gd name="connsiteX167" fmla="*/ 1039680 w 1886020"/>
                <a:gd name="connsiteY167" fmla="*/ 2161643 h 4734469"/>
                <a:gd name="connsiteX168" fmla="*/ 1045298 w 1886020"/>
                <a:gd name="connsiteY168" fmla="*/ 2139108 h 4734469"/>
                <a:gd name="connsiteX169" fmla="*/ 1073729 w 1886020"/>
                <a:gd name="connsiteY169" fmla="*/ 2062887 h 4734469"/>
                <a:gd name="connsiteX170" fmla="*/ 1098774 w 1886020"/>
                <a:gd name="connsiteY170" fmla="*/ 1856238 h 4734469"/>
                <a:gd name="connsiteX171" fmla="*/ 1117459 w 1886020"/>
                <a:gd name="connsiteY171" fmla="*/ 1696376 h 4734469"/>
                <a:gd name="connsiteX172" fmla="*/ 1090811 w 1886020"/>
                <a:gd name="connsiteY172" fmla="*/ 1564235 h 4734469"/>
                <a:gd name="connsiteX173" fmla="*/ 1070016 w 1886020"/>
                <a:gd name="connsiteY173" fmla="*/ 1535166 h 4734469"/>
                <a:gd name="connsiteX174" fmla="*/ 1065064 w 1886020"/>
                <a:gd name="connsiteY174" fmla="*/ 1500401 h 4734469"/>
                <a:gd name="connsiteX175" fmla="*/ 1069409 w 1886020"/>
                <a:gd name="connsiteY175" fmla="*/ 1285230 h 4734469"/>
                <a:gd name="connsiteX176" fmla="*/ 1428401 w 1886020"/>
                <a:gd name="connsiteY176" fmla="*/ 1244648 h 4734469"/>
                <a:gd name="connsiteX177" fmla="*/ 1469267 w 1886020"/>
                <a:gd name="connsiteY177" fmla="*/ 1233637 h 4734469"/>
                <a:gd name="connsiteX178" fmla="*/ 1510569 w 1886020"/>
                <a:gd name="connsiteY178" fmla="*/ 1207741 h 4734469"/>
                <a:gd name="connsiteX179" fmla="*/ 1622232 w 1886020"/>
                <a:gd name="connsiteY179" fmla="*/ 1109831 h 4734469"/>
                <a:gd name="connsiteX180" fmla="*/ 1688425 w 1886020"/>
                <a:gd name="connsiteY180" fmla="*/ 946642 h 4734469"/>
                <a:gd name="connsiteX181" fmla="*/ 1747562 w 1886020"/>
                <a:gd name="connsiteY181" fmla="*/ 844368 h 4734469"/>
                <a:gd name="connsiteX182" fmla="*/ 1761043 w 1886020"/>
                <a:gd name="connsiteY182" fmla="*/ 794696 h 4734469"/>
                <a:gd name="connsiteX183" fmla="*/ 1753437 w 1886020"/>
                <a:gd name="connsiteY183" fmla="*/ 741358 h 4734469"/>
                <a:gd name="connsiteX184" fmla="*/ 1796361 w 1886020"/>
                <a:gd name="connsiteY184" fmla="*/ 663739 h 4734469"/>
                <a:gd name="connsiteX185" fmla="*/ 1806570 w 1886020"/>
                <a:gd name="connsiteY185" fmla="*/ 650101 h 4734469"/>
                <a:gd name="connsiteX186" fmla="*/ 1804140 w 1886020"/>
                <a:gd name="connsiteY186" fmla="*/ 636808 h 4734469"/>
                <a:gd name="connsiteX187" fmla="*/ 1803307 w 1886020"/>
                <a:gd name="connsiteY187" fmla="*/ 635266 h 4734469"/>
                <a:gd name="connsiteX188" fmla="*/ 1811545 w 1886020"/>
                <a:gd name="connsiteY188" fmla="*/ 629796 h 4734469"/>
                <a:gd name="connsiteX189" fmla="*/ 1839081 w 1886020"/>
                <a:gd name="connsiteY189" fmla="*/ 608266 h 4734469"/>
                <a:gd name="connsiteX190" fmla="*/ 1874848 w 1886020"/>
                <a:gd name="connsiteY190" fmla="*/ 572018 h 4734469"/>
                <a:gd name="connsiteX191" fmla="*/ 1884245 w 1886020"/>
                <a:gd name="connsiteY191" fmla="*/ 523393 h 4734469"/>
                <a:gd name="connsiteX192" fmla="*/ 570346 w 1886020"/>
                <a:gd name="connsiteY192" fmla="*/ 4449227 h 4734469"/>
                <a:gd name="connsiteX193" fmla="*/ 563104 w 1886020"/>
                <a:gd name="connsiteY193" fmla="*/ 4449848 h 4734469"/>
                <a:gd name="connsiteX194" fmla="*/ 537097 w 1886020"/>
                <a:gd name="connsiteY194" fmla="*/ 4457317 h 4734469"/>
                <a:gd name="connsiteX195" fmla="*/ 535135 w 1886020"/>
                <a:gd name="connsiteY195" fmla="*/ 4458333 h 4734469"/>
                <a:gd name="connsiteX196" fmla="*/ 566672 w 1886020"/>
                <a:gd name="connsiteY196" fmla="*/ 4383942 h 4734469"/>
                <a:gd name="connsiteX197" fmla="*/ 570026 w 1886020"/>
                <a:gd name="connsiteY197" fmla="*/ 4374975 h 4734469"/>
                <a:gd name="connsiteX198" fmla="*/ 568786 w 1886020"/>
                <a:gd name="connsiteY198" fmla="*/ 4391777 h 4734469"/>
                <a:gd name="connsiteX199" fmla="*/ 570346 w 1886020"/>
                <a:gd name="connsiteY199" fmla="*/ 4449227 h 473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1886020" h="4734469">
                  <a:moveTo>
                    <a:pt x="1884245" y="523393"/>
                  </a:moveTo>
                  <a:cubicBezTo>
                    <a:pt x="1879987" y="514554"/>
                    <a:pt x="1876643" y="505304"/>
                    <a:pt x="1874265" y="495786"/>
                  </a:cubicBezTo>
                  <a:cubicBezTo>
                    <a:pt x="1873246" y="484801"/>
                    <a:pt x="1877470" y="470302"/>
                    <a:pt x="1867783" y="465103"/>
                  </a:cubicBezTo>
                  <a:cubicBezTo>
                    <a:pt x="1862319" y="462173"/>
                    <a:pt x="1854816" y="464370"/>
                    <a:pt x="1850007" y="460490"/>
                  </a:cubicBezTo>
                  <a:cubicBezTo>
                    <a:pt x="1847008" y="457071"/>
                    <a:pt x="1845172" y="452789"/>
                    <a:pt x="1844762" y="448260"/>
                  </a:cubicBezTo>
                  <a:cubicBezTo>
                    <a:pt x="1839748" y="430784"/>
                    <a:pt x="1824034" y="418538"/>
                    <a:pt x="1805863" y="417944"/>
                  </a:cubicBezTo>
                  <a:cubicBezTo>
                    <a:pt x="1816353" y="390189"/>
                    <a:pt x="1853722" y="383379"/>
                    <a:pt x="1870331" y="358921"/>
                  </a:cubicBezTo>
                  <a:cubicBezTo>
                    <a:pt x="1878637" y="346765"/>
                    <a:pt x="1875941" y="324284"/>
                    <a:pt x="1861299" y="324137"/>
                  </a:cubicBezTo>
                  <a:cubicBezTo>
                    <a:pt x="1857855" y="324356"/>
                    <a:pt x="1854489" y="325252"/>
                    <a:pt x="1851393" y="326774"/>
                  </a:cubicBezTo>
                  <a:cubicBezTo>
                    <a:pt x="1833181" y="334243"/>
                    <a:pt x="1815041" y="341785"/>
                    <a:pt x="1796830" y="349255"/>
                  </a:cubicBezTo>
                  <a:cubicBezTo>
                    <a:pt x="1786256" y="353386"/>
                    <a:pt x="1775941" y="358155"/>
                    <a:pt x="1765943" y="363534"/>
                  </a:cubicBezTo>
                  <a:cubicBezTo>
                    <a:pt x="1735930" y="380596"/>
                    <a:pt x="1713493" y="408351"/>
                    <a:pt x="1693315" y="436543"/>
                  </a:cubicBezTo>
                  <a:cubicBezTo>
                    <a:pt x="1674232" y="461516"/>
                    <a:pt x="1659007" y="489212"/>
                    <a:pt x="1648150" y="518706"/>
                  </a:cubicBezTo>
                  <a:cubicBezTo>
                    <a:pt x="1642068" y="536846"/>
                    <a:pt x="1638825" y="555816"/>
                    <a:pt x="1638535" y="574946"/>
                  </a:cubicBezTo>
                  <a:cubicBezTo>
                    <a:pt x="1638535" y="576864"/>
                    <a:pt x="1638578" y="578769"/>
                    <a:pt x="1638663" y="580662"/>
                  </a:cubicBezTo>
                  <a:cubicBezTo>
                    <a:pt x="1629777" y="582164"/>
                    <a:pt x="1622481" y="586062"/>
                    <a:pt x="1613134" y="587941"/>
                  </a:cubicBezTo>
                  <a:cubicBezTo>
                    <a:pt x="1606083" y="606606"/>
                    <a:pt x="1599032" y="625271"/>
                    <a:pt x="1591981" y="643937"/>
                  </a:cubicBezTo>
                  <a:cubicBezTo>
                    <a:pt x="1589143" y="653296"/>
                    <a:pt x="1584441" y="661984"/>
                    <a:pt x="1578159" y="669479"/>
                  </a:cubicBezTo>
                  <a:cubicBezTo>
                    <a:pt x="1573450" y="673778"/>
                    <a:pt x="1568430" y="677724"/>
                    <a:pt x="1563141" y="681284"/>
                  </a:cubicBezTo>
                  <a:cubicBezTo>
                    <a:pt x="1541319" y="699947"/>
                    <a:pt x="1530169" y="728216"/>
                    <a:pt x="1533375" y="756751"/>
                  </a:cubicBezTo>
                  <a:cubicBezTo>
                    <a:pt x="1493619" y="772381"/>
                    <a:pt x="1472768" y="816138"/>
                    <a:pt x="1485671" y="856861"/>
                  </a:cubicBezTo>
                  <a:cubicBezTo>
                    <a:pt x="1453258" y="863888"/>
                    <a:pt x="1426836" y="887272"/>
                    <a:pt x="1415921" y="918590"/>
                  </a:cubicBezTo>
                  <a:cubicBezTo>
                    <a:pt x="1414418" y="925614"/>
                    <a:pt x="1411299" y="932192"/>
                    <a:pt x="1406812" y="937801"/>
                  </a:cubicBezTo>
                  <a:cubicBezTo>
                    <a:pt x="1399842" y="943118"/>
                    <a:pt x="1391210" y="945785"/>
                    <a:pt x="1382456" y="945325"/>
                  </a:cubicBezTo>
                  <a:cubicBezTo>
                    <a:pt x="1358552" y="946811"/>
                    <a:pt x="1337650" y="965736"/>
                    <a:pt x="1315988" y="955470"/>
                  </a:cubicBezTo>
                  <a:cubicBezTo>
                    <a:pt x="1291397" y="943879"/>
                    <a:pt x="1263872" y="940012"/>
                    <a:pt x="1237040" y="944378"/>
                  </a:cubicBezTo>
                  <a:cubicBezTo>
                    <a:pt x="1231525" y="945684"/>
                    <a:pt x="1225852" y="946189"/>
                    <a:pt x="1220194" y="945880"/>
                  </a:cubicBezTo>
                  <a:cubicBezTo>
                    <a:pt x="1215352" y="945044"/>
                    <a:pt x="1210682" y="943408"/>
                    <a:pt x="1206377" y="941040"/>
                  </a:cubicBezTo>
                  <a:cubicBezTo>
                    <a:pt x="1196629" y="935328"/>
                    <a:pt x="1186061" y="931148"/>
                    <a:pt x="1175042" y="928647"/>
                  </a:cubicBezTo>
                  <a:cubicBezTo>
                    <a:pt x="1163722" y="926283"/>
                    <a:pt x="1152072" y="930807"/>
                    <a:pt x="1145313" y="940191"/>
                  </a:cubicBezTo>
                  <a:cubicBezTo>
                    <a:pt x="1137727" y="931829"/>
                    <a:pt x="1133206" y="921120"/>
                    <a:pt x="1126295" y="912187"/>
                  </a:cubicBezTo>
                  <a:cubicBezTo>
                    <a:pt x="1120075" y="902489"/>
                    <a:pt x="1108911" y="897134"/>
                    <a:pt x="1097455" y="898352"/>
                  </a:cubicBezTo>
                  <a:cubicBezTo>
                    <a:pt x="1104657" y="891903"/>
                    <a:pt x="1097285" y="879067"/>
                    <a:pt x="1087927" y="876721"/>
                  </a:cubicBezTo>
                  <a:cubicBezTo>
                    <a:pt x="1078328" y="875928"/>
                    <a:pt x="1068670" y="876280"/>
                    <a:pt x="1059155" y="877769"/>
                  </a:cubicBezTo>
                  <a:cubicBezTo>
                    <a:pt x="1034136" y="877636"/>
                    <a:pt x="1014940" y="854801"/>
                    <a:pt x="990638" y="848823"/>
                  </a:cubicBezTo>
                  <a:cubicBezTo>
                    <a:pt x="968301" y="843330"/>
                    <a:pt x="938529" y="849881"/>
                    <a:pt x="927078" y="829834"/>
                  </a:cubicBezTo>
                  <a:cubicBezTo>
                    <a:pt x="923420" y="823430"/>
                    <a:pt x="922372" y="815007"/>
                    <a:pt x="917154" y="810211"/>
                  </a:cubicBezTo>
                  <a:cubicBezTo>
                    <a:pt x="915923" y="804773"/>
                    <a:pt x="913444" y="799696"/>
                    <a:pt x="909914" y="795381"/>
                  </a:cubicBezTo>
                  <a:cubicBezTo>
                    <a:pt x="900747" y="784944"/>
                    <a:pt x="885250" y="783451"/>
                    <a:pt x="871407" y="783885"/>
                  </a:cubicBezTo>
                  <a:cubicBezTo>
                    <a:pt x="856196" y="784264"/>
                    <a:pt x="841121" y="786859"/>
                    <a:pt x="826658" y="791587"/>
                  </a:cubicBezTo>
                  <a:cubicBezTo>
                    <a:pt x="826254" y="789776"/>
                    <a:pt x="825774" y="787879"/>
                    <a:pt x="825164" y="785828"/>
                  </a:cubicBezTo>
                  <a:cubicBezTo>
                    <a:pt x="816394" y="760275"/>
                    <a:pt x="798807" y="738682"/>
                    <a:pt x="775558" y="724921"/>
                  </a:cubicBezTo>
                  <a:cubicBezTo>
                    <a:pt x="757304" y="713996"/>
                    <a:pt x="737481" y="705937"/>
                    <a:pt x="716782" y="701026"/>
                  </a:cubicBezTo>
                  <a:cubicBezTo>
                    <a:pt x="716686" y="699200"/>
                    <a:pt x="716492" y="697384"/>
                    <a:pt x="716446" y="695553"/>
                  </a:cubicBezTo>
                  <a:cubicBezTo>
                    <a:pt x="716110" y="669706"/>
                    <a:pt x="720123" y="643985"/>
                    <a:pt x="728319" y="619469"/>
                  </a:cubicBezTo>
                  <a:cubicBezTo>
                    <a:pt x="729178" y="616782"/>
                    <a:pt x="730174" y="614126"/>
                    <a:pt x="731107" y="611455"/>
                  </a:cubicBezTo>
                  <a:cubicBezTo>
                    <a:pt x="876662" y="573177"/>
                    <a:pt x="963628" y="424150"/>
                    <a:pt x="925349" y="278594"/>
                  </a:cubicBezTo>
                  <a:cubicBezTo>
                    <a:pt x="912967" y="231510"/>
                    <a:pt x="888197" y="188603"/>
                    <a:pt x="853616" y="154334"/>
                  </a:cubicBezTo>
                  <a:cubicBezTo>
                    <a:pt x="853487" y="148816"/>
                    <a:pt x="852771" y="143327"/>
                    <a:pt x="851478" y="137960"/>
                  </a:cubicBezTo>
                  <a:cubicBezTo>
                    <a:pt x="848482" y="126214"/>
                    <a:pt x="842847" y="115306"/>
                    <a:pt x="835001" y="106065"/>
                  </a:cubicBezTo>
                  <a:cubicBezTo>
                    <a:pt x="822561" y="78154"/>
                    <a:pt x="803054" y="65842"/>
                    <a:pt x="778219" y="54216"/>
                  </a:cubicBezTo>
                  <a:cubicBezTo>
                    <a:pt x="771081" y="50848"/>
                    <a:pt x="763505" y="47552"/>
                    <a:pt x="755492" y="43891"/>
                  </a:cubicBezTo>
                  <a:cubicBezTo>
                    <a:pt x="715863" y="26023"/>
                    <a:pt x="677545" y="-193"/>
                    <a:pt x="632527" y="-120"/>
                  </a:cubicBezTo>
                  <a:cubicBezTo>
                    <a:pt x="591441" y="-120"/>
                    <a:pt x="552104" y="22581"/>
                    <a:pt x="511529" y="21702"/>
                  </a:cubicBezTo>
                  <a:lnTo>
                    <a:pt x="508469" y="21555"/>
                  </a:lnTo>
                  <a:cubicBezTo>
                    <a:pt x="507449" y="21510"/>
                    <a:pt x="506430" y="21519"/>
                    <a:pt x="505410" y="21409"/>
                  </a:cubicBezTo>
                  <a:cubicBezTo>
                    <a:pt x="504172" y="21336"/>
                    <a:pt x="503006" y="21189"/>
                    <a:pt x="501768" y="21043"/>
                  </a:cubicBezTo>
                  <a:cubicBezTo>
                    <a:pt x="490404" y="19652"/>
                    <a:pt x="476781" y="17016"/>
                    <a:pt x="469278" y="25730"/>
                  </a:cubicBezTo>
                  <a:cubicBezTo>
                    <a:pt x="466903" y="29211"/>
                    <a:pt x="464970" y="32975"/>
                    <a:pt x="463524" y="36933"/>
                  </a:cubicBezTo>
                  <a:cubicBezTo>
                    <a:pt x="462960" y="38238"/>
                    <a:pt x="462278" y="39488"/>
                    <a:pt x="461484" y="40668"/>
                  </a:cubicBezTo>
                  <a:lnTo>
                    <a:pt x="461484" y="40668"/>
                  </a:lnTo>
                  <a:cubicBezTo>
                    <a:pt x="460036" y="43203"/>
                    <a:pt x="458300" y="45562"/>
                    <a:pt x="456312" y="47698"/>
                  </a:cubicBezTo>
                  <a:lnTo>
                    <a:pt x="456312" y="47698"/>
                  </a:lnTo>
                  <a:cubicBezTo>
                    <a:pt x="443200" y="62124"/>
                    <a:pt x="421200" y="68495"/>
                    <a:pt x="403061" y="77869"/>
                  </a:cubicBezTo>
                  <a:cubicBezTo>
                    <a:pt x="362121" y="98885"/>
                    <a:pt x="335241" y="141651"/>
                    <a:pt x="324532" y="186540"/>
                  </a:cubicBezTo>
                  <a:cubicBezTo>
                    <a:pt x="313824" y="231503"/>
                    <a:pt x="317613" y="278735"/>
                    <a:pt x="325625" y="324210"/>
                  </a:cubicBezTo>
                  <a:cubicBezTo>
                    <a:pt x="329668" y="346953"/>
                    <a:pt x="338554" y="372769"/>
                    <a:pt x="354726" y="387041"/>
                  </a:cubicBezTo>
                  <a:lnTo>
                    <a:pt x="354729" y="387125"/>
                  </a:lnTo>
                  <a:lnTo>
                    <a:pt x="354368" y="386850"/>
                  </a:lnTo>
                  <a:cubicBezTo>
                    <a:pt x="354368" y="386850"/>
                    <a:pt x="217449" y="484288"/>
                    <a:pt x="242435" y="498129"/>
                  </a:cubicBezTo>
                  <a:cubicBezTo>
                    <a:pt x="256026" y="505640"/>
                    <a:pt x="312750" y="469721"/>
                    <a:pt x="361648" y="435424"/>
                  </a:cubicBezTo>
                  <a:cubicBezTo>
                    <a:pt x="362144" y="437506"/>
                    <a:pt x="362603" y="439595"/>
                    <a:pt x="363141" y="441669"/>
                  </a:cubicBezTo>
                  <a:cubicBezTo>
                    <a:pt x="369008" y="463526"/>
                    <a:pt x="376482" y="484918"/>
                    <a:pt x="385505" y="505671"/>
                  </a:cubicBezTo>
                  <a:cubicBezTo>
                    <a:pt x="395922" y="530203"/>
                    <a:pt x="410492" y="556639"/>
                    <a:pt x="435987" y="563961"/>
                  </a:cubicBezTo>
                  <a:cubicBezTo>
                    <a:pt x="441630" y="565500"/>
                    <a:pt x="447474" y="566168"/>
                    <a:pt x="453319" y="565943"/>
                  </a:cubicBezTo>
                  <a:cubicBezTo>
                    <a:pt x="454827" y="565930"/>
                    <a:pt x="456330" y="565808"/>
                    <a:pt x="457839" y="565708"/>
                  </a:cubicBezTo>
                  <a:cubicBezTo>
                    <a:pt x="459132" y="603180"/>
                    <a:pt x="455165" y="640648"/>
                    <a:pt x="446055" y="677019"/>
                  </a:cubicBezTo>
                  <a:cubicBezTo>
                    <a:pt x="431197" y="676210"/>
                    <a:pt x="416481" y="680278"/>
                    <a:pt x="404147" y="688604"/>
                  </a:cubicBezTo>
                  <a:cubicBezTo>
                    <a:pt x="399500" y="693206"/>
                    <a:pt x="393610" y="696350"/>
                    <a:pt x="387200" y="697652"/>
                  </a:cubicBezTo>
                  <a:cubicBezTo>
                    <a:pt x="380552" y="696839"/>
                    <a:pt x="374375" y="693794"/>
                    <a:pt x="369682" y="689015"/>
                  </a:cubicBezTo>
                  <a:cubicBezTo>
                    <a:pt x="331815" y="661741"/>
                    <a:pt x="280072" y="664482"/>
                    <a:pt x="245299" y="695605"/>
                  </a:cubicBezTo>
                  <a:cubicBezTo>
                    <a:pt x="195703" y="742353"/>
                    <a:pt x="201316" y="833697"/>
                    <a:pt x="143191" y="869154"/>
                  </a:cubicBezTo>
                  <a:cubicBezTo>
                    <a:pt x="127169" y="878928"/>
                    <a:pt x="106687" y="884098"/>
                    <a:pt x="97334" y="900423"/>
                  </a:cubicBezTo>
                  <a:cubicBezTo>
                    <a:pt x="95070" y="905622"/>
                    <a:pt x="92427" y="910647"/>
                    <a:pt x="89426" y="915458"/>
                  </a:cubicBezTo>
                  <a:cubicBezTo>
                    <a:pt x="85537" y="919756"/>
                    <a:pt x="80772" y="923169"/>
                    <a:pt x="75452" y="925468"/>
                  </a:cubicBezTo>
                  <a:cubicBezTo>
                    <a:pt x="58580" y="933039"/>
                    <a:pt x="42526" y="942316"/>
                    <a:pt x="27541" y="953154"/>
                  </a:cubicBezTo>
                  <a:cubicBezTo>
                    <a:pt x="12411" y="964246"/>
                    <a:pt x="2454" y="981025"/>
                    <a:pt x="-34" y="999620"/>
                  </a:cubicBezTo>
                  <a:cubicBezTo>
                    <a:pt x="-249" y="1013123"/>
                    <a:pt x="2648" y="1026495"/>
                    <a:pt x="8434" y="1038698"/>
                  </a:cubicBezTo>
                  <a:cubicBezTo>
                    <a:pt x="17108" y="1060026"/>
                    <a:pt x="27783" y="1080484"/>
                    <a:pt x="40317" y="1099798"/>
                  </a:cubicBezTo>
                  <a:cubicBezTo>
                    <a:pt x="33548" y="1108622"/>
                    <a:pt x="29116" y="1119012"/>
                    <a:pt x="27433" y="1130006"/>
                  </a:cubicBezTo>
                  <a:cubicBezTo>
                    <a:pt x="23297" y="1158835"/>
                    <a:pt x="37087" y="1187166"/>
                    <a:pt x="38612" y="1216252"/>
                  </a:cubicBezTo>
                  <a:cubicBezTo>
                    <a:pt x="39943" y="1241665"/>
                    <a:pt x="31896" y="1266487"/>
                    <a:pt x="27292" y="1291511"/>
                  </a:cubicBezTo>
                  <a:cubicBezTo>
                    <a:pt x="9324" y="1389174"/>
                    <a:pt x="43846" y="1488100"/>
                    <a:pt x="78979" y="1580927"/>
                  </a:cubicBezTo>
                  <a:cubicBezTo>
                    <a:pt x="85663" y="1596009"/>
                    <a:pt x="89810" y="1612092"/>
                    <a:pt x="91251" y="1628525"/>
                  </a:cubicBezTo>
                  <a:cubicBezTo>
                    <a:pt x="92190" y="1658823"/>
                    <a:pt x="74830" y="1686583"/>
                    <a:pt x="70077" y="1716517"/>
                  </a:cubicBezTo>
                  <a:cubicBezTo>
                    <a:pt x="60087" y="1779417"/>
                    <a:pt x="106242" y="1838585"/>
                    <a:pt x="107198" y="1902274"/>
                  </a:cubicBezTo>
                  <a:cubicBezTo>
                    <a:pt x="107638" y="1931597"/>
                    <a:pt x="98452" y="1961442"/>
                    <a:pt x="105750" y="1989837"/>
                  </a:cubicBezTo>
                  <a:cubicBezTo>
                    <a:pt x="110621" y="2008787"/>
                    <a:pt x="122387" y="2025071"/>
                    <a:pt x="130737" y="2042751"/>
                  </a:cubicBezTo>
                  <a:cubicBezTo>
                    <a:pt x="145532" y="2074080"/>
                    <a:pt x="149501" y="2109624"/>
                    <a:pt x="163624" y="2141265"/>
                  </a:cubicBezTo>
                  <a:cubicBezTo>
                    <a:pt x="180520" y="2175727"/>
                    <a:pt x="205558" y="2205553"/>
                    <a:pt x="236572" y="2228163"/>
                  </a:cubicBezTo>
                  <a:cubicBezTo>
                    <a:pt x="254350" y="2284370"/>
                    <a:pt x="229127" y="2352240"/>
                    <a:pt x="236300" y="2412053"/>
                  </a:cubicBezTo>
                  <a:cubicBezTo>
                    <a:pt x="245952" y="2408302"/>
                    <a:pt x="255679" y="2404746"/>
                    <a:pt x="265444" y="2401299"/>
                  </a:cubicBezTo>
                  <a:cubicBezTo>
                    <a:pt x="259340" y="2490826"/>
                    <a:pt x="281961" y="2579965"/>
                    <a:pt x="330016" y="2655748"/>
                  </a:cubicBezTo>
                  <a:cubicBezTo>
                    <a:pt x="345907" y="2680498"/>
                    <a:pt x="364528" y="2703733"/>
                    <a:pt x="376474" y="2730632"/>
                  </a:cubicBezTo>
                  <a:cubicBezTo>
                    <a:pt x="384304" y="2749822"/>
                    <a:pt x="390373" y="2769685"/>
                    <a:pt x="394604" y="2789975"/>
                  </a:cubicBezTo>
                  <a:cubicBezTo>
                    <a:pt x="411766" y="2861384"/>
                    <a:pt x="428928" y="2932792"/>
                    <a:pt x="446089" y="3004200"/>
                  </a:cubicBezTo>
                  <a:cubicBezTo>
                    <a:pt x="459988" y="3062033"/>
                    <a:pt x="473988" y="3120985"/>
                    <a:pt x="469814" y="3180333"/>
                  </a:cubicBezTo>
                  <a:cubicBezTo>
                    <a:pt x="466905" y="3221687"/>
                    <a:pt x="456536" y="3268184"/>
                    <a:pt x="481889" y="3300881"/>
                  </a:cubicBezTo>
                  <a:cubicBezTo>
                    <a:pt x="488006" y="3307131"/>
                    <a:pt x="493168" y="3314250"/>
                    <a:pt x="497206" y="3322008"/>
                  </a:cubicBezTo>
                  <a:cubicBezTo>
                    <a:pt x="499734" y="3331104"/>
                    <a:pt x="499821" y="3340705"/>
                    <a:pt x="497458" y="3349846"/>
                  </a:cubicBezTo>
                  <a:cubicBezTo>
                    <a:pt x="485085" y="3418933"/>
                    <a:pt x="476597" y="3488660"/>
                    <a:pt x="472035" y="3558699"/>
                  </a:cubicBezTo>
                  <a:cubicBezTo>
                    <a:pt x="466299" y="3566438"/>
                    <a:pt x="460633" y="3574145"/>
                    <a:pt x="455363" y="3581867"/>
                  </a:cubicBezTo>
                  <a:cubicBezTo>
                    <a:pt x="413258" y="3643453"/>
                    <a:pt x="393008" y="3717121"/>
                    <a:pt x="376617" y="3789983"/>
                  </a:cubicBezTo>
                  <a:cubicBezTo>
                    <a:pt x="344710" y="3932487"/>
                    <a:pt x="330360" y="4078724"/>
                    <a:pt x="323803" y="4224670"/>
                  </a:cubicBezTo>
                  <a:cubicBezTo>
                    <a:pt x="302695" y="4243788"/>
                    <a:pt x="284530" y="4265923"/>
                    <a:pt x="269897" y="4290356"/>
                  </a:cubicBezTo>
                  <a:cubicBezTo>
                    <a:pt x="247824" y="4331217"/>
                    <a:pt x="244984" y="4379402"/>
                    <a:pt x="242653" y="4425902"/>
                  </a:cubicBezTo>
                  <a:cubicBezTo>
                    <a:pt x="241667" y="4433438"/>
                    <a:pt x="242517" y="4441101"/>
                    <a:pt x="245130" y="4448237"/>
                  </a:cubicBezTo>
                  <a:cubicBezTo>
                    <a:pt x="250425" y="4457176"/>
                    <a:pt x="258628" y="4464027"/>
                    <a:pt x="268367" y="4467643"/>
                  </a:cubicBezTo>
                  <a:cubicBezTo>
                    <a:pt x="272570" y="4469705"/>
                    <a:pt x="276802" y="4471705"/>
                    <a:pt x="281062" y="4473643"/>
                  </a:cubicBezTo>
                  <a:cubicBezTo>
                    <a:pt x="278285" y="4483867"/>
                    <a:pt x="275855" y="4494348"/>
                    <a:pt x="273678" y="4504884"/>
                  </a:cubicBezTo>
                  <a:cubicBezTo>
                    <a:pt x="257530" y="4486659"/>
                    <a:pt x="228677" y="4457757"/>
                    <a:pt x="223785" y="4478920"/>
                  </a:cubicBezTo>
                  <a:cubicBezTo>
                    <a:pt x="207600" y="4549531"/>
                    <a:pt x="198812" y="4621636"/>
                    <a:pt x="197562" y="4694067"/>
                  </a:cubicBezTo>
                  <a:cubicBezTo>
                    <a:pt x="197053" y="4698735"/>
                    <a:pt x="197940" y="4703449"/>
                    <a:pt x="200110" y="4707613"/>
                  </a:cubicBezTo>
                  <a:cubicBezTo>
                    <a:pt x="204357" y="4712580"/>
                    <a:pt x="210482" y="4715552"/>
                    <a:pt x="217011" y="4715815"/>
                  </a:cubicBezTo>
                  <a:cubicBezTo>
                    <a:pt x="287384" y="4728385"/>
                    <a:pt x="358747" y="4734586"/>
                    <a:pt x="430232" y="4734343"/>
                  </a:cubicBezTo>
                  <a:cubicBezTo>
                    <a:pt x="488145" y="4734123"/>
                    <a:pt x="545912" y="4729656"/>
                    <a:pt x="603607" y="4725262"/>
                  </a:cubicBezTo>
                  <a:cubicBezTo>
                    <a:pt x="623275" y="4723724"/>
                    <a:pt x="643016" y="4722186"/>
                    <a:pt x="662684" y="4720722"/>
                  </a:cubicBezTo>
                  <a:cubicBezTo>
                    <a:pt x="723452" y="4717460"/>
                    <a:pt x="783917" y="4709948"/>
                    <a:pt x="843635" y="4698241"/>
                  </a:cubicBezTo>
                  <a:cubicBezTo>
                    <a:pt x="869788" y="4692529"/>
                    <a:pt x="896740" y="4684474"/>
                    <a:pt x="916335" y="4666093"/>
                  </a:cubicBezTo>
                  <a:cubicBezTo>
                    <a:pt x="935858" y="4647786"/>
                    <a:pt x="945693" y="4616444"/>
                    <a:pt x="932144" y="4593231"/>
                  </a:cubicBezTo>
                  <a:cubicBezTo>
                    <a:pt x="932154" y="4593150"/>
                    <a:pt x="932127" y="4593070"/>
                    <a:pt x="932070" y="4593011"/>
                  </a:cubicBezTo>
                  <a:cubicBezTo>
                    <a:pt x="915534" y="4564965"/>
                    <a:pt x="877072" y="4562840"/>
                    <a:pt x="844873" y="4558374"/>
                  </a:cubicBezTo>
                  <a:cubicBezTo>
                    <a:pt x="813002" y="4553903"/>
                    <a:pt x="782117" y="4544074"/>
                    <a:pt x="753524" y="4529302"/>
                  </a:cubicBezTo>
                  <a:cubicBezTo>
                    <a:pt x="747087" y="4525966"/>
                    <a:pt x="740813" y="4522336"/>
                    <a:pt x="734593" y="4518606"/>
                  </a:cubicBezTo>
                  <a:cubicBezTo>
                    <a:pt x="736242" y="4518148"/>
                    <a:pt x="737907" y="4517766"/>
                    <a:pt x="739537" y="4517219"/>
                  </a:cubicBezTo>
                  <a:cubicBezTo>
                    <a:pt x="767146" y="4507919"/>
                    <a:pt x="789146" y="4486683"/>
                    <a:pt x="815225" y="4473721"/>
                  </a:cubicBezTo>
                  <a:cubicBezTo>
                    <a:pt x="845456" y="4458783"/>
                    <a:pt x="879766" y="4455488"/>
                    <a:pt x="913204" y="4451240"/>
                  </a:cubicBezTo>
                  <a:cubicBezTo>
                    <a:pt x="946567" y="4446919"/>
                    <a:pt x="981023" y="4440988"/>
                    <a:pt x="1008777" y="4421948"/>
                  </a:cubicBezTo>
                  <a:cubicBezTo>
                    <a:pt x="1034784" y="4404081"/>
                    <a:pt x="1053214" y="4371640"/>
                    <a:pt x="1047167" y="4341177"/>
                  </a:cubicBezTo>
                  <a:cubicBezTo>
                    <a:pt x="1046772" y="4339021"/>
                    <a:pt x="1046236" y="4336893"/>
                    <a:pt x="1045565" y="4334806"/>
                  </a:cubicBezTo>
                  <a:cubicBezTo>
                    <a:pt x="1035222" y="4301707"/>
                    <a:pt x="999454" y="4284132"/>
                    <a:pt x="966018" y="4275418"/>
                  </a:cubicBezTo>
                  <a:cubicBezTo>
                    <a:pt x="932654" y="4266703"/>
                    <a:pt x="896376" y="4262310"/>
                    <a:pt x="869350" y="4240780"/>
                  </a:cubicBezTo>
                  <a:cubicBezTo>
                    <a:pt x="868039" y="4239755"/>
                    <a:pt x="866727" y="4238657"/>
                    <a:pt x="865416" y="4237558"/>
                  </a:cubicBezTo>
                  <a:cubicBezTo>
                    <a:pt x="863105" y="4235668"/>
                    <a:pt x="860725" y="4233748"/>
                    <a:pt x="858312" y="4231890"/>
                  </a:cubicBezTo>
                  <a:cubicBezTo>
                    <a:pt x="864279" y="4221816"/>
                    <a:pt x="867032" y="4210162"/>
                    <a:pt x="866202" y="4198483"/>
                  </a:cubicBezTo>
                  <a:cubicBezTo>
                    <a:pt x="864780" y="4180079"/>
                    <a:pt x="854086" y="4163949"/>
                    <a:pt x="846828" y="4146993"/>
                  </a:cubicBezTo>
                  <a:cubicBezTo>
                    <a:pt x="832591" y="4113737"/>
                    <a:pt x="831447" y="4076588"/>
                    <a:pt x="827606" y="4040589"/>
                  </a:cubicBezTo>
                  <a:cubicBezTo>
                    <a:pt x="817962" y="3950199"/>
                    <a:pt x="790241" y="3862921"/>
                    <a:pt x="769290" y="3774485"/>
                  </a:cubicBezTo>
                  <a:cubicBezTo>
                    <a:pt x="766914" y="3764457"/>
                    <a:pt x="764642" y="3754380"/>
                    <a:pt x="762475" y="3744253"/>
                  </a:cubicBezTo>
                  <a:cubicBezTo>
                    <a:pt x="782857" y="3701898"/>
                    <a:pt x="807827" y="3661907"/>
                    <a:pt x="836934" y="3624999"/>
                  </a:cubicBezTo>
                  <a:cubicBezTo>
                    <a:pt x="870118" y="3583369"/>
                    <a:pt x="894392" y="3535363"/>
                    <a:pt x="908250" y="3483961"/>
                  </a:cubicBezTo>
                  <a:cubicBezTo>
                    <a:pt x="912548" y="3468216"/>
                    <a:pt x="915754" y="3452179"/>
                    <a:pt x="919032" y="3436142"/>
                  </a:cubicBezTo>
                  <a:cubicBezTo>
                    <a:pt x="956256" y="3251313"/>
                    <a:pt x="991344" y="3066068"/>
                    <a:pt x="1024295" y="2880409"/>
                  </a:cubicBezTo>
                  <a:cubicBezTo>
                    <a:pt x="1029738" y="2853950"/>
                    <a:pt x="1032871" y="2827069"/>
                    <a:pt x="1033661" y="2800068"/>
                  </a:cubicBezTo>
                  <a:cubicBezTo>
                    <a:pt x="1042279" y="2775612"/>
                    <a:pt x="1046942" y="2749937"/>
                    <a:pt x="1047473" y="2724013"/>
                  </a:cubicBezTo>
                  <a:cubicBezTo>
                    <a:pt x="1057058" y="2686426"/>
                    <a:pt x="1066821" y="2647000"/>
                    <a:pt x="1058970" y="2622350"/>
                  </a:cubicBezTo>
                  <a:cubicBezTo>
                    <a:pt x="1053417" y="2604945"/>
                    <a:pt x="1050620" y="2545408"/>
                    <a:pt x="1047617" y="2488368"/>
                  </a:cubicBezTo>
                  <a:cubicBezTo>
                    <a:pt x="1048457" y="2457784"/>
                    <a:pt x="1046588" y="2427185"/>
                    <a:pt x="1042031" y="2396930"/>
                  </a:cubicBezTo>
                  <a:cubicBezTo>
                    <a:pt x="1041176" y="2391759"/>
                    <a:pt x="1040122" y="2386584"/>
                    <a:pt x="1038963" y="2381416"/>
                  </a:cubicBezTo>
                  <a:cubicBezTo>
                    <a:pt x="1038502" y="2378851"/>
                    <a:pt x="1037890" y="2376315"/>
                    <a:pt x="1037129" y="2373822"/>
                  </a:cubicBezTo>
                  <a:cubicBezTo>
                    <a:pt x="1032796" y="2356670"/>
                    <a:pt x="1026755" y="2339994"/>
                    <a:pt x="1019095" y="2324047"/>
                  </a:cubicBezTo>
                  <a:cubicBezTo>
                    <a:pt x="1015187" y="2314505"/>
                    <a:pt x="1010671" y="2305225"/>
                    <a:pt x="1005573" y="2296263"/>
                  </a:cubicBezTo>
                  <a:cubicBezTo>
                    <a:pt x="1002505" y="2290975"/>
                    <a:pt x="999051" y="2285921"/>
                    <a:pt x="995240" y="2281142"/>
                  </a:cubicBezTo>
                  <a:cubicBezTo>
                    <a:pt x="1016552" y="2281989"/>
                    <a:pt x="1037805" y="2283945"/>
                    <a:pt x="1058914" y="2287002"/>
                  </a:cubicBezTo>
                  <a:cubicBezTo>
                    <a:pt x="1064109" y="2287780"/>
                    <a:pt x="1070438" y="2288199"/>
                    <a:pt x="1073548" y="2283943"/>
                  </a:cubicBezTo>
                  <a:cubicBezTo>
                    <a:pt x="1074935" y="2281626"/>
                    <a:pt x="1075613" y="2278953"/>
                    <a:pt x="1075497" y="2276255"/>
                  </a:cubicBezTo>
                  <a:cubicBezTo>
                    <a:pt x="1076487" y="2252089"/>
                    <a:pt x="1070744" y="2228123"/>
                    <a:pt x="1058910" y="2207029"/>
                  </a:cubicBezTo>
                  <a:cubicBezTo>
                    <a:pt x="1050730" y="2192516"/>
                    <a:pt x="1039366" y="2178321"/>
                    <a:pt x="1039680" y="2161643"/>
                  </a:cubicBezTo>
                  <a:cubicBezTo>
                    <a:pt x="1040270" y="2153869"/>
                    <a:pt x="1042170" y="2146250"/>
                    <a:pt x="1045298" y="2139108"/>
                  </a:cubicBezTo>
                  <a:cubicBezTo>
                    <a:pt x="1054776" y="2113701"/>
                    <a:pt x="1064253" y="2088294"/>
                    <a:pt x="1073729" y="2062887"/>
                  </a:cubicBezTo>
                  <a:cubicBezTo>
                    <a:pt x="1097730" y="1998543"/>
                    <a:pt x="1086309" y="1923804"/>
                    <a:pt x="1098774" y="1856238"/>
                  </a:cubicBezTo>
                  <a:cubicBezTo>
                    <a:pt x="1108515" y="1803420"/>
                    <a:pt x="1114758" y="1750016"/>
                    <a:pt x="1117459" y="1696376"/>
                  </a:cubicBezTo>
                  <a:cubicBezTo>
                    <a:pt x="1119767" y="1650525"/>
                    <a:pt x="1118332" y="1600871"/>
                    <a:pt x="1090811" y="1564235"/>
                  </a:cubicBezTo>
                  <a:cubicBezTo>
                    <a:pt x="1082759" y="1555397"/>
                    <a:pt x="1075779" y="1545640"/>
                    <a:pt x="1070016" y="1535166"/>
                  </a:cubicBezTo>
                  <a:cubicBezTo>
                    <a:pt x="1066065" y="1524024"/>
                    <a:pt x="1064381" y="1512204"/>
                    <a:pt x="1065064" y="1500401"/>
                  </a:cubicBezTo>
                  <a:cubicBezTo>
                    <a:pt x="1064584" y="1428655"/>
                    <a:pt x="1066033" y="1356931"/>
                    <a:pt x="1069409" y="1285230"/>
                  </a:cubicBezTo>
                  <a:cubicBezTo>
                    <a:pt x="1190013" y="1281985"/>
                    <a:pt x="1310117" y="1268408"/>
                    <a:pt x="1428401" y="1244648"/>
                  </a:cubicBezTo>
                  <a:cubicBezTo>
                    <a:pt x="1442332" y="1242237"/>
                    <a:pt x="1456011" y="1238551"/>
                    <a:pt x="1469267" y="1233637"/>
                  </a:cubicBezTo>
                  <a:cubicBezTo>
                    <a:pt x="1483972" y="1226598"/>
                    <a:pt x="1497828" y="1217910"/>
                    <a:pt x="1510569" y="1207741"/>
                  </a:cubicBezTo>
                  <a:cubicBezTo>
                    <a:pt x="1550814" y="1178656"/>
                    <a:pt x="1591632" y="1149028"/>
                    <a:pt x="1622232" y="1109831"/>
                  </a:cubicBezTo>
                  <a:cubicBezTo>
                    <a:pt x="1658666" y="1062432"/>
                    <a:pt x="1681545" y="1006028"/>
                    <a:pt x="1688425" y="946642"/>
                  </a:cubicBezTo>
                  <a:cubicBezTo>
                    <a:pt x="1717534" y="919682"/>
                    <a:pt x="1732990" y="881361"/>
                    <a:pt x="1747562" y="844368"/>
                  </a:cubicBezTo>
                  <a:cubicBezTo>
                    <a:pt x="1754761" y="828666"/>
                    <a:pt x="1759316" y="811883"/>
                    <a:pt x="1761043" y="794696"/>
                  </a:cubicBezTo>
                  <a:cubicBezTo>
                    <a:pt x="1761825" y="777107"/>
                    <a:pt x="1750231" y="758668"/>
                    <a:pt x="1753437" y="741358"/>
                  </a:cubicBezTo>
                  <a:cubicBezTo>
                    <a:pt x="1759034" y="711546"/>
                    <a:pt x="1774085" y="684329"/>
                    <a:pt x="1796361" y="663739"/>
                  </a:cubicBezTo>
                  <a:cubicBezTo>
                    <a:pt x="1801084" y="660350"/>
                    <a:pt x="1804649" y="655588"/>
                    <a:pt x="1806570" y="650101"/>
                  </a:cubicBezTo>
                  <a:cubicBezTo>
                    <a:pt x="1807169" y="645525"/>
                    <a:pt x="1806319" y="640877"/>
                    <a:pt x="1804140" y="636808"/>
                  </a:cubicBezTo>
                  <a:cubicBezTo>
                    <a:pt x="1803900" y="636270"/>
                    <a:pt x="1803559" y="635797"/>
                    <a:pt x="1803307" y="635266"/>
                  </a:cubicBezTo>
                  <a:cubicBezTo>
                    <a:pt x="1806083" y="633507"/>
                    <a:pt x="1808835" y="631696"/>
                    <a:pt x="1811545" y="629796"/>
                  </a:cubicBezTo>
                  <a:cubicBezTo>
                    <a:pt x="1821087" y="623058"/>
                    <a:pt x="1830193" y="615589"/>
                    <a:pt x="1839081" y="608266"/>
                  </a:cubicBezTo>
                  <a:cubicBezTo>
                    <a:pt x="1852739" y="598028"/>
                    <a:pt x="1864794" y="585811"/>
                    <a:pt x="1874848" y="572018"/>
                  </a:cubicBezTo>
                  <a:cubicBezTo>
                    <a:pt x="1884973" y="557978"/>
                    <a:pt x="1888409" y="540195"/>
                    <a:pt x="1884245" y="523393"/>
                  </a:cubicBezTo>
                  <a:close/>
                  <a:moveTo>
                    <a:pt x="570346" y="4449227"/>
                  </a:moveTo>
                  <a:cubicBezTo>
                    <a:pt x="567928" y="4449397"/>
                    <a:pt x="565501" y="4449516"/>
                    <a:pt x="563104" y="4449848"/>
                  </a:cubicBezTo>
                  <a:cubicBezTo>
                    <a:pt x="554121" y="4451073"/>
                    <a:pt x="545361" y="4453589"/>
                    <a:pt x="537097" y="4457317"/>
                  </a:cubicBezTo>
                  <a:cubicBezTo>
                    <a:pt x="536428" y="4457626"/>
                    <a:pt x="535797" y="4458009"/>
                    <a:pt x="535135" y="4458333"/>
                  </a:cubicBezTo>
                  <a:cubicBezTo>
                    <a:pt x="546450" y="4433898"/>
                    <a:pt x="557033" y="4409119"/>
                    <a:pt x="566672" y="4383942"/>
                  </a:cubicBezTo>
                  <a:cubicBezTo>
                    <a:pt x="567820" y="4380970"/>
                    <a:pt x="568903" y="4377961"/>
                    <a:pt x="570026" y="4374975"/>
                  </a:cubicBezTo>
                  <a:cubicBezTo>
                    <a:pt x="569608" y="4380572"/>
                    <a:pt x="569207" y="4386185"/>
                    <a:pt x="568786" y="4391777"/>
                  </a:cubicBezTo>
                  <a:cubicBezTo>
                    <a:pt x="566614" y="4410906"/>
                    <a:pt x="567139" y="4430245"/>
                    <a:pt x="570346" y="4449227"/>
                  </a:cubicBezTo>
                  <a:close/>
                </a:path>
              </a:pathLst>
            </a:custGeom>
            <a:solidFill>
              <a:srgbClr val="808080"/>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0" name="任意多边形: 形状 9">
              <a:extLst>
                <a:ext uri="{FF2B5EF4-FFF2-40B4-BE49-F238E27FC236}">
                  <a16:creationId xmlns:a16="http://schemas.microsoft.com/office/drawing/2014/main" id="{809F9900-FBE3-4582-B828-B1FB610F9D97}"/>
                </a:ext>
              </a:extLst>
            </p:cNvPr>
            <p:cNvSpPr/>
            <p:nvPr/>
          </p:nvSpPr>
          <p:spPr>
            <a:xfrm>
              <a:off x="2887339" y="1216911"/>
              <a:ext cx="400727" cy="364159"/>
            </a:xfrm>
            <a:custGeom>
              <a:avLst/>
              <a:gdLst>
                <a:gd name="connsiteX0" fmla="*/ 331989 w 400727"/>
                <a:gd name="connsiteY0" fmla="*/ 245607 h 364159"/>
                <a:gd name="connsiteX1" fmla="*/ 348598 w 400727"/>
                <a:gd name="connsiteY1" fmla="*/ 363618 h 364159"/>
                <a:gd name="connsiteX2" fmla="*/ -45 w 400727"/>
                <a:gd name="connsiteY2" fmla="*/ 330036 h 364159"/>
                <a:gd name="connsiteX3" fmla="*/ 59907 w 400727"/>
                <a:gd name="connsiteY3" fmla="*/ 234024 h 364159"/>
                <a:gd name="connsiteX4" fmla="*/ 71344 w 400727"/>
                <a:gd name="connsiteY4" fmla="*/ 86511 h 364159"/>
                <a:gd name="connsiteX5" fmla="*/ 69888 w 400727"/>
                <a:gd name="connsiteY5" fmla="*/ 78352 h 364159"/>
                <a:gd name="connsiteX6" fmla="*/ 57431 w 400727"/>
                <a:gd name="connsiteY6" fmla="*/ 16068 h 364159"/>
                <a:gd name="connsiteX7" fmla="*/ 97642 w 400727"/>
                <a:gd name="connsiteY7" fmla="*/ 989 h 364159"/>
                <a:gd name="connsiteX8" fmla="*/ 253971 w 400727"/>
                <a:gd name="connsiteY8" fmla="*/ 21167 h 364159"/>
                <a:gd name="connsiteX9" fmla="*/ 400683 w 400727"/>
                <a:gd name="connsiteY9" fmla="*/ 52856 h 364159"/>
                <a:gd name="connsiteX10" fmla="*/ 343863 w 400727"/>
                <a:gd name="connsiteY10" fmla="*/ 169920 h 364159"/>
                <a:gd name="connsiteX11" fmla="*/ 331989 w 400727"/>
                <a:gd name="connsiteY11" fmla="*/ 245607 h 364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727" h="364159">
                  <a:moveTo>
                    <a:pt x="331989" y="245607"/>
                  </a:moveTo>
                  <a:cubicBezTo>
                    <a:pt x="333009" y="285382"/>
                    <a:pt x="346486" y="323917"/>
                    <a:pt x="348598" y="363618"/>
                  </a:cubicBezTo>
                  <a:cubicBezTo>
                    <a:pt x="231461" y="369446"/>
                    <a:pt x="115927" y="312626"/>
                    <a:pt x="-45" y="330036"/>
                  </a:cubicBezTo>
                  <a:cubicBezTo>
                    <a:pt x="32371" y="309057"/>
                    <a:pt x="49710" y="271249"/>
                    <a:pt x="59907" y="234024"/>
                  </a:cubicBezTo>
                  <a:cubicBezTo>
                    <a:pt x="72902" y="186000"/>
                    <a:pt x="76782" y="135964"/>
                    <a:pt x="71344" y="86511"/>
                  </a:cubicBezTo>
                  <a:cubicBezTo>
                    <a:pt x="71033" y="83763"/>
                    <a:pt x="70547" y="81038"/>
                    <a:pt x="69888" y="78352"/>
                  </a:cubicBezTo>
                  <a:cubicBezTo>
                    <a:pt x="65589" y="58902"/>
                    <a:pt x="54444" y="31366"/>
                    <a:pt x="57431" y="16068"/>
                  </a:cubicBezTo>
                  <a:cubicBezTo>
                    <a:pt x="61365" y="-4183"/>
                    <a:pt x="80451" y="-176"/>
                    <a:pt x="97642" y="989"/>
                  </a:cubicBezTo>
                  <a:cubicBezTo>
                    <a:pt x="150068" y="4982"/>
                    <a:pt x="202249" y="11718"/>
                    <a:pt x="253971" y="21167"/>
                  </a:cubicBezTo>
                  <a:cubicBezTo>
                    <a:pt x="267447" y="23499"/>
                    <a:pt x="398716" y="56280"/>
                    <a:pt x="400683" y="52856"/>
                  </a:cubicBezTo>
                  <a:cubicBezTo>
                    <a:pt x="377674" y="89768"/>
                    <a:pt x="358628" y="129007"/>
                    <a:pt x="343863" y="169920"/>
                  </a:cubicBezTo>
                  <a:cubicBezTo>
                    <a:pt x="335668" y="194300"/>
                    <a:pt x="331654" y="219889"/>
                    <a:pt x="331989" y="2456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1" name="任意多边形: 形状 10">
              <a:extLst>
                <a:ext uri="{FF2B5EF4-FFF2-40B4-BE49-F238E27FC236}">
                  <a16:creationId xmlns:a16="http://schemas.microsoft.com/office/drawing/2014/main" id="{ACE88B28-2DF0-443C-B4FC-1C6CAB28FD01}"/>
                </a:ext>
              </a:extLst>
            </p:cNvPr>
            <p:cNvSpPr/>
            <p:nvPr/>
          </p:nvSpPr>
          <p:spPr>
            <a:xfrm>
              <a:off x="4141347" y="1093162"/>
              <a:ext cx="247553" cy="328030"/>
            </a:xfrm>
            <a:custGeom>
              <a:avLst/>
              <a:gdLst>
                <a:gd name="connsiteX0" fmla="*/ 236384 w 247553"/>
                <a:gd name="connsiteY0" fmla="*/ 246465 h 328030"/>
                <a:gd name="connsiteX1" fmla="*/ 200617 w 247553"/>
                <a:gd name="connsiteY1" fmla="*/ 282524 h 328030"/>
                <a:gd name="connsiteX2" fmla="*/ 173080 w 247553"/>
                <a:gd name="connsiteY2" fmla="*/ 303941 h 328030"/>
                <a:gd name="connsiteX3" fmla="*/ 114512 w 247553"/>
                <a:gd name="connsiteY3" fmla="*/ 327761 h 328030"/>
                <a:gd name="connsiteX4" fmla="*/ 10050 w 247553"/>
                <a:gd name="connsiteY4" fmla="*/ 289371 h 328030"/>
                <a:gd name="connsiteX5" fmla="*/ 70 w 247553"/>
                <a:gd name="connsiteY5" fmla="*/ 249379 h 328030"/>
                <a:gd name="connsiteX6" fmla="*/ 9685 w 247553"/>
                <a:gd name="connsiteY6" fmla="*/ 193432 h 328030"/>
                <a:gd name="connsiteX7" fmla="*/ 54850 w 247553"/>
                <a:gd name="connsiteY7" fmla="*/ 111699 h 328030"/>
                <a:gd name="connsiteX8" fmla="*/ 127478 w 247553"/>
                <a:gd name="connsiteY8" fmla="*/ 39071 h 328030"/>
                <a:gd name="connsiteX9" fmla="*/ 158364 w 247553"/>
                <a:gd name="connsiteY9" fmla="*/ 24866 h 328030"/>
                <a:gd name="connsiteX10" fmla="*/ 212927 w 247553"/>
                <a:gd name="connsiteY10" fmla="*/ 2503 h 328030"/>
                <a:gd name="connsiteX11" fmla="*/ 222833 w 247553"/>
                <a:gd name="connsiteY11" fmla="*/ -120 h 328030"/>
                <a:gd name="connsiteX12" fmla="*/ 231866 w 247553"/>
                <a:gd name="connsiteY12" fmla="*/ 34482 h 328030"/>
                <a:gd name="connsiteX13" fmla="*/ 167398 w 247553"/>
                <a:gd name="connsiteY13" fmla="*/ 93196 h 328030"/>
                <a:gd name="connsiteX14" fmla="*/ 206297 w 247553"/>
                <a:gd name="connsiteY14" fmla="*/ 123354 h 328030"/>
                <a:gd name="connsiteX15" fmla="*/ 211543 w 247553"/>
                <a:gd name="connsiteY15" fmla="*/ 135520 h 328030"/>
                <a:gd name="connsiteX16" fmla="*/ 229318 w 247553"/>
                <a:gd name="connsiteY16" fmla="*/ 140109 h 328030"/>
                <a:gd name="connsiteX17" fmla="*/ 235800 w 247553"/>
                <a:gd name="connsiteY17" fmla="*/ 170632 h 328030"/>
                <a:gd name="connsiteX18" fmla="*/ 245780 w 247553"/>
                <a:gd name="connsiteY18" fmla="*/ 198095 h 328030"/>
                <a:gd name="connsiteX19" fmla="*/ 236384 w 247553"/>
                <a:gd name="connsiteY19" fmla="*/ 246465 h 328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47553" h="328030">
                  <a:moveTo>
                    <a:pt x="236384" y="246465"/>
                  </a:moveTo>
                  <a:cubicBezTo>
                    <a:pt x="226320" y="260196"/>
                    <a:pt x="214265" y="272349"/>
                    <a:pt x="200617" y="282524"/>
                  </a:cubicBezTo>
                  <a:cubicBezTo>
                    <a:pt x="191728" y="289809"/>
                    <a:pt x="182622" y="297239"/>
                    <a:pt x="173080" y="303941"/>
                  </a:cubicBezTo>
                  <a:cubicBezTo>
                    <a:pt x="156086" y="317057"/>
                    <a:pt x="135837" y="325293"/>
                    <a:pt x="114512" y="327761"/>
                  </a:cubicBezTo>
                  <a:cubicBezTo>
                    <a:pt x="86611" y="329655"/>
                    <a:pt x="27387" y="313265"/>
                    <a:pt x="10050" y="289371"/>
                  </a:cubicBezTo>
                  <a:cubicBezTo>
                    <a:pt x="2741" y="277362"/>
                    <a:pt x="-740" y="263414"/>
                    <a:pt x="70" y="249379"/>
                  </a:cubicBezTo>
                  <a:cubicBezTo>
                    <a:pt x="361" y="230345"/>
                    <a:pt x="3605" y="211471"/>
                    <a:pt x="9685" y="193432"/>
                  </a:cubicBezTo>
                  <a:cubicBezTo>
                    <a:pt x="20552" y="164075"/>
                    <a:pt x="35778" y="136522"/>
                    <a:pt x="54850" y="111699"/>
                  </a:cubicBezTo>
                  <a:cubicBezTo>
                    <a:pt x="75028" y="83653"/>
                    <a:pt x="97465" y="56045"/>
                    <a:pt x="127478" y="39071"/>
                  </a:cubicBezTo>
                  <a:cubicBezTo>
                    <a:pt x="137478" y="33719"/>
                    <a:pt x="147792" y="28975"/>
                    <a:pt x="158364" y="24866"/>
                  </a:cubicBezTo>
                  <a:cubicBezTo>
                    <a:pt x="176577" y="17436"/>
                    <a:pt x="194716" y="9932"/>
                    <a:pt x="212927" y="2503"/>
                  </a:cubicBezTo>
                  <a:cubicBezTo>
                    <a:pt x="216026" y="988"/>
                    <a:pt x="219392" y="97"/>
                    <a:pt x="222833" y="-120"/>
                  </a:cubicBezTo>
                  <a:cubicBezTo>
                    <a:pt x="237476" y="25"/>
                    <a:pt x="240172" y="22389"/>
                    <a:pt x="231866" y="34482"/>
                  </a:cubicBezTo>
                  <a:cubicBezTo>
                    <a:pt x="215257" y="58812"/>
                    <a:pt x="177888" y="65587"/>
                    <a:pt x="167398" y="93196"/>
                  </a:cubicBezTo>
                  <a:cubicBezTo>
                    <a:pt x="185530" y="93757"/>
                    <a:pt x="201236" y="105934"/>
                    <a:pt x="206297" y="123354"/>
                  </a:cubicBezTo>
                  <a:cubicBezTo>
                    <a:pt x="206709" y="127864"/>
                    <a:pt x="208546" y="132125"/>
                    <a:pt x="211543" y="135520"/>
                  </a:cubicBezTo>
                  <a:cubicBezTo>
                    <a:pt x="216351" y="139381"/>
                    <a:pt x="223854" y="137195"/>
                    <a:pt x="229318" y="140109"/>
                  </a:cubicBezTo>
                  <a:cubicBezTo>
                    <a:pt x="239005" y="145281"/>
                    <a:pt x="234781" y="159705"/>
                    <a:pt x="235800" y="170632"/>
                  </a:cubicBezTo>
                  <a:cubicBezTo>
                    <a:pt x="238179" y="180103"/>
                    <a:pt x="241523" y="189306"/>
                    <a:pt x="245780" y="198095"/>
                  </a:cubicBezTo>
                  <a:cubicBezTo>
                    <a:pt x="249943" y="214815"/>
                    <a:pt x="246503" y="232519"/>
                    <a:pt x="236384" y="246465"/>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2" name="任意多边形: 形状 11">
              <a:extLst>
                <a:ext uri="{FF2B5EF4-FFF2-40B4-BE49-F238E27FC236}">
                  <a16:creationId xmlns:a16="http://schemas.microsoft.com/office/drawing/2014/main" id="{13B458F2-DFAA-4B31-9DDB-CAC5BED99FCD}"/>
                </a:ext>
              </a:extLst>
            </p:cNvPr>
            <p:cNvSpPr/>
            <p:nvPr/>
          </p:nvSpPr>
          <p:spPr>
            <a:xfrm>
              <a:off x="2763102" y="5142476"/>
              <a:ext cx="242428" cy="196149"/>
            </a:xfrm>
            <a:custGeom>
              <a:avLst/>
              <a:gdLst>
                <a:gd name="connsiteX0" fmla="*/ -45 w 242428"/>
                <a:gd name="connsiteY0" fmla="*/ 184990 h 196149"/>
                <a:gd name="connsiteX1" fmla="*/ 36294 w 242428"/>
                <a:gd name="connsiteY1" fmla="*/ 179502 h 196149"/>
                <a:gd name="connsiteX2" fmla="*/ 240613 w 242428"/>
                <a:gd name="connsiteY2" fmla="*/ 196030 h 196149"/>
                <a:gd name="connsiteX3" fmla="*/ 216299 w 242428"/>
                <a:gd name="connsiteY3" fmla="*/ 71594 h 196149"/>
                <a:gd name="connsiteX4" fmla="*/ 208206 w 242428"/>
                <a:gd name="connsiteY4" fmla="*/ 40131 h 196149"/>
                <a:gd name="connsiteX5" fmla="*/ 156434 w 242428"/>
                <a:gd name="connsiteY5" fmla="*/ 8883 h 196149"/>
                <a:gd name="connsiteX6" fmla="*/ 41493 w 242428"/>
                <a:gd name="connsiteY6" fmla="*/ 24640 h 196149"/>
                <a:gd name="connsiteX7" fmla="*/ -45 w 242428"/>
                <a:gd name="connsiteY7" fmla="*/ 184990 h 196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2428" h="196149">
                  <a:moveTo>
                    <a:pt x="-45" y="184990"/>
                  </a:moveTo>
                  <a:cubicBezTo>
                    <a:pt x="8972" y="175980"/>
                    <a:pt x="23703" y="177511"/>
                    <a:pt x="36294" y="179502"/>
                  </a:cubicBezTo>
                  <a:cubicBezTo>
                    <a:pt x="103882" y="190188"/>
                    <a:pt x="172186" y="195713"/>
                    <a:pt x="240613" y="196030"/>
                  </a:cubicBezTo>
                  <a:cubicBezTo>
                    <a:pt x="249179" y="154196"/>
                    <a:pt x="224310" y="113537"/>
                    <a:pt x="216299" y="71594"/>
                  </a:cubicBezTo>
                  <a:cubicBezTo>
                    <a:pt x="215141" y="60769"/>
                    <a:pt x="212415" y="50171"/>
                    <a:pt x="208206" y="40131"/>
                  </a:cubicBezTo>
                  <a:cubicBezTo>
                    <a:pt x="198571" y="21643"/>
                    <a:pt x="176834" y="13186"/>
                    <a:pt x="156434" y="8883"/>
                  </a:cubicBezTo>
                  <a:cubicBezTo>
                    <a:pt x="119614" y="1117"/>
                    <a:pt x="62057" y="-12587"/>
                    <a:pt x="41493" y="24640"/>
                  </a:cubicBezTo>
                  <a:cubicBezTo>
                    <a:pt x="16818" y="69307"/>
                    <a:pt x="8924" y="135279"/>
                    <a:pt x="-45" y="184990"/>
                  </a:cubicBezTo>
                  <a:close/>
                </a:path>
              </a:pathLst>
            </a:custGeom>
            <a:solidFill>
              <a:srgbClr val="65617D"/>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3" name="任意多边形: 形状 12">
              <a:extLst>
                <a:ext uri="{FF2B5EF4-FFF2-40B4-BE49-F238E27FC236}">
                  <a16:creationId xmlns:a16="http://schemas.microsoft.com/office/drawing/2014/main" id="{DA95B47D-2F6F-4023-BEC5-B2F931D4DB4A}"/>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4" name="任意多边形: 形状 13">
              <a:extLst>
                <a:ext uri="{FF2B5EF4-FFF2-40B4-BE49-F238E27FC236}">
                  <a16:creationId xmlns:a16="http://schemas.microsoft.com/office/drawing/2014/main" id="{5F2EAD42-713C-4CB0-A262-955C424BF7D4}"/>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5" name="任意多边形: 形状 14">
              <a:extLst>
                <a:ext uri="{FF2B5EF4-FFF2-40B4-BE49-F238E27FC236}">
                  <a16:creationId xmlns:a16="http://schemas.microsoft.com/office/drawing/2014/main" id="{75ECD322-B38E-4F8F-8533-50E09A1DF08D}"/>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6" name="任意多边形: 形状 15">
              <a:extLst>
                <a:ext uri="{FF2B5EF4-FFF2-40B4-BE49-F238E27FC236}">
                  <a16:creationId xmlns:a16="http://schemas.microsoft.com/office/drawing/2014/main" id="{460B7001-FAC3-43EB-8FA7-3D06DEE01970}"/>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7" name="任意多边形: 形状 16">
              <a:extLst>
                <a:ext uri="{FF2B5EF4-FFF2-40B4-BE49-F238E27FC236}">
                  <a16:creationId xmlns:a16="http://schemas.microsoft.com/office/drawing/2014/main" id="{0FA00176-8FB4-4FC9-86EE-8697FC40C82E}"/>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8" name="任意多边形: 形状 17">
              <a:extLst>
                <a:ext uri="{FF2B5EF4-FFF2-40B4-BE49-F238E27FC236}">
                  <a16:creationId xmlns:a16="http://schemas.microsoft.com/office/drawing/2014/main" id="{9C771E83-E29E-4AA3-861B-9976C2A54173}"/>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0" name="任意多边形: 形状 19">
              <a:extLst>
                <a:ext uri="{FF2B5EF4-FFF2-40B4-BE49-F238E27FC236}">
                  <a16:creationId xmlns:a16="http://schemas.microsoft.com/office/drawing/2014/main" id="{D38A907C-A764-4C3A-98E5-EB278612D1D3}"/>
                </a:ext>
              </a:extLst>
            </p:cNvPr>
            <p:cNvSpPr/>
            <p:nvPr/>
          </p:nvSpPr>
          <p:spPr>
            <a:xfrm>
              <a:off x="2745182" y="3016810"/>
              <a:ext cx="819579" cy="2248079"/>
            </a:xfrm>
            <a:custGeom>
              <a:avLst/>
              <a:gdLst>
                <a:gd name="connsiteX0" fmla="*/ 791393 w 819579"/>
                <a:gd name="connsiteY0" fmla="*/ 536471 h 2248079"/>
                <a:gd name="connsiteX1" fmla="*/ 781995 w 819579"/>
                <a:gd name="connsiteY1" fmla="*/ 619152 h 2248079"/>
                <a:gd name="connsiteX2" fmla="*/ 676732 w 819579"/>
                <a:gd name="connsiteY2" fmla="*/ 1171983 h 2248079"/>
                <a:gd name="connsiteX3" fmla="*/ 665951 w 819579"/>
                <a:gd name="connsiteY3" fmla="*/ 1219552 h 2248079"/>
                <a:gd name="connsiteX4" fmla="*/ 594635 w 819579"/>
                <a:gd name="connsiteY4" fmla="*/ 1359854 h 2248079"/>
                <a:gd name="connsiteX5" fmla="*/ 341784 w 819579"/>
                <a:gd name="connsiteY5" fmla="*/ 2067629 h 2248079"/>
                <a:gd name="connsiteX6" fmla="*/ 324374 w 819579"/>
                <a:gd name="connsiteY6" fmla="*/ 2114833 h 2248079"/>
                <a:gd name="connsiteX7" fmla="*/ 272434 w 819579"/>
                <a:gd name="connsiteY7" fmla="*/ 2230732 h 2248079"/>
                <a:gd name="connsiteX8" fmla="*/ 261726 w 819579"/>
                <a:gd name="connsiteY8" fmla="*/ 2244572 h 2248079"/>
                <a:gd name="connsiteX9" fmla="*/ 244826 w 819579"/>
                <a:gd name="connsiteY9" fmla="*/ 2247851 h 2248079"/>
                <a:gd name="connsiteX10" fmla="*/ 26068 w 819579"/>
                <a:gd name="connsiteY10" fmla="*/ 2198097 h 2248079"/>
                <a:gd name="connsiteX11" fmla="*/ 2831 w 819579"/>
                <a:gd name="connsiteY11" fmla="*/ 2178793 h 2248079"/>
                <a:gd name="connsiteX12" fmla="*/ 354 w 819579"/>
                <a:gd name="connsiteY12" fmla="*/ 2156574 h 2248079"/>
                <a:gd name="connsiteX13" fmla="*/ 27598 w 819579"/>
                <a:gd name="connsiteY13" fmla="*/ 2021736 h 2248079"/>
                <a:gd name="connsiteX14" fmla="*/ 81504 w 819579"/>
                <a:gd name="connsiteY14" fmla="*/ 1956392 h 2248079"/>
                <a:gd name="connsiteX15" fmla="*/ 134317 w 819579"/>
                <a:gd name="connsiteY15" fmla="*/ 1523976 h 2248079"/>
                <a:gd name="connsiteX16" fmla="*/ 213064 w 819579"/>
                <a:gd name="connsiteY16" fmla="*/ 1316947 h 2248079"/>
                <a:gd name="connsiteX17" fmla="*/ 283143 w 819579"/>
                <a:gd name="connsiteY17" fmla="*/ 1172493 h 2248079"/>
                <a:gd name="connsiteX18" fmla="*/ 290209 w 819579"/>
                <a:gd name="connsiteY18" fmla="*/ 1104600 h 2248079"/>
                <a:gd name="connsiteX19" fmla="*/ 317088 w 819579"/>
                <a:gd name="connsiteY19" fmla="*/ 1088792 h 2248079"/>
                <a:gd name="connsiteX20" fmla="*/ 320876 w 819579"/>
                <a:gd name="connsiteY20" fmla="*/ 1075243 h 2248079"/>
                <a:gd name="connsiteX21" fmla="*/ 313957 w 819579"/>
                <a:gd name="connsiteY21" fmla="*/ 963278 h 2248079"/>
                <a:gd name="connsiteX22" fmla="*/ 297274 w 819579"/>
                <a:gd name="connsiteY22" fmla="*/ 890286 h 2248079"/>
                <a:gd name="connsiteX23" fmla="*/ 315632 w 819579"/>
                <a:gd name="connsiteY23" fmla="*/ 819771 h 2248079"/>
                <a:gd name="connsiteX24" fmla="*/ 316287 w 819579"/>
                <a:gd name="connsiteY24" fmla="*/ 668469 h 2248079"/>
                <a:gd name="connsiteX25" fmla="*/ 309293 w 819579"/>
                <a:gd name="connsiteY25" fmla="*/ 583967 h 2248079"/>
                <a:gd name="connsiteX26" fmla="*/ 296837 w 819579"/>
                <a:gd name="connsiteY26" fmla="*/ 545140 h 2248079"/>
                <a:gd name="connsiteX27" fmla="*/ 281467 w 819579"/>
                <a:gd name="connsiteY27" fmla="*/ 401997 h 2248079"/>
                <a:gd name="connsiteX28" fmla="*/ 231786 w 819579"/>
                <a:gd name="connsiteY28" fmla="*/ 367030 h 2248079"/>
                <a:gd name="connsiteX29" fmla="*/ 163601 w 819579"/>
                <a:gd name="connsiteY29" fmla="*/ 268979 h 2248079"/>
                <a:gd name="connsiteX30" fmla="*/ 144297 w 819579"/>
                <a:gd name="connsiteY30" fmla="*/ 148929 h 2248079"/>
                <a:gd name="connsiteX31" fmla="*/ 144005 w 819579"/>
                <a:gd name="connsiteY31" fmla="*/ 122995 h 2248079"/>
                <a:gd name="connsiteX32" fmla="*/ 147502 w 819579"/>
                <a:gd name="connsiteY32" fmla="*/ 110029 h 2248079"/>
                <a:gd name="connsiteX33" fmla="*/ 205998 w 819579"/>
                <a:gd name="connsiteY33" fmla="*/ 74480 h 2248079"/>
                <a:gd name="connsiteX34" fmla="*/ 652692 w 819579"/>
                <a:gd name="connsiteY34" fmla="*/ 22249 h 2248079"/>
                <a:gd name="connsiteX35" fmla="*/ 763272 w 819579"/>
                <a:gd name="connsiteY35" fmla="*/ 38057 h 2248079"/>
                <a:gd name="connsiteX36" fmla="*/ 794743 w 819579"/>
                <a:gd name="connsiteY36" fmla="*/ 114910 h 2248079"/>
                <a:gd name="connsiteX37" fmla="*/ 816669 w 819579"/>
                <a:gd name="connsiteY37" fmla="*/ 362441 h 2248079"/>
                <a:gd name="connsiteX38" fmla="*/ 791393 w 819579"/>
                <a:gd name="connsiteY38" fmla="*/ 536471 h 2248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819579" h="2248079">
                  <a:moveTo>
                    <a:pt x="791393" y="536471"/>
                  </a:moveTo>
                  <a:cubicBezTo>
                    <a:pt x="790840" y="564264"/>
                    <a:pt x="787694" y="591944"/>
                    <a:pt x="781995" y="619152"/>
                  </a:cubicBezTo>
                  <a:cubicBezTo>
                    <a:pt x="749069" y="803818"/>
                    <a:pt x="713981" y="988095"/>
                    <a:pt x="676732" y="1171983"/>
                  </a:cubicBezTo>
                  <a:cubicBezTo>
                    <a:pt x="673454" y="1187936"/>
                    <a:pt x="670249" y="1203890"/>
                    <a:pt x="665951" y="1219552"/>
                  </a:cubicBezTo>
                  <a:cubicBezTo>
                    <a:pt x="652073" y="1270723"/>
                    <a:pt x="627796" y="1318484"/>
                    <a:pt x="594635" y="1359854"/>
                  </a:cubicBezTo>
                  <a:cubicBezTo>
                    <a:pt x="439399" y="1553334"/>
                    <a:pt x="425994" y="1834302"/>
                    <a:pt x="341784" y="2067629"/>
                  </a:cubicBezTo>
                  <a:cubicBezTo>
                    <a:pt x="336103" y="2083436"/>
                    <a:pt x="330421" y="2099244"/>
                    <a:pt x="324374" y="2114833"/>
                  </a:cubicBezTo>
                  <a:cubicBezTo>
                    <a:pt x="309156" y="2154372"/>
                    <a:pt x="291817" y="2193060"/>
                    <a:pt x="272434" y="2230732"/>
                  </a:cubicBezTo>
                  <a:cubicBezTo>
                    <a:pt x="270170" y="2236222"/>
                    <a:pt x="266472" y="2241002"/>
                    <a:pt x="261726" y="2244572"/>
                  </a:cubicBezTo>
                  <a:cubicBezTo>
                    <a:pt x="256502" y="2247200"/>
                    <a:pt x="250654" y="2248335"/>
                    <a:pt x="244826" y="2247851"/>
                  </a:cubicBezTo>
                  <a:cubicBezTo>
                    <a:pt x="169053" y="2248286"/>
                    <a:pt x="94198" y="2231262"/>
                    <a:pt x="26068" y="2198097"/>
                  </a:cubicBezTo>
                  <a:cubicBezTo>
                    <a:pt x="16342" y="2194510"/>
                    <a:pt x="8140" y="2187697"/>
                    <a:pt x="2831" y="2178793"/>
                  </a:cubicBezTo>
                  <a:cubicBezTo>
                    <a:pt x="218" y="2171697"/>
                    <a:pt x="-632" y="2164071"/>
                    <a:pt x="354" y="2156574"/>
                  </a:cubicBezTo>
                  <a:cubicBezTo>
                    <a:pt x="2685" y="2110317"/>
                    <a:pt x="5525" y="2062384"/>
                    <a:pt x="27598" y="2021736"/>
                  </a:cubicBezTo>
                  <a:cubicBezTo>
                    <a:pt x="42245" y="1997415"/>
                    <a:pt x="60410" y="1975395"/>
                    <a:pt x="81504" y="1956392"/>
                  </a:cubicBezTo>
                  <a:cubicBezTo>
                    <a:pt x="88060" y="1811210"/>
                    <a:pt x="102411" y="1665736"/>
                    <a:pt x="134317" y="1523976"/>
                  </a:cubicBezTo>
                  <a:cubicBezTo>
                    <a:pt x="150708" y="1451494"/>
                    <a:pt x="170959" y="1378211"/>
                    <a:pt x="213064" y="1316947"/>
                  </a:cubicBezTo>
                  <a:cubicBezTo>
                    <a:pt x="244097" y="1271710"/>
                    <a:pt x="288607" y="1227055"/>
                    <a:pt x="283143" y="1172493"/>
                  </a:cubicBezTo>
                  <a:cubicBezTo>
                    <a:pt x="280739" y="1148526"/>
                    <a:pt x="270686" y="1118659"/>
                    <a:pt x="290209" y="1104600"/>
                  </a:cubicBezTo>
                  <a:cubicBezTo>
                    <a:pt x="298731" y="1098409"/>
                    <a:pt x="311334" y="1097607"/>
                    <a:pt x="317088" y="1088792"/>
                  </a:cubicBezTo>
                  <a:cubicBezTo>
                    <a:pt x="319407" y="1084640"/>
                    <a:pt x="320706" y="1079996"/>
                    <a:pt x="320876" y="1075243"/>
                  </a:cubicBezTo>
                  <a:cubicBezTo>
                    <a:pt x="324888" y="1037798"/>
                    <a:pt x="322548" y="999944"/>
                    <a:pt x="313957" y="963278"/>
                  </a:cubicBezTo>
                  <a:cubicBezTo>
                    <a:pt x="306858" y="939325"/>
                    <a:pt x="301286" y="914945"/>
                    <a:pt x="297274" y="890286"/>
                  </a:cubicBezTo>
                  <a:cubicBezTo>
                    <a:pt x="294797" y="865372"/>
                    <a:pt x="299023" y="838420"/>
                    <a:pt x="315632" y="819771"/>
                  </a:cubicBezTo>
                  <a:cubicBezTo>
                    <a:pt x="316651" y="769944"/>
                    <a:pt x="315267" y="718223"/>
                    <a:pt x="316287" y="668469"/>
                  </a:cubicBezTo>
                  <a:cubicBezTo>
                    <a:pt x="318250" y="640110"/>
                    <a:pt x="315892" y="611618"/>
                    <a:pt x="309293" y="583967"/>
                  </a:cubicBezTo>
                  <a:cubicBezTo>
                    <a:pt x="305506" y="570927"/>
                    <a:pt x="299751" y="558471"/>
                    <a:pt x="296837" y="545140"/>
                  </a:cubicBezTo>
                  <a:cubicBezTo>
                    <a:pt x="286420" y="497280"/>
                    <a:pt x="312427" y="439950"/>
                    <a:pt x="281467" y="401997"/>
                  </a:cubicBezTo>
                  <a:cubicBezTo>
                    <a:pt x="268573" y="386262"/>
                    <a:pt x="248687" y="378395"/>
                    <a:pt x="231786" y="367030"/>
                  </a:cubicBezTo>
                  <a:cubicBezTo>
                    <a:pt x="198058" y="344521"/>
                    <a:pt x="175912" y="307661"/>
                    <a:pt x="163601" y="268979"/>
                  </a:cubicBezTo>
                  <a:cubicBezTo>
                    <a:pt x="152677" y="229815"/>
                    <a:pt x="146201" y="189544"/>
                    <a:pt x="144297" y="148929"/>
                  </a:cubicBezTo>
                  <a:cubicBezTo>
                    <a:pt x="143290" y="140318"/>
                    <a:pt x="143193" y="131626"/>
                    <a:pt x="144005" y="122995"/>
                  </a:cubicBezTo>
                  <a:cubicBezTo>
                    <a:pt x="144551" y="118529"/>
                    <a:pt x="145728" y="114164"/>
                    <a:pt x="147502" y="110029"/>
                  </a:cubicBezTo>
                  <a:cubicBezTo>
                    <a:pt x="157118" y="88393"/>
                    <a:pt x="182979" y="80015"/>
                    <a:pt x="205998" y="74480"/>
                  </a:cubicBezTo>
                  <a:cubicBezTo>
                    <a:pt x="352294" y="39393"/>
                    <a:pt x="502248" y="21859"/>
                    <a:pt x="652692" y="22249"/>
                  </a:cubicBezTo>
                  <a:cubicBezTo>
                    <a:pt x="708346" y="-15631"/>
                    <a:pt x="739670" y="-2082"/>
                    <a:pt x="763272" y="38057"/>
                  </a:cubicBezTo>
                  <a:cubicBezTo>
                    <a:pt x="776307" y="62557"/>
                    <a:pt x="786850" y="88304"/>
                    <a:pt x="794743" y="114910"/>
                  </a:cubicBezTo>
                  <a:cubicBezTo>
                    <a:pt x="805524" y="147472"/>
                    <a:pt x="806179" y="329733"/>
                    <a:pt x="816669" y="362441"/>
                  </a:cubicBezTo>
                  <a:cubicBezTo>
                    <a:pt x="830292" y="404984"/>
                    <a:pt x="790883" y="491816"/>
                    <a:pt x="791393" y="536471"/>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2" name="任意多边形: 形状 21">
              <a:extLst>
                <a:ext uri="{FF2B5EF4-FFF2-40B4-BE49-F238E27FC236}">
                  <a16:creationId xmlns:a16="http://schemas.microsoft.com/office/drawing/2014/main" id="{4F53EF91-F2CB-4978-AE94-D5C9D7743B9A}"/>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3" name="任意多边形: 形状 22">
              <a:extLst>
                <a:ext uri="{FF2B5EF4-FFF2-40B4-BE49-F238E27FC236}">
                  <a16:creationId xmlns:a16="http://schemas.microsoft.com/office/drawing/2014/main" id="{BDA87B0A-A97C-4D78-9289-02E4F1853F72}"/>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4" name="任意多边形: 形状 23">
              <a:extLst>
                <a:ext uri="{FF2B5EF4-FFF2-40B4-BE49-F238E27FC236}">
                  <a16:creationId xmlns:a16="http://schemas.microsoft.com/office/drawing/2014/main" id="{77E8296D-88FC-453F-ACCD-07851B746781}"/>
                </a:ext>
              </a:extLst>
            </p:cNvPr>
            <p:cNvSpPr/>
            <p:nvPr/>
          </p:nvSpPr>
          <p:spPr>
            <a:xfrm>
              <a:off x="2944583" y="1216911"/>
              <a:ext cx="343483" cy="177834"/>
            </a:xfrm>
            <a:custGeom>
              <a:avLst/>
              <a:gdLst>
                <a:gd name="connsiteX0" fmla="*/ 343439 w 343483"/>
                <a:gd name="connsiteY0" fmla="*/ 52856 h 177834"/>
                <a:gd name="connsiteX1" fmla="*/ 286619 w 343483"/>
                <a:gd name="connsiteY1" fmla="*/ 169920 h 177834"/>
                <a:gd name="connsiteX2" fmla="*/ 222078 w 343483"/>
                <a:gd name="connsiteY2" fmla="*/ 177714 h 177834"/>
                <a:gd name="connsiteX3" fmla="*/ 28239 w 343483"/>
                <a:gd name="connsiteY3" fmla="*/ 68993 h 177834"/>
                <a:gd name="connsiteX4" fmla="*/ 187 w 343483"/>
                <a:gd name="connsiteY4" fmla="*/ 16068 h 177834"/>
                <a:gd name="connsiteX5" fmla="*/ 40399 w 343483"/>
                <a:gd name="connsiteY5" fmla="*/ 989 h 177834"/>
                <a:gd name="connsiteX6" fmla="*/ 196728 w 343483"/>
                <a:gd name="connsiteY6" fmla="*/ 21167 h 177834"/>
                <a:gd name="connsiteX7" fmla="*/ 343439 w 343483"/>
                <a:gd name="connsiteY7" fmla="*/ 52856 h 1778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483" h="177834">
                  <a:moveTo>
                    <a:pt x="343439" y="52856"/>
                  </a:moveTo>
                  <a:cubicBezTo>
                    <a:pt x="320430" y="89768"/>
                    <a:pt x="301385" y="129007"/>
                    <a:pt x="286619" y="169920"/>
                  </a:cubicBezTo>
                  <a:cubicBezTo>
                    <a:pt x="265498" y="175113"/>
                    <a:pt x="243827" y="177730"/>
                    <a:pt x="222078" y="177714"/>
                  </a:cubicBezTo>
                  <a:cubicBezTo>
                    <a:pt x="137648" y="177714"/>
                    <a:pt x="77847" y="129674"/>
                    <a:pt x="28239" y="68993"/>
                  </a:cubicBezTo>
                  <a:cubicBezTo>
                    <a:pt x="23940" y="49543"/>
                    <a:pt x="-2800" y="31366"/>
                    <a:pt x="187" y="16068"/>
                  </a:cubicBezTo>
                  <a:cubicBezTo>
                    <a:pt x="4121" y="-4183"/>
                    <a:pt x="23207" y="-176"/>
                    <a:pt x="40399" y="989"/>
                  </a:cubicBezTo>
                  <a:cubicBezTo>
                    <a:pt x="92825" y="4982"/>
                    <a:pt x="145006" y="11718"/>
                    <a:pt x="196728" y="21167"/>
                  </a:cubicBezTo>
                  <a:cubicBezTo>
                    <a:pt x="210203" y="23499"/>
                    <a:pt x="341472" y="56280"/>
                    <a:pt x="343439" y="5285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5" name="任意多边形: 形状 24">
              <a:extLst>
                <a:ext uri="{FF2B5EF4-FFF2-40B4-BE49-F238E27FC236}">
                  <a16:creationId xmlns:a16="http://schemas.microsoft.com/office/drawing/2014/main" id="{91C9FC6C-CE68-4745-BC6F-B86606A82B20}"/>
                </a:ext>
              </a:extLst>
            </p:cNvPr>
            <p:cNvSpPr/>
            <p:nvPr/>
          </p:nvSpPr>
          <p:spPr>
            <a:xfrm>
              <a:off x="2896225" y="846413"/>
              <a:ext cx="541013" cy="541013"/>
            </a:xfrm>
            <a:custGeom>
              <a:avLst/>
              <a:gdLst>
                <a:gd name="connsiteX0" fmla="*/ 541013 w 541013"/>
                <a:gd name="connsiteY0" fmla="*/ 270507 h 541013"/>
                <a:gd name="connsiteX1" fmla="*/ 270507 w 541013"/>
                <a:gd name="connsiteY1" fmla="*/ 541013 h 541013"/>
                <a:gd name="connsiteX2" fmla="*/ 0 w 541013"/>
                <a:gd name="connsiteY2" fmla="*/ 270507 h 541013"/>
                <a:gd name="connsiteX3" fmla="*/ 270507 w 541013"/>
                <a:gd name="connsiteY3" fmla="*/ 0 h 541013"/>
                <a:gd name="connsiteX4" fmla="*/ 541013 w 541013"/>
                <a:gd name="connsiteY4" fmla="*/ 270507 h 541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13" h="541013">
                  <a:moveTo>
                    <a:pt x="541013" y="270507"/>
                  </a:moveTo>
                  <a:cubicBezTo>
                    <a:pt x="541013" y="419903"/>
                    <a:pt x="419903" y="541013"/>
                    <a:pt x="270507" y="541013"/>
                  </a:cubicBezTo>
                  <a:cubicBezTo>
                    <a:pt x="121110" y="541013"/>
                    <a:pt x="0" y="419903"/>
                    <a:pt x="0" y="270507"/>
                  </a:cubicBezTo>
                  <a:cubicBezTo>
                    <a:pt x="0" y="121110"/>
                    <a:pt x="121110" y="0"/>
                    <a:pt x="270507" y="0"/>
                  </a:cubicBezTo>
                  <a:cubicBezTo>
                    <a:pt x="419903" y="0"/>
                    <a:pt x="541013" y="121110"/>
                    <a:pt x="541013" y="2705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6" name="任意多边形: 形状 25">
              <a:extLst>
                <a:ext uri="{FF2B5EF4-FFF2-40B4-BE49-F238E27FC236}">
                  <a16:creationId xmlns:a16="http://schemas.microsoft.com/office/drawing/2014/main" id="{00C7E48E-8BE4-4AC5-AE24-169949C2B35D}"/>
                </a:ext>
              </a:extLst>
            </p:cNvPr>
            <p:cNvSpPr/>
            <p:nvPr/>
          </p:nvSpPr>
          <p:spPr>
            <a:xfrm>
              <a:off x="2889233" y="3016810"/>
              <a:ext cx="619266" cy="123114"/>
            </a:xfrm>
            <a:custGeom>
              <a:avLst/>
              <a:gdLst>
                <a:gd name="connsiteX0" fmla="*/ 619222 w 619266"/>
                <a:gd name="connsiteY0" fmla="*/ 38057 h 123114"/>
                <a:gd name="connsiteX1" fmla="*/ 478265 w 619266"/>
                <a:gd name="connsiteY1" fmla="*/ 39076 h 123114"/>
                <a:gd name="connsiteX2" fmla="*/ 390777 w 619266"/>
                <a:gd name="connsiteY2" fmla="*/ 48036 h 123114"/>
                <a:gd name="connsiteX3" fmla="*/ 286970 w 619266"/>
                <a:gd name="connsiteY3" fmla="*/ 82420 h 123114"/>
                <a:gd name="connsiteX4" fmla="*/ 113523 w 619266"/>
                <a:gd name="connsiteY4" fmla="*/ 105220 h 123114"/>
                <a:gd name="connsiteX5" fmla="*/ -45 w 619266"/>
                <a:gd name="connsiteY5" fmla="*/ 122995 h 123114"/>
                <a:gd name="connsiteX6" fmla="*/ 3451 w 619266"/>
                <a:gd name="connsiteY6" fmla="*/ 110028 h 123114"/>
                <a:gd name="connsiteX7" fmla="*/ 61947 w 619266"/>
                <a:gd name="connsiteY7" fmla="*/ 74479 h 123114"/>
                <a:gd name="connsiteX8" fmla="*/ 508641 w 619266"/>
                <a:gd name="connsiteY8" fmla="*/ 22248 h 123114"/>
                <a:gd name="connsiteX9" fmla="*/ 619222 w 619266"/>
                <a:gd name="connsiteY9" fmla="*/ 38057 h 12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266" h="123114">
                  <a:moveTo>
                    <a:pt x="619222" y="38057"/>
                  </a:moveTo>
                  <a:cubicBezTo>
                    <a:pt x="572382" y="35288"/>
                    <a:pt x="525251" y="37182"/>
                    <a:pt x="478265" y="39076"/>
                  </a:cubicBezTo>
                  <a:cubicBezTo>
                    <a:pt x="448888" y="39355"/>
                    <a:pt x="419600" y="42355"/>
                    <a:pt x="390777" y="48036"/>
                  </a:cubicBezTo>
                  <a:cubicBezTo>
                    <a:pt x="355227" y="56122"/>
                    <a:pt x="322009" y="72293"/>
                    <a:pt x="286970" y="82420"/>
                  </a:cubicBezTo>
                  <a:cubicBezTo>
                    <a:pt x="230877" y="98737"/>
                    <a:pt x="171654" y="99466"/>
                    <a:pt x="113523" y="105220"/>
                  </a:cubicBezTo>
                  <a:cubicBezTo>
                    <a:pt x="75352" y="108921"/>
                    <a:pt x="37431" y="114856"/>
                    <a:pt x="-45" y="122995"/>
                  </a:cubicBezTo>
                  <a:cubicBezTo>
                    <a:pt x="501" y="118529"/>
                    <a:pt x="1678" y="114164"/>
                    <a:pt x="3451" y="110028"/>
                  </a:cubicBezTo>
                  <a:cubicBezTo>
                    <a:pt x="13068" y="88393"/>
                    <a:pt x="38929" y="80015"/>
                    <a:pt x="61947" y="74479"/>
                  </a:cubicBezTo>
                  <a:cubicBezTo>
                    <a:pt x="208243" y="39392"/>
                    <a:pt x="358197" y="21859"/>
                    <a:pt x="508641" y="22248"/>
                  </a:cubicBezTo>
                  <a:cubicBezTo>
                    <a:pt x="564296" y="-15631"/>
                    <a:pt x="595620" y="-2082"/>
                    <a:pt x="619222" y="38057"/>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7" name="任意多边形: 形状 26">
              <a:extLst>
                <a:ext uri="{FF2B5EF4-FFF2-40B4-BE49-F238E27FC236}">
                  <a16:creationId xmlns:a16="http://schemas.microsoft.com/office/drawing/2014/main" id="{338F5C43-FB8F-4328-BEDB-719B49647631}"/>
                </a:ext>
              </a:extLst>
            </p:cNvPr>
            <p:cNvSpPr/>
            <p:nvPr/>
          </p:nvSpPr>
          <p:spPr>
            <a:xfrm>
              <a:off x="2566790" y="1481999"/>
              <a:ext cx="1054353" cy="1688174"/>
            </a:xfrm>
            <a:custGeom>
              <a:avLst/>
              <a:gdLst>
                <a:gd name="connsiteX0" fmla="*/ 757318 w 1054353"/>
                <a:gd name="connsiteY0" fmla="*/ 77622 h 1688174"/>
                <a:gd name="connsiteX1" fmla="*/ 712210 w 1054353"/>
                <a:gd name="connsiteY1" fmla="*/ 101906 h 1688174"/>
                <a:gd name="connsiteX2" fmla="*/ 694656 w 1054353"/>
                <a:gd name="connsiteY2" fmla="*/ 92510 h 1688174"/>
                <a:gd name="connsiteX3" fmla="*/ 588514 w 1054353"/>
                <a:gd name="connsiteY3" fmla="*/ 62170 h 1688174"/>
                <a:gd name="connsiteX4" fmla="*/ 369922 w 1054353"/>
                <a:gd name="connsiteY4" fmla="*/ 13026 h 1688174"/>
                <a:gd name="connsiteX5" fmla="*/ 305267 w 1054353"/>
                <a:gd name="connsiteY5" fmla="*/ -120 h 1688174"/>
                <a:gd name="connsiteX6" fmla="*/ 190055 w 1054353"/>
                <a:gd name="connsiteY6" fmla="*/ 66323 h 1688174"/>
                <a:gd name="connsiteX7" fmla="*/ 112774 w 1054353"/>
                <a:gd name="connsiteY7" fmla="*/ 180016 h 1688174"/>
                <a:gd name="connsiteX8" fmla="*/ 50006 w 1054353"/>
                <a:gd name="connsiteY8" fmla="*/ 255218 h 1688174"/>
                <a:gd name="connsiteX9" fmla="*/ 4693 w 1054353"/>
                <a:gd name="connsiteY9" fmla="*/ 492376 h 1688174"/>
                <a:gd name="connsiteX10" fmla="*/ 81795 w 1054353"/>
                <a:gd name="connsiteY10" fmla="*/ 726721 h 1688174"/>
                <a:gd name="connsiteX11" fmla="*/ 144747 w 1054353"/>
                <a:gd name="connsiteY11" fmla="*/ 853648 h 1688174"/>
                <a:gd name="connsiteX12" fmla="*/ 169069 w 1054353"/>
                <a:gd name="connsiteY12" fmla="*/ 1042073 h 1688174"/>
                <a:gd name="connsiteX13" fmla="*/ 193599 w 1054353"/>
                <a:gd name="connsiteY13" fmla="*/ 1098076 h 1688174"/>
                <a:gd name="connsiteX14" fmla="*/ 191899 w 1054353"/>
                <a:gd name="connsiteY14" fmla="*/ 1139148 h 1688174"/>
                <a:gd name="connsiteX15" fmla="*/ 178131 w 1054353"/>
                <a:gd name="connsiteY15" fmla="*/ 1237082 h 1688174"/>
                <a:gd name="connsiteX16" fmla="*/ 164316 w 1054353"/>
                <a:gd name="connsiteY16" fmla="*/ 1326355 h 1688174"/>
                <a:gd name="connsiteX17" fmla="*/ 166004 w 1054353"/>
                <a:gd name="connsiteY17" fmla="*/ 1488469 h 1688174"/>
                <a:gd name="connsiteX18" fmla="*/ 172392 w 1054353"/>
                <a:gd name="connsiteY18" fmla="*/ 1688054 h 1688174"/>
                <a:gd name="connsiteX19" fmla="*/ 435986 w 1054353"/>
                <a:gd name="connsiteY19" fmla="*/ 1625429 h 1688174"/>
                <a:gd name="connsiteX20" fmla="*/ 609413 w 1054353"/>
                <a:gd name="connsiteY20" fmla="*/ 1602692 h 1688174"/>
                <a:gd name="connsiteX21" fmla="*/ 713216 w 1054353"/>
                <a:gd name="connsiteY21" fmla="*/ 1568243 h 1688174"/>
                <a:gd name="connsiteX22" fmla="*/ 800744 w 1054353"/>
                <a:gd name="connsiteY22" fmla="*/ 1559308 h 1688174"/>
                <a:gd name="connsiteX23" fmla="*/ 995006 w 1054353"/>
                <a:gd name="connsiteY23" fmla="*/ 1563656 h 1688174"/>
                <a:gd name="connsiteX24" fmla="*/ 1009640 w 1054353"/>
                <a:gd name="connsiteY24" fmla="*/ 1560613 h 1688174"/>
                <a:gd name="connsiteX25" fmla="*/ 1011589 w 1054353"/>
                <a:gd name="connsiteY25" fmla="*/ 1552965 h 1688174"/>
                <a:gd name="connsiteX26" fmla="*/ 995002 w 1054353"/>
                <a:gd name="connsiteY26" fmla="*/ 1484101 h 1688174"/>
                <a:gd name="connsiteX27" fmla="*/ 975772 w 1054353"/>
                <a:gd name="connsiteY27" fmla="*/ 1438952 h 1688174"/>
                <a:gd name="connsiteX28" fmla="*/ 981391 w 1054353"/>
                <a:gd name="connsiteY28" fmla="*/ 1416534 h 1688174"/>
                <a:gd name="connsiteX29" fmla="*/ 1009822 w 1054353"/>
                <a:gd name="connsiteY29" fmla="*/ 1340712 h 1688174"/>
                <a:gd name="connsiteX30" fmla="*/ 1034865 w 1054353"/>
                <a:gd name="connsiteY30" fmla="*/ 1135142 h 1688174"/>
                <a:gd name="connsiteX31" fmla="*/ 1053551 w 1054353"/>
                <a:gd name="connsiteY31" fmla="*/ 976114 h 1688174"/>
                <a:gd name="connsiteX32" fmla="*/ 1026902 w 1054353"/>
                <a:gd name="connsiteY32" fmla="*/ 844663 h 1688174"/>
                <a:gd name="connsiteX33" fmla="*/ 1006107 w 1054353"/>
                <a:gd name="connsiteY33" fmla="*/ 815745 h 1688174"/>
                <a:gd name="connsiteX34" fmla="*/ 1001155 w 1054353"/>
                <a:gd name="connsiteY34" fmla="*/ 781163 h 1688174"/>
                <a:gd name="connsiteX35" fmla="*/ 1008667 w 1054353"/>
                <a:gd name="connsiteY35" fmla="*/ 507496 h 1688174"/>
                <a:gd name="connsiteX36" fmla="*/ 935645 w 1054353"/>
                <a:gd name="connsiteY36" fmla="*/ 377204 h 1688174"/>
                <a:gd name="connsiteX37" fmla="*/ 868116 w 1054353"/>
                <a:gd name="connsiteY37" fmla="*/ 219544 h 1688174"/>
                <a:gd name="connsiteX38" fmla="*/ 855570 w 1054353"/>
                <a:gd name="connsiteY38" fmla="*/ 106277 h 1688174"/>
                <a:gd name="connsiteX39" fmla="*/ 846005 w 1054353"/>
                <a:gd name="connsiteY39" fmla="*/ 79826 h 1688174"/>
                <a:gd name="connsiteX40" fmla="*/ 807500 w 1054353"/>
                <a:gd name="connsiteY40" fmla="*/ 68390 h 1688174"/>
                <a:gd name="connsiteX41" fmla="*/ 757318 w 1054353"/>
                <a:gd name="connsiteY41" fmla="*/ 77622 h 1688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054353" h="1688174">
                  <a:moveTo>
                    <a:pt x="757318" y="77622"/>
                  </a:moveTo>
                  <a:cubicBezTo>
                    <a:pt x="745525" y="91268"/>
                    <a:pt x="729701" y="106306"/>
                    <a:pt x="712210" y="101906"/>
                  </a:cubicBezTo>
                  <a:cubicBezTo>
                    <a:pt x="705888" y="99746"/>
                    <a:pt x="699960" y="96573"/>
                    <a:pt x="694656" y="92510"/>
                  </a:cubicBezTo>
                  <a:cubicBezTo>
                    <a:pt x="663473" y="72413"/>
                    <a:pt x="625198" y="67697"/>
                    <a:pt x="588514" y="62170"/>
                  </a:cubicBezTo>
                  <a:cubicBezTo>
                    <a:pt x="514570" y="51028"/>
                    <a:pt x="441519" y="34605"/>
                    <a:pt x="369922" y="13026"/>
                  </a:cubicBezTo>
                  <a:cubicBezTo>
                    <a:pt x="349141" y="5462"/>
                    <a:pt x="327351" y="1031"/>
                    <a:pt x="305267" y="-120"/>
                  </a:cubicBezTo>
                  <a:cubicBezTo>
                    <a:pt x="259418" y="117"/>
                    <a:pt x="218786" y="30594"/>
                    <a:pt x="190055" y="66323"/>
                  </a:cubicBezTo>
                  <a:cubicBezTo>
                    <a:pt x="161323" y="102052"/>
                    <a:pt x="140968" y="143860"/>
                    <a:pt x="112774" y="180016"/>
                  </a:cubicBezTo>
                  <a:cubicBezTo>
                    <a:pt x="92686" y="205776"/>
                    <a:pt x="68765" y="228475"/>
                    <a:pt x="50006" y="255218"/>
                  </a:cubicBezTo>
                  <a:cubicBezTo>
                    <a:pt x="2646" y="322734"/>
                    <a:pt x="-7533" y="410817"/>
                    <a:pt x="4693" y="492376"/>
                  </a:cubicBezTo>
                  <a:cubicBezTo>
                    <a:pt x="16920" y="573934"/>
                    <a:pt x="49505" y="650836"/>
                    <a:pt x="81795" y="726721"/>
                  </a:cubicBezTo>
                  <a:cubicBezTo>
                    <a:pt x="99052" y="770778"/>
                    <a:pt x="120115" y="813248"/>
                    <a:pt x="144747" y="853648"/>
                  </a:cubicBezTo>
                  <a:cubicBezTo>
                    <a:pt x="133854" y="915615"/>
                    <a:pt x="139603" y="986481"/>
                    <a:pt x="169069" y="1042073"/>
                  </a:cubicBezTo>
                  <a:cubicBezTo>
                    <a:pt x="178666" y="1060178"/>
                    <a:pt x="190426" y="1077833"/>
                    <a:pt x="193599" y="1098076"/>
                  </a:cubicBezTo>
                  <a:cubicBezTo>
                    <a:pt x="195053" y="1111776"/>
                    <a:pt x="194481" y="1125615"/>
                    <a:pt x="191899" y="1139148"/>
                  </a:cubicBezTo>
                  <a:lnTo>
                    <a:pt x="178131" y="1237082"/>
                  </a:lnTo>
                  <a:cubicBezTo>
                    <a:pt x="173939" y="1266903"/>
                    <a:pt x="169745" y="1296735"/>
                    <a:pt x="164316" y="1326355"/>
                  </a:cubicBezTo>
                  <a:cubicBezTo>
                    <a:pt x="154379" y="1380568"/>
                    <a:pt x="140898" y="1439404"/>
                    <a:pt x="166004" y="1488469"/>
                  </a:cubicBezTo>
                  <a:cubicBezTo>
                    <a:pt x="196071" y="1547226"/>
                    <a:pt x="164492" y="1622526"/>
                    <a:pt x="172392" y="1688054"/>
                  </a:cubicBezTo>
                  <a:cubicBezTo>
                    <a:pt x="257023" y="1655365"/>
                    <a:pt x="345695" y="1634298"/>
                    <a:pt x="435986" y="1625429"/>
                  </a:cubicBezTo>
                  <a:cubicBezTo>
                    <a:pt x="494116" y="1619730"/>
                    <a:pt x="553331" y="1619010"/>
                    <a:pt x="609413" y="1602692"/>
                  </a:cubicBezTo>
                  <a:cubicBezTo>
                    <a:pt x="644439" y="1592501"/>
                    <a:pt x="677654" y="1576368"/>
                    <a:pt x="713216" y="1568243"/>
                  </a:cubicBezTo>
                  <a:cubicBezTo>
                    <a:pt x="742055" y="1562583"/>
                    <a:pt x="771355" y="1559592"/>
                    <a:pt x="800744" y="1559308"/>
                  </a:cubicBezTo>
                  <a:cubicBezTo>
                    <a:pt x="865563" y="1556693"/>
                    <a:pt x="930841" y="1554101"/>
                    <a:pt x="995006" y="1563656"/>
                  </a:cubicBezTo>
                  <a:cubicBezTo>
                    <a:pt x="1000202" y="1564429"/>
                    <a:pt x="1006531" y="1564847"/>
                    <a:pt x="1009640" y="1560613"/>
                  </a:cubicBezTo>
                  <a:cubicBezTo>
                    <a:pt x="1011027" y="1558311"/>
                    <a:pt x="1011705" y="1555651"/>
                    <a:pt x="1011589" y="1552965"/>
                  </a:cubicBezTo>
                  <a:cubicBezTo>
                    <a:pt x="1012575" y="1528914"/>
                    <a:pt x="1006831" y="1505065"/>
                    <a:pt x="995002" y="1484101"/>
                  </a:cubicBezTo>
                  <a:cubicBezTo>
                    <a:pt x="986822" y="1469664"/>
                    <a:pt x="975457" y="1455542"/>
                    <a:pt x="975772" y="1438952"/>
                  </a:cubicBezTo>
                  <a:cubicBezTo>
                    <a:pt x="976364" y="1431215"/>
                    <a:pt x="978264" y="1423635"/>
                    <a:pt x="981391" y="1416534"/>
                  </a:cubicBezTo>
                  <a:lnTo>
                    <a:pt x="1009822" y="1340712"/>
                  </a:lnTo>
                  <a:cubicBezTo>
                    <a:pt x="1033822" y="1276704"/>
                    <a:pt x="1022401" y="1202355"/>
                    <a:pt x="1034865" y="1135142"/>
                  </a:cubicBezTo>
                  <a:cubicBezTo>
                    <a:pt x="1044607" y="1082605"/>
                    <a:pt x="1050849" y="1029479"/>
                    <a:pt x="1053551" y="976114"/>
                  </a:cubicBezTo>
                  <a:cubicBezTo>
                    <a:pt x="1055859" y="930503"/>
                    <a:pt x="1054425" y="881109"/>
                    <a:pt x="1026902" y="844663"/>
                  </a:cubicBezTo>
                  <a:cubicBezTo>
                    <a:pt x="1018855" y="835878"/>
                    <a:pt x="1011875" y="826171"/>
                    <a:pt x="1006107" y="815745"/>
                  </a:cubicBezTo>
                  <a:cubicBezTo>
                    <a:pt x="1002156" y="804666"/>
                    <a:pt x="1000472" y="792906"/>
                    <a:pt x="1001155" y="781163"/>
                  </a:cubicBezTo>
                  <a:cubicBezTo>
                    <a:pt x="1000542" y="689891"/>
                    <a:pt x="1003046" y="598668"/>
                    <a:pt x="1008667" y="507496"/>
                  </a:cubicBezTo>
                  <a:cubicBezTo>
                    <a:pt x="984667" y="464392"/>
                    <a:pt x="959644" y="420309"/>
                    <a:pt x="935645" y="377204"/>
                  </a:cubicBezTo>
                  <a:cubicBezTo>
                    <a:pt x="907713" y="327040"/>
                    <a:pt x="879393" y="275842"/>
                    <a:pt x="868116" y="219544"/>
                  </a:cubicBezTo>
                  <a:cubicBezTo>
                    <a:pt x="860651" y="182279"/>
                    <a:pt x="860910" y="143905"/>
                    <a:pt x="855570" y="106277"/>
                  </a:cubicBezTo>
                  <a:cubicBezTo>
                    <a:pt x="855009" y="96720"/>
                    <a:pt x="851686" y="87532"/>
                    <a:pt x="846005" y="79826"/>
                  </a:cubicBezTo>
                  <a:cubicBezTo>
                    <a:pt x="836840" y="69444"/>
                    <a:pt x="821342" y="67958"/>
                    <a:pt x="807500" y="68390"/>
                  </a:cubicBezTo>
                  <a:cubicBezTo>
                    <a:pt x="790404" y="68932"/>
                    <a:pt x="773487" y="72044"/>
                    <a:pt x="757318" y="7762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8" name="任意多边形: 形状 27">
              <a:extLst>
                <a:ext uri="{FF2B5EF4-FFF2-40B4-BE49-F238E27FC236}">
                  <a16:creationId xmlns:a16="http://schemas.microsoft.com/office/drawing/2014/main" id="{8DDE21BC-AF0D-433D-9E17-4299918261D9}"/>
                </a:ext>
              </a:extLst>
            </p:cNvPr>
            <p:cNvSpPr/>
            <p:nvPr/>
          </p:nvSpPr>
          <p:spPr>
            <a:xfrm>
              <a:off x="4141347" y="1338559"/>
              <a:ext cx="173124" cy="82633"/>
            </a:xfrm>
            <a:custGeom>
              <a:avLst/>
              <a:gdLst>
                <a:gd name="connsiteX0" fmla="*/ 173080 w 173124"/>
                <a:gd name="connsiteY0" fmla="*/ 58544 h 82633"/>
                <a:gd name="connsiteX1" fmla="*/ 114512 w 173124"/>
                <a:gd name="connsiteY1" fmla="*/ 82364 h 82633"/>
                <a:gd name="connsiteX2" fmla="*/ 10050 w 173124"/>
                <a:gd name="connsiteY2" fmla="*/ 43975 h 82633"/>
                <a:gd name="connsiteX3" fmla="*/ 70 w 173124"/>
                <a:gd name="connsiteY3" fmla="*/ 3982 h 82633"/>
                <a:gd name="connsiteX4" fmla="*/ 11725 w 173124"/>
                <a:gd name="connsiteY4" fmla="*/ 1724 h 82633"/>
                <a:gd name="connsiteX5" fmla="*/ 102491 w 173124"/>
                <a:gd name="connsiteY5" fmla="*/ 5366 h 82633"/>
                <a:gd name="connsiteX6" fmla="*/ 172934 w 173124"/>
                <a:gd name="connsiteY6" fmla="*/ 58252 h 82633"/>
                <a:gd name="connsiteX7" fmla="*/ 173080 w 173124"/>
                <a:gd name="connsiteY7" fmla="*/ 58544 h 8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124" h="82633">
                  <a:moveTo>
                    <a:pt x="173080" y="58544"/>
                  </a:moveTo>
                  <a:cubicBezTo>
                    <a:pt x="156086" y="71660"/>
                    <a:pt x="135837" y="79896"/>
                    <a:pt x="114512" y="82364"/>
                  </a:cubicBezTo>
                  <a:cubicBezTo>
                    <a:pt x="86611" y="84259"/>
                    <a:pt x="27386" y="67868"/>
                    <a:pt x="10050" y="43975"/>
                  </a:cubicBezTo>
                  <a:cubicBezTo>
                    <a:pt x="2741" y="31966"/>
                    <a:pt x="-740" y="18017"/>
                    <a:pt x="70" y="3982"/>
                  </a:cubicBezTo>
                  <a:cubicBezTo>
                    <a:pt x="3848" y="2756"/>
                    <a:pt x="7763" y="1998"/>
                    <a:pt x="11725" y="1724"/>
                  </a:cubicBezTo>
                  <a:cubicBezTo>
                    <a:pt x="41992" y="-1631"/>
                    <a:pt x="72591" y="-403"/>
                    <a:pt x="102491" y="5366"/>
                  </a:cubicBezTo>
                  <a:cubicBezTo>
                    <a:pt x="131994" y="12578"/>
                    <a:pt x="160478" y="30498"/>
                    <a:pt x="172934" y="58252"/>
                  </a:cubicBezTo>
                  <a:cubicBezTo>
                    <a:pt x="173007" y="58325"/>
                    <a:pt x="173007" y="58471"/>
                    <a:pt x="173080" y="5854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9" name="任意多边形: 形状 28">
              <a:extLst>
                <a:ext uri="{FF2B5EF4-FFF2-40B4-BE49-F238E27FC236}">
                  <a16:creationId xmlns:a16="http://schemas.microsoft.com/office/drawing/2014/main" id="{0C568713-BC99-4F78-8829-EAC791911D22}"/>
                </a:ext>
              </a:extLst>
            </p:cNvPr>
            <p:cNvSpPr/>
            <p:nvPr/>
          </p:nvSpPr>
          <p:spPr>
            <a:xfrm>
              <a:off x="3344611" y="1345824"/>
              <a:ext cx="965073" cy="703983"/>
            </a:xfrm>
            <a:custGeom>
              <a:avLst/>
              <a:gdLst>
                <a:gd name="connsiteX0" fmla="*/ 69846 w 965073"/>
                <a:gd name="connsiteY0" fmla="*/ 636299 h 703983"/>
                <a:gd name="connsiteX1" fmla="*/ 126827 w 965073"/>
                <a:gd name="connsiteY1" fmla="*/ 690058 h 703983"/>
                <a:gd name="connsiteX2" fmla="*/ 215622 w 965073"/>
                <a:gd name="connsiteY2" fmla="*/ 703680 h 703983"/>
                <a:gd name="connsiteX3" fmla="*/ 586674 w 965073"/>
                <a:gd name="connsiteY3" fmla="*/ 662920 h 703983"/>
                <a:gd name="connsiteX4" fmla="*/ 627540 w 965073"/>
                <a:gd name="connsiteY4" fmla="*/ 651966 h 703983"/>
                <a:gd name="connsiteX5" fmla="*/ 668842 w 965073"/>
                <a:gd name="connsiteY5" fmla="*/ 626206 h 703983"/>
                <a:gd name="connsiteX6" fmla="*/ 780505 w 965073"/>
                <a:gd name="connsiteY6" fmla="*/ 528808 h 703983"/>
                <a:gd name="connsiteX7" fmla="*/ 846698 w 965073"/>
                <a:gd name="connsiteY7" fmla="*/ 366471 h 703983"/>
                <a:gd name="connsiteX8" fmla="*/ 905835 w 965073"/>
                <a:gd name="connsiteY8" fmla="*/ 264731 h 703983"/>
                <a:gd name="connsiteX9" fmla="*/ 919315 w 965073"/>
                <a:gd name="connsiteY9" fmla="*/ 215319 h 703983"/>
                <a:gd name="connsiteX10" fmla="*/ 911710 w 965073"/>
                <a:gd name="connsiteY10" fmla="*/ 162260 h 703983"/>
                <a:gd name="connsiteX11" fmla="*/ 954633 w 965073"/>
                <a:gd name="connsiteY11" fmla="*/ 85046 h 703983"/>
                <a:gd name="connsiteX12" fmla="*/ 964842 w 965073"/>
                <a:gd name="connsiteY12" fmla="*/ 71479 h 703983"/>
                <a:gd name="connsiteX13" fmla="*/ 962411 w 965073"/>
                <a:gd name="connsiteY13" fmla="*/ 58255 h 703983"/>
                <a:gd name="connsiteX14" fmla="*/ 891942 w 965073"/>
                <a:gd name="connsiteY14" fmla="*/ 5350 h 703983"/>
                <a:gd name="connsiteX15" fmla="*/ 801146 w 965073"/>
                <a:gd name="connsiteY15" fmla="*/ 1745 h 703983"/>
                <a:gd name="connsiteX16" fmla="*/ 771406 w 965073"/>
                <a:gd name="connsiteY16" fmla="*/ 9644 h 703983"/>
                <a:gd name="connsiteX17" fmla="*/ 750252 w 965073"/>
                <a:gd name="connsiteY17" fmla="*/ 65347 h 703983"/>
                <a:gd name="connsiteX18" fmla="*/ 736430 w 965073"/>
                <a:gd name="connsiteY18" fmla="*/ 90757 h 703983"/>
                <a:gd name="connsiteX19" fmla="*/ 721412 w 965073"/>
                <a:gd name="connsiteY19" fmla="*/ 102500 h 703983"/>
                <a:gd name="connsiteX20" fmla="*/ 691646 w 965073"/>
                <a:gd name="connsiteY20" fmla="*/ 177573 h 703983"/>
                <a:gd name="connsiteX21" fmla="*/ 643943 w 965073"/>
                <a:gd name="connsiteY21" fmla="*/ 277160 h 703983"/>
                <a:gd name="connsiteX22" fmla="*/ 574192 w 965073"/>
                <a:gd name="connsiteY22" fmla="*/ 338566 h 703983"/>
                <a:gd name="connsiteX23" fmla="*/ 565082 w 965073"/>
                <a:gd name="connsiteY23" fmla="*/ 357678 h 703983"/>
                <a:gd name="connsiteX24" fmla="*/ 540727 w 965073"/>
                <a:gd name="connsiteY24" fmla="*/ 365162 h 703983"/>
                <a:gd name="connsiteX25" fmla="*/ 474259 w 965073"/>
                <a:gd name="connsiteY25" fmla="*/ 375254 h 703983"/>
                <a:gd name="connsiteX26" fmla="*/ 395312 w 965073"/>
                <a:gd name="connsiteY26" fmla="*/ 364220 h 703983"/>
                <a:gd name="connsiteX27" fmla="*/ 378466 w 965073"/>
                <a:gd name="connsiteY27" fmla="*/ 365714 h 703983"/>
                <a:gd name="connsiteX28" fmla="*/ 364650 w 965073"/>
                <a:gd name="connsiteY28" fmla="*/ 360899 h 703983"/>
                <a:gd name="connsiteX29" fmla="*/ 333314 w 965073"/>
                <a:gd name="connsiteY29" fmla="*/ 348571 h 703983"/>
                <a:gd name="connsiteX30" fmla="*/ 303585 w 965073"/>
                <a:gd name="connsiteY30" fmla="*/ 360054 h 703983"/>
                <a:gd name="connsiteX31" fmla="*/ 284567 w 965073"/>
                <a:gd name="connsiteY31" fmla="*/ 332197 h 703983"/>
                <a:gd name="connsiteX32" fmla="*/ 255727 w 965073"/>
                <a:gd name="connsiteY32" fmla="*/ 318435 h 703983"/>
                <a:gd name="connsiteX33" fmla="*/ 246199 w 965073"/>
                <a:gd name="connsiteY33" fmla="*/ 296916 h 703983"/>
                <a:gd name="connsiteX34" fmla="*/ 217426 w 965073"/>
                <a:gd name="connsiteY34" fmla="*/ 297958 h 703983"/>
                <a:gd name="connsiteX35" fmla="*/ 148910 w 965073"/>
                <a:gd name="connsiteY35" fmla="*/ 269165 h 703983"/>
                <a:gd name="connsiteX36" fmla="*/ 85350 w 965073"/>
                <a:gd name="connsiteY36" fmla="*/ 250274 h 703983"/>
                <a:gd name="connsiteX37" fmla="*/ 73587 w 965073"/>
                <a:gd name="connsiteY37" fmla="*/ 229286 h 703983"/>
                <a:gd name="connsiteX38" fmla="*/ 58495 w 965073"/>
                <a:gd name="connsiteY38" fmla="*/ 227537 h 703983"/>
                <a:gd name="connsiteX39" fmla="*/ 12854 w 965073"/>
                <a:gd name="connsiteY39" fmla="*/ 241389 h 703983"/>
                <a:gd name="connsiteX40" fmla="*/ 19568 w 965073"/>
                <a:gd name="connsiteY40" fmla="*/ 521032 h 703983"/>
                <a:gd name="connsiteX41" fmla="*/ 69846 w 965073"/>
                <a:gd name="connsiteY41" fmla="*/ 636299 h 703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965073" h="703983">
                  <a:moveTo>
                    <a:pt x="69846" y="636299"/>
                  </a:moveTo>
                  <a:cubicBezTo>
                    <a:pt x="86311" y="656826"/>
                    <a:pt x="103471" y="677935"/>
                    <a:pt x="126827" y="690058"/>
                  </a:cubicBezTo>
                  <a:cubicBezTo>
                    <a:pt x="153699" y="704006"/>
                    <a:pt x="185352" y="704324"/>
                    <a:pt x="215622" y="703680"/>
                  </a:cubicBezTo>
                  <a:cubicBezTo>
                    <a:pt x="340263" y="701021"/>
                    <a:pt x="464427" y="687381"/>
                    <a:pt x="586674" y="662920"/>
                  </a:cubicBezTo>
                  <a:cubicBezTo>
                    <a:pt x="600602" y="660522"/>
                    <a:pt x="614280" y="656856"/>
                    <a:pt x="627540" y="651966"/>
                  </a:cubicBezTo>
                  <a:cubicBezTo>
                    <a:pt x="642237" y="644969"/>
                    <a:pt x="656093" y="636327"/>
                    <a:pt x="668842" y="626206"/>
                  </a:cubicBezTo>
                  <a:cubicBezTo>
                    <a:pt x="709086" y="597273"/>
                    <a:pt x="749903" y="567799"/>
                    <a:pt x="780505" y="528808"/>
                  </a:cubicBezTo>
                  <a:cubicBezTo>
                    <a:pt x="816913" y="481717"/>
                    <a:pt x="839797" y="425593"/>
                    <a:pt x="846698" y="366471"/>
                  </a:cubicBezTo>
                  <a:cubicBezTo>
                    <a:pt x="875806" y="339652"/>
                    <a:pt x="891263" y="301531"/>
                    <a:pt x="905835" y="264731"/>
                  </a:cubicBezTo>
                  <a:cubicBezTo>
                    <a:pt x="913031" y="249120"/>
                    <a:pt x="917586" y="232422"/>
                    <a:pt x="919315" y="215319"/>
                  </a:cubicBezTo>
                  <a:cubicBezTo>
                    <a:pt x="920098" y="197822"/>
                    <a:pt x="908503" y="179479"/>
                    <a:pt x="911710" y="162260"/>
                  </a:cubicBezTo>
                  <a:cubicBezTo>
                    <a:pt x="917325" y="132569"/>
                    <a:pt x="932380" y="105487"/>
                    <a:pt x="954633" y="85046"/>
                  </a:cubicBezTo>
                  <a:cubicBezTo>
                    <a:pt x="959351" y="81681"/>
                    <a:pt x="962917" y="76944"/>
                    <a:pt x="964842" y="71479"/>
                  </a:cubicBezTo>
                  <a:cubicBezTo>
                    <a:pt x="965441" y="66925"/>
                    <a:pt x="964590" y="62298"/>
                    <a:pt x="962411" y="58255"/>
                  </a:cubicBezTo>
                  <a:cubicBezTo>
                    <a:pt x="949955" y="30510"/>
                    <a:pt x="921473" y="12621"/>
                    <a:pt x="891942" y="5350"/>
                  </a:cubicBezTo>
                  <a:cubicBezTo>
                    <a:pt x="862031" y="-418"/>
                    <a:pt x="831420" y="-1633"/>
                    <a:pt x="801146" y="1745"/>
                  </a:cubicBezTo>
                  <a:cubicBezTo>
                    <a:pt x="791054" y="3655"/>
                    <a:pt x="781116" y="6295"/>
                    <a:pt x="771406" y="9644"/>
                  </a:cubicBezTo>
                  <a:lnTo>
                    <a:pt x="750252" y="65347"/>
                  </a:lnTo>
                  <a:cubicBezTo>
                    <a:pt x="747410" y="74664"/>
                    <a:pt x="742708" y="83308"/>
                    <a:pt x="736430" y="90757"/>
                  </a:cubicBezTo>
                  <a:cubicBezTo>
                    <a:pt x="731719" y="95034"/>
                    <a:pt x="726700" y="98959"/>
                    <a:pt x="721412" y="102500"/>
                  </a:cubicBezTo>
                  <a:cubicBezTo>
                    <a:pt x="699612" y="121010"/>
                    <a:pt x="688453" y="149154"/>
                    <a:pt x="691646" y="177573"/>
                  </a:cubicBezTo>
                  <a:cubicBezTo>
                    <a:pt x="651958" y="192980"/>
                    <a:pt x="631074" y="236577"/>
                    <a:pt x="643943" y="277160"/>
                  </a:cubicBezTo>
                  <a:cubicBezTo>
                    <a:pt x="611591" y="284096"/>
                    <a:pt x="585173" y="307354"/>
                    <a:pt x="574192" y="338566"/>
                  </a:cubicBezTo>
                  <a:cubicBezTo>
                    <a:pt x="572686" y="345559"/>
                    <a:pt x="569566" y="352104"/>
                    <a:pt x="565082" y="357678"/>
                  </a:cubicBezTo>
                  <a:cubicBezTo>
                    <a:pt x="558102" y="362970"/>
                    <a:pt x="549474" y="365621"/>
                    <a:pt x="540727" y="365162"/>
                  </a:cubicBezTo>
                  <a:cubicBezTo>
                    <a:pt x="516823" y="366641"/>
                    <a:pt x="495922" y="385466"/>
                    <a:pt x="474259" y="375254"/>
                  </a:cubicBezTo>
                  <a:cubicBezTo>
                    <a:pt x="449651" y="363721"/>
                    <a:pt x="422139" y="359876"/>
                    <a:pt x="395312" y="364220"/>
                  </a:cubicBezTo>
                  <a:cubicBezTo>
                    <a:pt x="389796" y="365518"/>
                    <a:pt x="384123" y="366021"/>
                    <a:pt x="378466" y="365714"/>
                  </a:cubicBezTo>
                  <a:cubicBezTo>
                    <a:pt x="373626" y="364883"/>
                    <a:pt x="368958" y="363256"/>
                    <a:pt x="364650" y="360899"/>
                  </a:cubicBezTo>
                  <a:cubicBezTo>
                    <a:pt x="354895" y="355214"/>
                    <a:pt x="344327" y="351056"/>
                    <a:pt x="333314" y="348571"/>
                  </a:cubicBezTo>
                  <a:cubicBezTo>
                    <a:pt x="322007" y="346213"/>
                    <a:pt x="310370" y="350708"/>
                    <a:pt x="303585" y="360054"/>
                  </a:cubicBezTo>
                  <a:cubicBezTo>
                    <a:pt x="295999" y="351736"/>
                    <a:pt x="291479" y="341083"/>
                    <a:pt x="284567" y="332197"/>
                  </a:cubicBezTo>
                  <a:cubicBezTo>
                    <a:pt x="278319" y="322537"/>
                    <a:pt x="267167" y="317215"/>
                    <a:pt x="255727" y="318435"/>
                  </a:cubicBezTo>
                  <a:cubicBezTo>
                    <a:pt x="262928" y="312019"/>
                    <a:pt x="255557" y="299250"/>
                    <a:pt x="246199" y="296916"/>
                  </a:cubicBezTo>
                  <a:cubicBezTo>
                    <a:pt x="236600" y="296127"/>
                    <a:pt x="226942" y="296477"/>
                    <a:pt x="217426" y="297958"/>
                  </a:cubicBezTo>
                  <a:cubicBezTo>
                    <a:pt x="192408" y="297827"/>
                    <a:pt x="173212" y="275111"/>
                    <a:pt x="148910" y="269165"/>
                  </a:cubicBezTo>
                  <a:cubicBezTo>
                    <a:pt x="126573" y="263699"/>
                    <a:pt x="96801" y="270217"/>
                    <a:pt x="85350" y="250274"/>
                  </a:cubicBezTo>
                  <a:cubicBezTo>
                    <a:pt x="81291" y="243204"/>
                    <a:pt x="80497" y="233615"/>
                    <a:pt x="73587" y="229286"/>
                  </a:cubicBezTo>
                  <a:cubicBezTo>
                    <a:pt x="68907" y="226987"/>
                    <a:pt x="63577" y="226369"/>
                    <a:pt x="58495" y="227537"/>
                  </a:cubicBezTo>
                  <a:cubicBezTo>
                    <a:pt x="42631" y="229648"/>
                    <a:pt x="27216" y="234327"/>
                    <a:pt x="12854" y="241389"/>
                  </a:cubicBezTo>
                  <a:cubicBezTo>
                    <a:pt x="-10569" y="333011"/>
                    <a:pt x="1720" y="428162"/>
                    <a:pt x="19568" y="521032"/>
                  </a:cubicBezTo>
                  <a:cubicBezTo>
                    <a:pt x="26089" y="563152"/>
                    <a:pt x="43411" y="602865"/>
                    <a:pt x="69846" y="636299"/>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0" name="任意多边形: 形状 29">
              <a:extLst>
                <a:ext uri="{FF2B5EF4-FFF2-40B4-BE49-F238E27FC236}">
                  <a16:creationId xmlns:a16="http://schemas.microsoft.com/office/drawing/2014/main" id="{0A17697C-05D2-4EFB-BCCB-D8782A1FD43E}"/>
                </a:ext>
              </a:extLst>
            </p:cNvPr>
            <p:cNvSpPr/>
            <p:nvPr/>
          </p:nvSpPr>
          <p:spPr>
            <a:xfrm>
              <a:off x="3297316" y="2279710"/>
              <a:ext cx="143431" cy="265743"/>
            </a:xfrm>
            <a:custGeom>
              <a:avLst/>
              <a:gdLst>
                <a:gd name="connsiteX0" fmla="*/ 116437 w 143431"/>
                <a:gd name="connsiteY0" fmla="*/ 30743 h 265743"/>
                <a:gd name="connsiteX1" fmla="*/ -45 w 143431"/>
                <a:gd name="connsiteY1" fmla="*/ 265623 h 265743"/>
                <a:gd name="connsiteX2" fmla="*/ 60036 w 143431"/>
                <a:gd name="connsiteY2" fmla="*/ 221538 h 265743"/>
                <a:gd name="connsiteX3" fmla="*/ 117520 w 143431"/>
                <a:gd name="connsiteY3" fmla="*/ 144315 h 265743"/>
                <a:gd name="connsiteX4" fmla="*/ 139516 w 143431"/>
                <a:gd name="connsiteY4" fmla="*/ 49171 h 265743"/>
                <a:gd name="connsiteX5" fmla="*/ 139630 w 143431"/>
                <a:gd name="connsiteY5" fmla="*/ -120 h 265743"/>
                <a:gd name="connsiteX6" fmla="*/ 116437 w 143431"/>
                <a:gd name="connsiteY6" fmla="*/ 30743 h 265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3431" h="265743">
                  <a:moveTo>
                    <a:pt x="116437" y="30743"/>
                  </a:moveTo>
                  <a:lnTo>
                    <a:pt x="-45" y="265623"/>
                  </a:lnTo>
                  <a:cubicBezTo>
                    <a:pt x="12544" y="243859"/>
                    <a:pt x="39095" y="235455"/>
                    <a:pt x="60036" y="221538"/>
                  </a:cubicBezTo>
                  <a:cubicBezTo>
                    <a:pt x="86706" y="202345"/>
                    <a:pt x="106785" y="175371"/>
                    <a:pt x="117520" y="144315"/>
                  </a:cubicBezTo>
                  <a:cubicBezTo>
                    <a:pt x="128105" y="113442"/>
                    <a:pt x="135476" y="81558"/>
                    <a:pt x="139516" y="49171"/>
                  </a:cubicBezTo>
                  <a:cubicBezTo>
                    <a:pt x="141897" y="34264"/>
                    <a:pt x="146825" y="13378"/>
                    <a:pt x="139630" y="-120"/>
                  </a:cubicBezTo>
                  <a:cubicBezTo>
                    <a:pt x="126240" y="2634"/>
                    <a:pt x="121910" y="19708"/>
                    <a:pt x="116437" y="30743"/>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1" name="任意多边形: 形状 30">
              <a:extLst>
                <a:ext uri="{FF2B5EF4-FFF2-40B4-BE49-F238E27FC236}">
                  <a16:creationId xmlns:a16="http://schemas.microsoft.com/office/drawing/2014/main" id="{E95D5C4D-A62C-430F-A998-A9016A77293B}"/>
                </a:ext>
              </a:extLst>
            </p:cNvPr>
            <p:cNvSpPr/>
            <p:nvPr/>
          </p:nvSpPr>
          <p:spPr>
            <a:xfrm>
              <a:off x="2795254" y="2464108"/>
              <a:ext cx="331780" cy="376626"/>
            </a:xfrm>
            <a:custGeom>
              <a:avLst/>
              <a:gdLst>
                <a:gd name="connsiteX0" fmla="*/ 283330 w 331780"/>
                <a:gd name="connsiteY0" fmla="*/ 45739 h 376626"/>
                <a:gd name="connsiteX1" fmla="*/ 195944 w 331780"/>
                <a:gd name="connsiteY1" fmla="*/ 113931 h 376626"/>
                <a:gd name="connsiteX2" fmla="*/ 33208 w 331780"/>
                <a:gd name="connsiteY2" fmla="*/ 314007 h 376626"/>
                <a:gd name="connsiteX3" fmla="*/ -45 w 331780"/>
                <a:gd name="connsiteY3" fmla="*/ 374593 h 376626"/>
                <a:gd name="connsiteX4" fmla="*/ 19143 w 331780"/>
                <a:gd name="connsiteY4" fmla="*/ 369628 h 376626"/>
                <a:gd name="connsiteX5" fmla="*/ 110616 w 331780"/>
                <a:gd name="connsiteY5" fmla="*/ 289238 h 376626"/>
                <a:gd name="connsiteX6" fmla="*/ 141123 w 331780"/>
                <a:gd name="connsiteY6" fmla="*/ 258364 h 376626"/>
                <a:gd name="connsiteX7" fmla="*/ 178461 w 331780"/>
                <a:gd name="connsiteY7" fmla="*/ 187884 h 376626"/>
                <a:gd name="connsiteX8" fmla="*/ 234049 w 331780"/>
                <a:gd name="connsiteY8" fmla="*/ 131233 h 376626"/>
                <a:gd name="connsiteX9" fmla="*/ 328064 w 331780"/>
                <a:gd name="connsiteY9" fmla="*/ -120 h 376626"/>
                <a:gd name="connsiteX10" fmla="*/ 283330 w 331780"/>
                <a:gd name="connsiteY10" fmla="*/ 45739 h 376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1780" h="376626">
                  <a:moveTo>
                    <a:pt x="283330" y="45739"/>
                  </a:moveTo>
                  <a:cubicBezTo>
                    <a:pt x="257049" y="71756"/>
                    <a:pt x="224865" y="90883"/>
                    <a:pt x="195944" y="113931"/>
                  </a:cubicBezTo>
                  <a:cubicBezTo>
                    <a:pt x="128403" y="167757"/>
                    <a:pt x="80209" y="241550"/>
                    <a:pt x="33208" y="314007"/>
                  </a:cubicBezTo>
                  <a:cubicBezTo>
                    <a:pt x="19932" y="332919"/>
                    <a:pt x="8780" y="353238"/>
                    <a:pt x="-45" y="374593"/>
                  </a:cubicBezTo>
                  <a:cubicBezTo>
                    <a:pt x="5456" y="379306"/>
                    <a:pt x="13703" y="374410"/>
                    <a:pt x="19143" y="369628"/>
                  </a:cubicBezTo>
                  <a:lnTo>
                    <a:pt x="110616" y="289238"/>
                  </a:lnTo>
                  <a:cubicBezTo>
                    <a:pt x="121843" y="280049"/>
                    <a:pt x="132069" y="269700"/>
                    <a:pt x="141123" y="258364"/>
                  </a:cubicBezTo>
                  <a:cubicBezTo>
                    <a:pt x="156995" y="236983"/>
                    <a:pt x="164037" y="210267"/>
                    <a:pt x="178461" y="187884"/>
                  </a:cubicBezTo>
                  <a:cubicBezTo>
                    <a:pt x="194167" y="166423"/>
                    <a:pt x="212889" y="147343"/>
                    <a:pt x="234049" y="131233"/>
                  </a:cubicBezTo>
                  <a:cubicBezTo>
                    <a:pt x="255037" y="113224"/>
                    <a:pt x="351609" y="31576"/>
                    <a:pt x="328064" y="-120"/>
                  </a:cubicBezTo>
                  <a:cubicBezTo>
                    <a:pt x="311090" y="8432"/>
                    <a:pt x="297217" y="31992"/>
                    <a:pt x="283330" y="45739"/>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2" name="任意多边形: 形状 31">
              <a:extLst>
                <a:ext uri="{FF2B5EF4-FFF2-40B4-BE49-F238E27FC236}">
                  <a16:creationId xmlns:a16="http://schemas.microsoft.com/office/drawing/2014/main" id="{6FBD0759-5AD5-4035-B43E-546FDF4B4AA7}"/>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3" name="任意多边形: 形状 32">
              <a:extLst>
                <a:ext uri="{FF2B5EF4-FFF2-40B4-BE49-F238E27FC236}">
                  <a16:creationId xmlns:a16="http://schemas.microsoft.com/office/drawing/2014/main" id="{75FB8A0B-E622-4600-B37F-48D62FE8E989}"/>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4" name="任意多边形: 形状 33">
              <a:extLst>
                <a:ext uri="{FF2B5EF4-FFF2-40B4-BE49-F238E27FC236}">
                  <a16:creationId xmlns:a16="http://schemas.microsoft.com/office/drawing/2014/main" id="{CF21E939-07C4-46BC-A315-525A1AF6C300}"/>
                </a:ext>
              </a:extLst>
            </p:cNvPr>
            <p:cNvSpPr/>
            <p:nvPr/>
          </p:nvSpPr>
          <p:spPr>
            <a:xfrm>
              <a:off x="2700122" y="5196663"/>
              <a:ext cx="741221" cy="283677"/>
            </a:xfrm>
            <a:custGeom>
              <a:avLst/>
              <a:gdLst>
                <a:gd name="connsiteX0" fmla="*/ 719097 w 741221"/>
                <a:gd name="connsiteY0" fmla="*/ 215658 h 283677"/>
                <a:gd name="connsiteX1" fmla="*/ 646396 w 741221"/>
                <a:gd name="connsiteY1" fmla="*/ 247637 h 283677"/>
                <a:gd name="connsiteX2" fmla="*/ 465445 w 741221"/>
                <a:gd name="connsiteY2" fmla="*/ 270001 h 283677"/>
                <a:gd name="connsiteX3" fmla="*/ 406367 w 741221"/>
                <a:gd name="connsiteY3" fmla="*/ 274517 h 283677"/>
                <a:gd name="connsiteX4" fmla="*/ 232993 w 741221"/>
                <a:gd name="connsiteY4" fmla="*/ 283551 h 283677"/>
                <a:gd name="connsiteX5" fmla="*/ 19772 w 741221"/>
                <a:gd name="connsiteY5" fmla="*/ 265120 h 283677"/>
                <a:gd name="connsiteX6" fmla="*/ 38 w 741221"/>
                <a:gd name="connsiteY6" fmla="*/ 248840 h 283677"/>
                <a:gd name="connsiteX7" fmla="*/ 322 w 741221"/>
                <a:gd name="connsiteY7" fmla="*/ 243486 h 283677"/>
                <a:gd name="connsiteX8" fmla="*/ 26546 w 741221"/>
                <a:gd name="connsiteY8" fmla="*/ 29463 h 283677"/>
                <a:gd name="connsiteX9" fmla="*/ 87300 w 741221"/>
                <a:gd name="connsiteY9" fmla="*/ 67998 h 283677"/>
                <a:gd name="connsiteX10" fmla="*/ 134286 w 741221"/>
                <a:gd name="connsiteY10" fmla="*/ 92984 h 283677"/>
                <a:gd name="connsiteX11" fmla="*/ 307733 w 741221"/>
                <a:gd name="connsiteY11" fmla="*/ 27860 h 283677"/>
                <a:gd name="connsiteX12" fmla="*/ 339858 w 741221"/>
                <a:gd name="connsiteY12" fmla="*/ 7973 h 283677"/>
                <a:gd name="connsiteX13" fmla="*/ 365865 w 741221"/>
                <a:gd name="connsiteY13" fmla="*/ 543 h 283677"/>
                <a:gd name="connsiteX14" fmla="*/ 454373 w 741221"/>
                <a:gd name="connsiteY14" fmla="*/ 18463 h 283677"/>
                <a:gd name="connsiteX15" fmla="*/ 556285 w 741221"/>
                <a:gd name="connsiteY15" fmla="*/ 79581 h 283677"/>
                <a:gd name="connsiteX16" fmla="*/ 647634 w 741221"/>
                <a:gd name="connsiteY16" fmla="*/ 108501 h 283677"/>
                <a:gd name="connsiteX17" fmla="*/ 734832 w 741221"/>
                <a:gd name="connsiteY17" fmla="*/ 142957 h 283677"/>
                <a:gd name="connsiteX18" fmla="*/ 734905 w 741221"/>
                <a:gd name="connsiteY18" fmla="*/ 143176 h 283677"/>
                <a:gd name="connsiteX19" fmla="*/ 719097 w 741221"/>
                <a:gd name="connsiteY19" fmla="*/ 215658 h 283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41221" h="283677">
                  <a:moveTo>
                    <a:pt x="719097" y="215658"/>
                  </a:moveTo>
                  <a:cubicBezTo>
                    <a:pt x="699501" y="233943"/>
                    <a:pt x="672548" y="241955"/>
                    <a:pt x="646396" y="247637"/>
                  </a:cubicBezTo>
                  <a:cubicBezTo>
                    <a:pt x="586671" y="259284"/>
                    <a:pt x="526208" y="266757"/>
                    <a:pt x="465445" y="270001"/>
                  </a:cubicBezTo>
                  <a:cubicBezTo>
                    <a:pt x="445777" y="271458"/>
                    <a:pt x="426035" y="272988"/>
                    <a:pt x="406367" y="274517"/>
                  </a:cubicBezTo>
                  <a:cubicBezTo>
                    <a:pt x="348673" y="278889"/>
                    <a:pt x="290905" y="283332"/>
                    <a:pt x="232993" y="283551"/>
                  </a:cubicBezTo>
                  <a:cubicBezTo>
                    <a:pt x="161511" y="283793"/>
                    <a:pt x="90152" y="277625"/>
                    <a:pt x="19772" y="265120"/>
                  </a:cubicBezTo>
                  <a:cubicBezTo>
                    <a:pt x="9827" y="266074"/>
                    <a:pt x="991" y="258785"/>
                    <a:pt x="38" y="248840"/>
                  </a:cubicBezTo>
                  <a:cubicBezTo>
                    <a:pt x="-134" y="247051"/>
                    <a:pt x="-38" y="245246"/>
                    <a:pt x="322" y="243486"/>
                  </a:cubicBezTo>
                  <a:cubicBezTo>
                    <a:pt x="1574" y="171425"/>
                    <a:pt x="10363" y="99694"/>
                    <a:pt x="26546" y="29463"/>
                  </a:cubicBezTo>
                  <a:cubicBezTo>
                    <a:pt x="33249" y="616"/>
                    <a:pt x="84968" y="65303"/>
                    <a:pt x="87300" y="67998"/>
                  </a:cubicBezTo>
                  <a:cubicBezTo>
                    <a:pt x="101651" y="84316"/>
                    <a:pt x="112505" y="91819"/>
                    <a:pt x="134286" y="92984"/>
                  </a:cubicBezTo>
                  <a:cubicBezTo>
                    <a:pt x="193801" y="96263"/>
                    <a:pt x="260456" y="60058"/>
                    <a:pt x="307733" y="27860"/>
                  </a:cubicBezTo>
                  <a:cubicBezTo>
                    <a:pt x="317857" y="20330"/>
                    <a:pt x="328604" y="13677"/>
                    <a:pt x="339858" y="7973"/>
                  </a:cubicBezTo>
                  <a:cubicBezTo>
                    <a:pt x="348126" y="4263"/>
                    <a:pt x="356884" y="1761"/>
                    <a:pt x="365865" y="543"/>
                  </a:cubicBezTo>
                  <a:cubicBezTo>
                    <a:pt x="396486" y="-2280"/>
                    <a:pt x="427262" y="3952"/>
                    <a:pt x="454373" y="18463"/>
                  </a:cubicBezTo>
                  <a:cubicBezTo>
                    <a:pt x="489922" y="36091"/>
                    <a:pt x="521101" y="61442"/>
                    <a:pt x="556285" y="79581"/>
                  </a:cubicBezTo>
                  <a:cubicBezTo>
                    <a:pt x="584895" y="94281"/>
                    <a:pt x="615776" y="104058"/>
                    <a:pt x="647634" y="108501"/>
                  </a:cubicBezTo>
                  <a:cubicBezTo>
                    <a:pt x="679833" y="112944"/>
                    <a:pt x="718295" y="115057"/>
                    <a:pt x="734832" y="142957"/>
                  </a:cubicBezTo>
                  <a:cubicBezTo>
                    <a:pt x="734888" y="143015"/>
                    <a:pt x="734915" y="143096"/>
                    <a:pt x="734905" y="143176"/>
                  </a:cubicBezTo>
                  <a:cubicBezTo>
                    <a:pt x="748454" y="166268"/>
                    <a:pt x="738619" y="197446"/>
                    <a:pt x="719097" y="215658"/>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5" name="任意多边形: 形状 34">
              <a:extLst>
                <a:ext uri="{FF2B5EF4-FFF2-40B4-BE49-F238E27FC236}">
                  <a16:creationId xmlns:a16="http://schemas.microsoft.com/office/drawing/2014/main" id="{CE37E5B9-F00E-4E42-897B-B0FFCD1A8E9D}"/>
                </a:ext>
              </a:extLst>
            </p:cNvPr>
            <p:cNvSpPr/>
            <p:nvPr/>
          </p:nvSpPr>
          <p:spPr>
            <a:xfrm>
              <a:off x="2689828" y="5197325"/>
              <a:ext cx="755498" cy="293676"/>
            </a:xfrm>
            <a:custGeom>
              <a:avLst/>
              <a:gdLst>
                <a:gd name="connsiteX0" fmla="*/ 729391 w 755498"/>
                <a:gd name="connsiteY0" fmla="*/ 225656 h 293676"/>
                <a:gd name="connsiteX1" fmla="*/ 656690 w 755498"/>
                <a:gd name="connsiteY1" fmla="*/ 257636 h 293676"/>
                <a:gd name="connsiteX2" fmla="*/ 475739 w 755498"/>
                <a:gd name="connsiteY2" fmla="*/ 280000 h 293676"/>
                <a:gd name="connsiteX3" fmla="*/ 416662 w 755498"/>
                <a:gd name="connsiteY3" fmla="*/ 284516 h 293676"/>
                <a:gd name="connsiteX4" fmla="*/ 243287 w 755498"/>
                <a:gd name="connsiteY4" fmla="*/ 293549 h 293676"/>
                <a:gd name="connsiteX5" fmla="*/ 30066 w 755498"/>
                <a:gd name="connsiteY5" fmla="*/ 275119 h 293676"/>
                <a:gd name="connsiteX6" fmla="*/ 13165 w 755498"/>
                <a:gd name="connsiteY6" fmla="*/ 266960 h 293676"/>
                <a:gd name="connsiteX7" fmla="*/ -45 w 755498"/>
                <a:gd name="connsiteY7" fmla="*/ 242822 h 293676"/>
                <a:gd name="connsiteX8" fmla="*/ 36840 w 755498"/>
                <a:gd name="connsiteY8" fmla="*/ 28800 h 293676"/>
                <a:gd name="connsiteX9" fmla="*/ 97594 w 755498"/>
                <a:gd name="connsiteY9" fmla="*/ 67335 h 293676"/>
                <a:gd name="connsiteX10" fmla="*/ 144580 w 755498"/>
                <a:gd name="connsiteY10" fmla="*/ 92321 h 293676"/>
                <a:gd name="connsiteX11" fmla="*/ 318027 w 755498"/>
                <a:gd name="connsiteY11" fmla="*/ 27197 h 293676"/>
                <a:gd name="connsiteX12" fmla="*/ 350152 w 755498"/>
                <a:gd name="connsiteY12" fmla="*/ 7310 h 293676"/>
                <a:gd name="connsiteX13" fmla="*/ 376159 w 755498"/>
                <a:gd name="connsiteY13" fmla="*/ -120 h 293676"/>
                <a:gd name="connsiteX14" fmla="*/ 275411 w 755498"/>
                <a:gd name="connsiteY14" fmla="*/ 110169 h 293676"/>
                <a:gd name="connsiteX15" fmla="*/ 63576 w 755498"/>
                <a:gd name="connsiteY15" fmla="*/ 129838 h 293676"/>
                <a:gd name="connsiteX16" fmla="*/ 48569 w 755498"/>
                <a:gd name="connsiteY16" fmla="*/ 133480 h 293676"/>
                <a:gd name="connsiteX17" fmla="*/ 39755 w 755498"/>
                <a:gd name="connsiteY17" fmla="*/ 161599 h 293676"/>
                <a:gd name="connsiteX18" fmla="*/ 57310 w 755498"/>
                <a:gd name="connsiteY18" fmla="*/ 207346 h 293676"/>
                <a:gd name="connsiteX19" fmla="*/ 81058 w 755498"/>
                <a:gd name="connsiteY19" fmla="*/ 212300 h 293676"/>
                <a:gd name="connsiteX20" fmla="*/ 609267 w 755498"/>
                <a:gd name="connsiteY20" fmla="*/ 193796 h 293676"/>
                <a:gd name="connsiteX21" fmla="*/ 695299 w 755498"/>
                <a:gd name="connsiteY21" fmla="*/ 174637 h 293676"/>
                <a:gd name="connsiteX22" fmla="*/ 745198 w 755498"/>
                <a:gd name="connsiteY22" fmla="*/ 142513 h 293676"/>
                <a:gd name="connsiteX23" fmla="*/ 729391 w 755498"/>
                <a:gd name="connsiteY23" fmla="*/ 225656 h 293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55498" h="293676">
                  <a:moveTo>
                    <a:pt x="729391" y="225656"/>
                  </a:moveTo>
                  <a:cubicBezTo>
                    <a:pt x="709795" y="243941"/>
                    <a:pt x="682842" y="251954"/>
                    <a:pt x="656690" y="257636"/>
                  </a:cubicBezTo>
                  <a:cubicBezTo>
                    <a:pt x="596965" y="269283"/>
                    <a:pt x="536502" y="276756"/>
                    <a:pt x="475739" y="280000"/>
                  </a:cubicBezTo>
                  <a:cubicBezTo>
                    <a:pt x="456071" y="281457"/>
                    <a:pt x="436330" y="282987"/>
                    <a:pt x="416662" y="284516"/>
                  </a:cubicBezTo>
                  <a:cubicBezTo>
                    <a:pt x="358967" y="288887"/>
                    <a:pt x="301199" y="293331"/>
                    <a:pt x="243287" y="293549"/>
                  </a:cubicBezTo>
                  <a:cubicBezTo>
                    <a:pt x="171806" y="293792"/>
                    <a:pt x="100446" y="287623"/>
                    <a:pt x="30066" y="275119"/>
                  </a:cubicBezTo>
                  <a:cubicBezTo>
                    <a:pt x="23544" y="274861"/>
                    <a:pt x="17423" y="271906"/>
                    <a:pt x="13165" y="266960"/>
                  </a:cubicBezTo>
                  <a:cubicBezTo>
                    <a:pt x="7608" y="259602"/>
                    <a:pt x="3158" y="251469"/>
                    <a:pt x="-45" y="242822"/>
                  </a:cubicBezTo>
                  <a:cubicBezTo>
                    <a:pt x="1193" y="170850"/>
                    <a:pt x="20668" y="98951"/>
                    <a:pt x="36840" y="28800"/>
                  </a:cubicBezTo>
                  <a:cubicBezTo>
                    <a:pt x="43543" y="-47"/>
                    <a:pt x="95263" y="64640"/>
                    <a:pt x="97594" y="67335"/>
                  </a:cubicBezTo>
                  <a:cubicBezTo>
                    <a:pt x="111945" y="83653"/>
                    <a:pt x="122799" y="91156"/>
                    <a:pt x="144580" y="92321"/>
                  </a:cubicBezTo>
                  <a:cubicBezTo>
                    <a:pt x="204095" y="95600"/>
                    <a:pt x="270750" y="59395"/>
                    <a:pt x="318027" y="27197"/>
                  </a:cubicBezTo>
                  <a:cubicBezTo>
                    <a:pt x="328151" y="19667"/>
                    <a:pt x="338898" y="13014"/>
                    <a:pt x="350152" y="7310"/>
                  </a:cubicBezTo>
                  <a:cubicBezTo>
                    <a:pt x="358420" y="3600"/>
                    <a:pt x="367179" y="1098"/>
                    <a:pt x="376159" y="-120"/>
                  </a:cubicBezTo>
                  <a:cubicBezTo>
                    <a:pt x="368509" y="42713"/>
                    <a:pt x="307100" y="94434"/>
                    <a:pt x="275411" y="110169"/>
                  </a:cubicBezTo>
                  <a:cubicBezTo>
                    <a:pt x="211307" y="142003"/>
                    <a:pt x="135110" y="126122"/>
                    <a:pt x="63576" y="129838"/>
                  </a:cubicBezTo>
                  <a:cubicBezTo>
                    <a:pt x="58339" y="129700"/>
                    <a:pt x="53160" y="130957"/>
                    <a:pt x="48569" y="133480"/>
                  </a:cubicBezTo>
                  <a:cubicBezTo>
                    <a:pt x="39973" y="139162"/>
                    <a:pt x="39463" y="151327"/>
                    <a:pt x="39755" y="161599"/>
                  </a:cubicBezTo>
                  <a:cubicBezTo>
                    <a:pt x="40337" y="178645"/>
                    <a:pt x="42522" y="198677"/>
                    <a:pt x="57310" y="207346"/>
                  </a:cubicBezTo>
                  <a:cubicBezTo>
                    <a:pt x="64708" y="210897"/>
                    <a:pt x="72858" y="212597"/>
                    <a:pt x="81058" y="212300"/>
                  </a:cubicBezTo>
                  <a:cubicBezTo>
                    <a:pt x="257340" y="220017"/>
                    <a:pt x="433957" y="213830"/>
                    <a:pt x="609267" y="193796"/>
                  </a:cubicBezTo>
                  <a:cubicBezTo>
                    <a:pt x="638752" y="191824"/>
                    <a:pt x="667764" y="185363"/>
                    <a:pt x="695299" y="174637"/>
                  </a:cubicBezTo>
                  <a:cubicBezTo>
                    <a:pt x="713291" y="166204"/>
                    <a:pt x="730073" y="155399"/>
                    <a:pt x="745198" y="142513"/>
                  </a:cubicBezTo>
                  <a:cubicBezTo>
                    <a:pt x="767717" y="160206"/>
                    <a:pt x="748913" y="207445"/>
                    <a:pt x="729391" y="225656"/>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6" name="任意多边形: 形状 35">
              <a:extLst>
                <a:ext uri="{FF2B5EF4-FFF2-40B4-BE49-F238E27FC236}">
                  <a16:creationId xmlns:a16="http://schemas.microsoft.com/office/drawing/2014/main" id="{01AF31B2-F16D-4EF6-9B25-CFB8816CCD50}"/>
                </a:ext>
              </a:extLst>
            </p:cNvPr>
            <p:cNvSpPr/>
            <p:nvPr/>
          </p:nvSpPr>
          <p:spPr>
            <a:xfrm>
              <a:off x="2857280" y="828932"/>
              <a:ext cx="498126" cy="504805"/>
            </a:xfrm>
            <a:custGeom>
              <a:avLst/>
              <a:gdLst>
                <a:gd name="connsiteX0" fmla="*/ 414644 w 498126"/>
                <a:gd name="connsiteY0" fmla="*/ 284945 h 504805"/>
                <a:gd name="connsiteX1" fmla="*/ 380406 w 498126"/>
                <a:gd name="connsiteY1" fmla="*/ 352036 h 504805"/>
                <a:gd name="connsiteX2" fmla="*/ 300857 w 498126"/>
                <a:gd name="connsiteY2" fmla="*/ 314301 h 504805"/>
                <a:gd name="connsiteX3" fmla="*/ 238793 w 498126"/>
                <a:gd name="connsiteY3" fmla="*/ 403174 h 504805"/>
                <a:gd name="connsiteX4" fmla="*/ 115536 w 498126"/>
                <a:gd name="connsiteY4" fmla="*/ 502755 h 504805"/>
                <a:gd name="connsiteX5" fmla="*/ 81591 w 498126"/>
                <a:gd name="connsiteY5" fmla="*/ 502682 h 504805"/>
                <a:gd name="connsiteX6" fmla="*/ 31108 w 498126"/>
                <a:gd name="connsiteY6" fmla="*/ 444696 h 504805"/>
                <a:gd name="connsiteX7" fmla="*/ 8744 w 498126"/>
                <a:gd name="connsiteY7" fmla="*/ 381029 h 504805"/>
                <a:gd name="connsiteX8" fmla="*/ 657 w 498126"/>
                <a:gd name="connsiteY8" fmla="*/ 334334 h 504805"/>
                <a:gd name="connsiteX9" fmla="*/ 658 w 498126"/>
                <a:gd name="connsiteY9" fmla="*/ 334261 h 504805"/>
                <a:gd name="connsiteX10" fmla="*/ 512 w 498126"/>
                <a:gd name="connsiteY10" fmla="*/ 301990 h 504805"/>
                <a:gd name="connsiteX11" fmla="*/ 87783 w 498126"/>
                <a:gd name="connsiteY11" fmla="*/ 136557 h 504805"/>
                <a:gd name="connsiteX12" fmla="*/ 246004 w 498126"/>
                <a:gd name="connsiteY12" fmla="*/ 29764 h 504805"/>
                <a:gd name="connsiteX13" fmla="*/ 304354 w 498126"/>
                <a:gd name="connsiteY13" fmla="*/ 3757 h 504805"/>
                <a:gd name="connsiteX14" fmla="*/ 365983 w 498126"/>
                <a:gd name="connsiteY14" fmla="*/ 1208 h 504805"/>
                <a:gd name="connsiteX15" fmla="*/ 444366 w 498126"/>
                <a:gd name="connsiteY15" fmla="*/ 19638 h 504805"/>
                <a:gd name="connsiteX16" fmla="*/ 471974 w 498126"/>
                <a:gd name="connsiteY16" fmla="*/ 39015 h 504805"/>
                <a:gd name="connsiteX17" fmla="*/ 495867 w 498126"/>
                <a:gd name="connsiteY17" fmla="*/ 78935 h 504805"/>
                <a:gd name="connsiteX18" fmla="*/ 458425 w 498126"/>
                <a:gd name="connsiteY18" fmla="*/ 189515 h 504805"/>
                <a:gd name="connsiteX19" fmla="*/ 414644 w 498126"/>
                <a:gd name="connsiteY19" fmla="*/ 284945 h 504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98126" h="504805">
                  <a:moveTo>
                    <a:pt x="414644" y="284945"/>
                  </a:moveTo>
                  <a:cubicBezTo>
                    <a:pt x="413623" y="312917"/>
                    <a:pt x="432709" y="367188"/>
                    <a:pt x="380406" y="352036"/>
                  </a:cubicBezTo>
                  <a:cubicBezTo>
                    <a:pt x="349227" y="343003"/>
                    <a:pt x="340413" y="306070"/>
                    <a:pt x="300857" y="314301"/>
                  </a:cubicBezTo>
                  <a:cubicBezTo>
                    <a:pt x="260937" y="322679"/>
                    <a:pt x="252196" y="371267"/>
                    <a:pt x="238793" y="403174"/>
                  </a:cubicBezTo>
                  <a:cubicBezTo>
                    <a:pt x="216626" y="454650"/>
                    <a:pt x="170521" y="491899"/>
                    <a:pt x="115536" y="502755"/>
                  </a:cubicBezTo>
                  <a:cubicBezTo>
                    <a:pt x="104367" y="505354"/>
                    <a:pt x="92748" y="505329"/>
                    <a:pt x="81591" y="502682"/>
                  </a:cubicBezTo>
                  <a:cubicBezTo>
                    <a:pt x="56094" y="495398"/>
                    <a:pt x="41525" y="469100"/>
                    <a:pt x="31108" y="444696"/>
                  </a:cubicBezTo>
                  <a:cubicBezTo>
                    <a:pt x="22087" y="424057"/>
                    <a:pt x="14612" y="402776"/>
                    <a:pt x="8744" y="381029"/>
                  </a:cubicBezTo>
                  <a:cubicBezTo>
                    <a:pt x="4679" y="365732"/>
                    <a:pt x="1973" y="350107"/>
                    <a:pt x="657" y="334334"/>
                  </a:cubicBezTo>
                  <a:lnTo>
                    <a:pt x="658" y="334261"/>
                  </a:lnTo>
                  <a:cubicBezTo>
                    <a:pt x="-228" y="323524"/>
                    <a:pt x="-277" y="312735"/>
                    <a:pt x="512" y="301990"/>
                  </a:cubicBezTo>
                  <a:cubicBezTo>
                    <a:pt x="5248" y="238396"/>
                    <a:pt x="41452" y="180410"/>
                    <a:pt x="87783" y="136557"/>
                  </a:cubicBezTo>
                  <a:cubicBezTo>
                    <a:pt x="134112" y="92703"/>
                    <a:pt x="190423" y="61015"/>
                    <a:pt x="246004" y="29764"/>
                  </a:cubicBezTo>
                  <a:cubicBezTo>
                    <a:pt x="264156" y="18435"/>
                    <a:pt x="283794" y="9682"/>
                    <a:pt x="304354" y="3757"/>
                  </a:cubicBezTo>
                  <a:cubicBezTo>
                    <a:pt x="324634" y="-334"/>
                    <a:pt x="345434" y="-1194"/>
                    <a:pt x="365983" y="1208"/>
                  </a:cubicBezTo>
                  <a:cubicBezTo>
                    <a:pt x="393038" y="2363"/>
                    <a:pt x="419631" y="8616"/>
                    <a:pt x="444366" y="19638"/>
                  </a:cubicBezTo>
                  <a:cubicBezTo>
                    <a:pt x="454507" y="24645"/>
                    <a:pt x="463818" y="31180"/>
                    <a:pt x="471974" y="39015"/>
                  </a:cubicBezTo>
                  <a:cubicBezTo>
                    <a:pt x="483581" y="49772"/>
                    <a:pt x="491871" y="63623"/>
                    <a:pt x="495867" y="78935"/>
                  </a:cubicBezTo>
                  <a:cubicBezTo>
                    <a:pt x="505921" y="120020"/>
                    <a:pt x="479695" y="157026"/>
                    <a:pt x="458425" y="189515"/>
                  </a:cubicBezTo>
                  <a:cubicBezTo>
                    <a:pt x="439483" y="218363"/>
                    <a:pt x="416027" y="248958"/>
                    <a:pt x="414644" y="284945"/>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7" name="任意多边形: 形状 36">
              <a:extLst>
                <a:ext uri="{FF2B5EF4-FFF2-40B4-BE49-F238E27FC236}">
                  <a16:creationId xmlns:a16="http://schemas.microsoft.com/office/drawing/2014/main" id="{B30F8B35-0F89-4728-82F1-DE0EAB858965}"/>
                </a:ext>
              </a:extLst>
            </p:cNvPr>
            <p:cNvSpPr/>
            <p:nvPr/>
          </p:nvSpPr>
          <p:spPr>
            <a:xfrm>
              <a:off x="4105167" y="1581430"/>
              <a:ext cx="47026" cy="132906"/>
            </a:xfrm>
            <a:custGeom>
              <a:avLst/>
              <a:gdLst>
                <a:gd name="connsiteX0" fmla="*/ 46981 w 47026"/>
                <a:gd name="connsiteY0" fmla="*/ 132786 h 132906"/>
                <a:gd name="connsiteX1" fmla="*/ 2402 w 47026"/>
                <a:gd name="connsiteY1" fmla="*/ -120 h 132906"/>
                <a:gd name="connsiteX2" fmla="*/ 38146 w 47026"/>
                <a:gd name="connsiteY2" fmla="*/ 63809 h 132906"/>
                <a:gd name="connsiteX3" fmla="*/ 46981 w 47026"/>
                <a:gd name="connsiteY3" fmla="*/ 132786 h 132906"/>
              </a:gdLst>
              <a:ahLst/>
              <a:cxnLst>
                <a:cxn ang="0">
                  <a:pos x="connsiteX0" y="connsiteY0"/>
                </a:cxn>
                <a:cxn ang="0">
                  <a:pos x="connsiteX1" y="connsiteY1"/>
                </a:cxn>
                <a:cxn ang="0">
                  <a:pos x="connsiteX2" y="connsiteY2"/>
                </a:cxn>
                <a:cxn ang="0">
                  <a:pos x="connsiteX3" y="connsiteY3"/>
                </a:cxn>
              </a:cxnLst>
              <a:rect l="l" t="t" r="r" b="b"/>
              <a:pathLst>
                <a:path w="47026" h="132906">
                  <a:moveTo>
                    <a:pt x="46981" y="132786"/>
                  </a:moveTo>
                  <a:cubicBezTo>
                    <a:pt x="35786" y="104594"/>
                    <a:pt x="-11194" y="26680"/>
                    <a:pt x="2402" y="-120"/>
                  </a:cubicBezTo>
                  <a:cubicBezTo>
                    <a:pt x="16515" y="19884"/>
                    <a:pt x="28495" y="41310"/>
                    <a:pt x="38146" y="63809"/>
                  </a:cubicBezTo>
                  <a:cubicBezTo>
                    <a:pt x="47024" y="85604"/>
                    <a:pt x="39772" y="114826"/>
                    <a:pt x="46981" y="13278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8" name="任意多边形: 形状 37">
              <a:extLst>
                <a:ext uri="{FF2B5EF4-FFF2-40B4-BE49-F238E27FC236}">
                  <a16:creationId xmlns:a16="http://schemas.microsoft.com/office/drawing/2014/main" id="{B9A5FDDD-4247-4C6C-9572-10A94F5C3ECB}"/>
                </a:ext>
              </a:extLst>
            </p:cNvPr>
            <p:cNvSpPr/>
            <p:nvPr/>
          </p:nvSpPr>
          <p:spPr>
            <a:xfrm>
              <a:off x="2901409" y="862431"/>
              <a:ext cx="455206" cy="471307"/>
            </a:xfrm>
            <a:custGeom>
              <a:avLst/>
              <a:gdLst>
                <a:gd name="connsiteX0" fmla="*/ 415455 w 455206"/>
                <a:gd name="connsiteY0" fmla="*/ 156005 h 471307"/>
                <a:gd name="connsiteX1" fmla="*/ 452952 w 455206"/>
                <a:gd name="connsiteY1" fmla="*/ 45406 h 471307"/>
                <a:gd name="connsiteX2" fmla="*/ 422529 w 455206"/>
                <a:gd name="connsiteY2" fmla="*/ -120 h 471307"/>
                <a:gd name="connsiteX3" fmla="*/ 430238 w 455206"/>
                <a:gd name="connsiteY3" fmla="*/ 19073 h 471307"/>
                <a:gd name="connsiteX4" fmla="*/ 392740 w 455206"/>
                <a:gd name="connsiteY4" fmla="*/ 129671 h 471307"/>
                <a:gd name="connsiteX5" fmla="*/ 349002 w 455206"/>
                <a:gd name="connsiteY5" fmla="*/ 225110 h 471307"/>
                <a:gd name="connsiteX6" fmla="*/ 314720 w 455206"/>
                <a:gd name="connsiteY6" fmla="*/ 292210 h 471307"/>
                <a:gd name="connsiteX7" fmla="*/ 235189 w 455206"/>
                <a:gd name="connsiteY7" fmla="*/ 254483 h 471307"/>
                <a:gd name="connsiteX8" fmla="*/ 173143 w 455206"/>
                <a:gd name="connsiteY8" fmla="*/ 343349 h 471307"/>
                <a:gd name="connsiteX9" fmla="*/ 49860 w 455206"/>
                <a:gd name="connsiteY9" fmla="*/ 442937 h 471307"/>
                <a:gd name="connsiteX10" fmla="*/ 15938 w 455206"/>
                <a:gd name="connsiteY10" fmla="*/ 442853 h 471307"/>
                <a:gd name="connsiteX11" fmla="*/ -45 w 455206"/>
                <a:gd name="connsiteY11" fmla="*/ 435005 h 471307"/>
                <a:gd name="connsiteX12" fmla="*/ 38652 w 455206"/>
                <a:gd name="connsiteY12" fmla="*/ 469187 h 471307"/>
                <a:gd name="connsiteX13" fmla="*/ 72574 w 455206"/>
                <a:gd name="connsiteY13" fmla="*/ 469271 h 471307"/>
                <a:gd name="connsiteX14" fmla="*/ 195859 w 455206"/>
                <a:gd name="connsiteY14" fmla="*/ 369683 h 471307"/>
                <a:gd name="connsiteX15" fmla="*/ 257904 w 455206"/>
                <a:gd name="connsiteY15" fmla="*/ 280817 h 471307"/>
                <a:gd name="connsiteX16" fmla="*/ 337434 w 455206"/>
                <a:gd name="connsiteY16" fmla="*/ 318544 h 471307"/>
                <a:gd name="connsiteX17" fmla="*/ 371717 w 455206"/>
                <a:gd name="connsiteY17" fmla="*/ 251443 h 471307"/>
                <a:gd name="connsiteX18" fmla="*/ 415455 w 455206"/>
                <a:gd name="connsiteY18" fmla="*/ 156005 h 47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5206" h="471307">
                  <a:moveTo>
                    <a:pt x="415455" y="156005"/>
                  </a:moveTo>
                  <a:cubicBezTo>
                    <a:pt x="436766" y="123497"/>
                    <a:pt x="462992" y="86495"/>
                    <a:pt x="452952" y="45406"/>
                  </a:cubicBezTo>
                  <a:cubicBezTo>
                    <a:pt x="448026" y="27329"/>
                    <a:pt x="437346" y="11348"/>
                    <a:pt x="422529" y="-120"/>
                  </a:cubicBezTo>
                  <a:cubicBezTo>
                    <a:pt x="425969" y="5893"/>
                    <a:pt x="428563" y="12351"/>
                    <a:pt x="430238" y="19073"/>
                  </a:cubicBezTo>
                  <a:cubicBezTo>
                    <a:pt x="440278" y="60161"/>
                    <a:pt x="414052" y="97164"/>
                    <a:pt x="392740" y="129671"/>
                  </a:cubicBezTo>
                  <a:cubicBezTo>
                    <a:pt x="373828" y="158519"/>
                    <a:pt x="350352" y="189147"/>
                    <a:pt x="349002" y="225110"/>
                  </a:cubicBezTo>
                  <a:cubicBezTo>
                    <a:pt x="347953" y="253061"/>
                    <a:pt x="367073" y="307371"/>
                    <a:pt x="314720" y="292210"/>
                  </a:cubicBezTo>
                  <a:cubicBezTo>
                    <a:pt x="283575" y="283192"/>
                    <a:pt x="274765" y="246230"/>
                    <a:pt x="235189" y="254483"/>
                  </a:cubicBezTo>
                  <a:cubicBezTo>
                    <a:pt x="195265" y="262810"/>
                    <a:pt x="186549" y="311412"/>
                    <a:pt x="173143" y="343349"/>
                  </a:cubicBezTo>
                  <a:cubicBezTo>
                    <a:pt x="150950" y="394817"/>
                    <a:pt x="104843" y="432062"/>
                    <a:pt x="49860" y="442937"/>
                  </a:cubicBezTo>
                  <a:cubicBezTo>
                    <a:pt x="38697" y="445521"/>
                    <a:pt x="27088" y="445492"/>
                    <a:pt x="15938" y="442853"/>
                  </a:cubicBezTo>
                  <a:cubicBezTo>
                    <a:pt x="10194" y="441187"/>
                    <a:pt x="4786" y="438531"/>
                    <a:pt x="-45" y="435005"/>
                  </a:cubicBezTo>
                  <a:cubicBezTo>
                    <a:pt x="7942" y="450980"/>
                    <a:pt x="21814" y="463233"/>
                    <a:pt x="38652" y="469187"/>
                  </a:cubicBezTo>
                  <a:cubicBezTo>
                    <a:pt x="49802" y="471826"/>
                    <a:pt x="61411" y="471855"/>
                    <a:pt x="72574" y="469271"/>
                  </a:cubicBezTo>
                  <a:cubicBezTo>
                    <a:pt x="127558" y="458396"/>
                    <a:pt x="173665" y="421151"/>
                    <a:pt x="195859" y="369683"/>
                  </a:cubicBezTo>
                  <a:cubicBezTo>
                    <a:pt x="209263" y="337746"/>
                    <a:pt x="217978" y="289144"/>
                    <a:pt x="257904" y="280817"/>
                  </a:cubicBezTo>
                  <a:cubicBezTo>
                    <a:pt x="297480" y="272563"/>
                    <a:pt x="306291" y="309526"/>
                    <a:pt x="337434" y="318544"/>
                  </a:cubicBezTo>
                  <a:cubicBezTo>
                    <a:pt x="389788" y="333704"/>
                    <a:pt x="370668" y="279395"/>
                    <a:pt x="371717" y="251443"/>
                  </a:cubicBezTo>
                  <a:cubicBezTo>
                    <a:pt x="373067" y="215481"/>
                    <a:pt x="396543" y="184853"/>
                    <a:pt x="415455" y="156005"/>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9" name="任意多边形: 形状 38">
              <a:extLst>
                <a:ext uri="{FF2B5EF4-FFF2-40B4-BE49-F238E27FC236}">
                  <a16:creationId xmlns:a16="http://schemas.microsoft.com/office/drawing/2014/main" id="{74472E3E-3E0F-4C5C-B154-50137E9FDC09}"/>
                </a:ext>
              </a:extLst>
            </p:cNvPr>
            <p:cNvSpPr/>
            <p:nvPr/>
          </p:nvSpPr>
          <p:spPr>
            <a:xfrm>
              <a:off x="2857279" y="828932"/>
              <a:ext cx="488172" cy="381148"/>
            </a:xfrm>
            <a:custGeom>
              <a:avLst/>
              <a:gdLst>
                <a:gd name="connsiteX0" fmla="*/ 471173 w 488172"/>
                <a:gd name="connsiteY0" fmla="*/ 133934 h 381148"/>
                <a:gd name="connsiteX1" fmla="*/ 455147 w 488172"/>
                <a:gd name="connsiteY1" fmla="*/ 156808 h 381148"/>
                <a:gd name="connsiteX2" fmla="*/ 418140 w 488172"/>
                <a:gd name="connsiteY2" fmla="*/ 195125 h 381148"/>
                <a:gd name="connsiteX3" fmla="*/ 393155 w 488172"/>
                <a:gd name="connsiteY3" fmla="*/ 214720 h 381148"/>
                <a:gd name="connsiteX4" fmla="*/ 342672 w 488172"/>
                <a:gd name="connsiteY4" fmla="*/ 244879 h 381148"/>
                <a:gd name="connsiteX5" fmla="*/ 181098 w 488172"/>
                <a:gd name="connsiteY5" fmla="*/ 302792 h 381148"/>
                <a:gd name="connsiteX6" fmla="*/ 73068 w 488172"/>
                <a:gd name="connsiteY6" fmla="*/ 334189 h 381148"/>
                <a:gd name="connsiteX7" fmla="*/ 8744 w 488172"/>
                <a:gd name="connsiteY7" fmla="*/ 381029 h 381148"/>
                <a:gd name="connsiteX8" fmla="*/ 658 w 488172"/>
                <a:gd name="connsiteY8" fmla="*/ 334334 h 381148"/>
                <a:gd name="connsiteX9" fmla="*/ 658 w 488172"/>
                <a:gd name="connsiteY9" fmla="*/ 334261 h 381148"/>
                <a:gd name="connsiteX10" fmla="*/ 512 w 488172"/>
                <a:gd name="connsiteY10" fmla="*/ 301990 h 381148"/>
                <a:gd name="connsiteX11" fmla="*/ 87783 w 488172"/>
                <a:gd name="connsiteY11" fmla="*/ 136557 h 381148"/>
                <a:gd name="connsiteX12" fmla="*/ 246005 w 488172"/>
                <a:gd name="connsiteY12" fmla="*/ 29764 h 381148"/>
                <a:gd name="connsiteX13" fmla="*/ 304355 w 488172"/>
                <a:gd name="connsiteY13" fmla="*/ 3757 h 381148"/>
                <a:gd name="connsiteX14" fmla="*/ 365984 w 488172"/>
                <a:gd name="connsiteY14" fmla="*/ 1208 h 381148"/>
                <a:gd name="connsiteX15" fmla="*/ 444367 w 488172"/>
                <a:gd name="connsiteY15" fmla="*/ 19638 h 381148"/>
                <a:gd name="connsiteX16" fmla="*/ 471975 w 488172"/>
                <a:gd name="connsiteY16" fmla="*/ 39015 h 381148"/>
                <a:gd name="connsiteX17" fmla="*/ 485816 w 488172"/>
                <a:gd name="connsiteY17" fmla="*/ 68300 h 381148"/>
                <a:gd name="connsiteX18" fmla="*/ 471173 w 488172"/>
                <a:gd name="connsiteY18" fmla="*/ 133934 h 381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8172" h="381148">
                  <a:moveTo>
                    <a:pt x="471173" y="133934"/>
                  </a:moveTo>
                  <a:cubicBezTo>
                    <a:pt x="466282" y="141865"/>
                    <a:pt x="460931" y="149503"/>
                    <a:pt x="455147" y="156808"/>
                  </a:cubicBezTo>
                  <a:cubicBezTo>
                    <a:pt x="444102" y="170766"/>
                    <a:pt x="431706" y="183601"/>
                    <a:pt x="418140" y="195125"/>
                  </a:cubicBezTo>
                  <a:cubicBezTo>
                    <a:pt x="410154" y="202082"/>
                    <a:pt x="401815" y="208623"/>
                    <a:pt x="393155" y="214720"/>
                  </a:cubicBezTo>
                  <a:cubicBezTo>
                    <a:pt x="377103" y="226019"/>
                    <a:pt x="360229" y="236100"/>
                    <a:pt x="342672" y="244879"/>
                  </a:cubicBezTo>
                  <a:cubicBezTo>
                    <a:pt x="291534" y="270666"/>
                    <a:pt x="236171" y="286839"/>
                    <a:pt x="181098" y="302792"/>
                  </a:cubicBezTo>
                  <a:cubicBezTo>
                    <a:pt x="145113" y="313282"/>
                    <a:pt x="109103" y="323747"/>
                    <a:pt x="73068" y="334189"/>
                  </a:cubicBezTo>
                  <a:cubicBezTo>
                    <a:pt x="59810" y="344242"/>
                    <a:pt x="35552" y="362307"/>
                    <a:pt x="8744" y="381029"/>
                  </a:cubicBezTo>
                  <a:cubicBezTo>
                    <a:pt x="4680" y="365732"/>
                    <a:pt x="1973" y="350107"/>
                    <a:pt x="658" y="334334"/>
                  </a:cubicBezTo>
                  <a:lnTo>
                    <a:pt x="658" y="334261"/>
                  </a:lnTo>
                  <a:cubicBezTo>
                    <a:pt x="-228" y="323524"/>
                    <a:pt x="-277" y="312735"/>
                    <a:pt x="512" y="301990"/>
                  </a:cubicBezTo>
                  <a:cubicBezTo>
                    <a:pt x="5248" y="238396"/>
                    <a:pt x="41452" y="180410"/>
                    <a:pt x="87783" y="136557"/>
                  </a:cubicBezTo>
                  <a:cubicBezTo>
                    <a:pt x="134113" y="92703"/>
                    <a:pt x="190423" y="61015"/>
                    <a:pt x="246005" y="29764"/>
                  </a:cubicBezTo>
                  <a:cubicBezTo>
                    <a:pt x="264157" y="18435"/>
                    <a:pt x="283795" y="9682"/>
                    <a:pt x="304355" y="3757"/>
                  </a:cubicBezTo>
                  <a:cubicBezTo>
                    <a:pt x="324635" y="-334"/>
                    <a:pt x="345434" y="-1194"/>
                    <a:pt x="365984" y="1208"/>
                  </a:cubicBezTo>
                  <a:cubicBezTo>
                    <a:pt x="393038" y="2363"/>
                    <a:pt x="419632" y="8616"/>
                    <a:pt x="444367" y="19638"/>
                  </a:cubicBezTo>
                  <a:cubicBezTo>
                    <a:pt x="454507" y="24645"/>
                    <a:pt x="463819" y="31180"/>
                    <a:pt x="471975" y="39015"/>
                  </a:cubicBezTo>
                  <a:cubicBezTo>
                    <a:pt x="478071" y="48005"/>
                    <a:pt x="482740" y="57883"/>
                    <a:pt x="485816" y="68300"/>
                  </a:cubicBezTo>
                  <a:cubicBezTo>
                    <a:pt x="492662" y="90445"/>
                    <a:pt x="483264" y="114265"/>
                    <a:pt x="471173" y="13393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0" name="任意多边形: 形状 39">
              <a:extLst>
                <a:ext uri="{FF2B5EF4-FFF2-40B4-BE49-F238E27FC236}">
                  <a16:creationId xmlns:a16="http://schemas.microsoft.com/office/drawing/2014/main" id="{E73571D1-E394-4A50-BD30-422BB5C2070E}"/>
                </a:ext>
              </a:extLst>
            </p:cNvPr>
            <p:cNvSpPr/>
            <p:nvPr/>
          </p:nvSpPr>
          <p:spPr>
            <a:xfrm>
              <a:off x="2742316" y="770599"/>
              <a:ext cx="603135" cy="496646"/>
            </a:xfrm>
            <a:custGeom>
              <a:avLst/>
              <a:gdLst>
                <a:gd name="connsiteX0" fmla="*/ 586136 w 603135"/>
                <a:gd name="connsiteY0" fmla="*/ 184982 h 496646"/>
                <a:gd name="connsiteX1" fmla="*/ 570110 w 603135"/>
                <a:gd name="connsiteY1" fmla="*/ 207856 h 496646"/>
                <a:gd name="connsiteX2" fmla="*/ 533104 w 603135"/>
                <a:gd name="connsiteY2" fmla="*/ 246173 h 496646"/>
                <a:gd name="connsiteX3" fmla="*/ 508118 w 603135"/>
                <a:gd name="connsiteY3" fmla="*/ 265769 h 496646"/>
                <a:gd name="connsiteX4" fmla="*/ 457636 w 603135"/>
                <a:gd name="connsiteY4" fmla="*/ 295927 h 496646"/>
                <a:gd name="connsiteX5" fmla="*/ 296062 w 603135"/>
                <a:gd name="connsiteY5" fmla="*/ 353840 h 496646"/>
                <a:gd name="connsiteX6" fmla="*/ 188031 w 603135"/>
                <a:gd name="connsiteY6" fmla="*/ 385237 h 496646"/>
                <a:gd name="connsiteX7" fmla="*/ 3001 w 603135"/>
                <a:gd name="connsiteY7" fmla="*/ 495526 h 496646"/>
                <a:gd name="connsiteX8" fmla="*/ 114935 w 603135"/>
                <a:gd name="connsiteY8" fmla="*/ 384829 h 496646"/>
                <a:gd name="connsiteX9" fmla="*/ 121231 w 603135"/>
                <a:gd name="connsiteY9" fmla="*/ 389608 h 496646"/>
                <a:gd name="connsiteX10" fmla="*/ 86192 w 603135"/>
                <a:gd name="connsiteY10" fmla="*/ 322516 h 496646"/>
                <a:gd name="connsiteX11" fmla="*/ 85099 w 603135"/>
                <a:gd name="connsiteY11" fmla="*/ 185565 h 496646"/>
                <a:gd name="connsiteX12" fmla="*/ 163628 w 603135"/>
                <a:gd name="connsiteY12" fmla="*/ 77461 h 496646"/>
                <a:gd name="connsiteX13" fmla="*/ 216879 w 603135"/>
                <a:gd name="connsiteY13" fmla="*/ 47448 h 496646"/>
                <a:gd name="connsiteX14" fmla="*/ 222051 w 603135"/>
                <a:gd name="connsiteY14" fmla="*/ 40455 h 496646"/>
                <a:gd name="connsiteX15" fmla="*/ 224091 w 603135"/>
                <a:gd name="connsiteY15" fmla="*/ 36740 h 496646"/>
                <a:gd name="connsiteX16" fmla="*/ 229846 w 603135"/>
                <a:gd name="connsiteY16" fmla="*/ 25595 h 496646"/>
                <a:gd name="connsiteX17" fmla="*/ 262335 w 603135"/>
                <a:gd name="connsiteY17" fmla="*/ 20933 h 496646"/>
                <a:gd name="connsiteX18" fmla="*/ 265977 w 603135"/>
                <a:gd name="connsiteY18" fmla="*/ 21297 h 496646"/>
                <a:gd name="connsiteX19" fmla="*/ 272095 w 603135"/>
                <a:gd name="connsiteY19" fmla="*/ 21588 h 496646"/>
                <a:gd name="connsiteX20" fmla="*/ 393094 w 603135"/>
                <a:gd name="connsiteY20" fmla="*/ -120 h 496646"/>
                <a:gd name="connsiteX21" fmla="*/ 516058 w 603135"/>
                <a:gd name="connsiteY21" fmla="*/ 43661 h 496646"/>
                <a:gd name="connsiteX22" fmla="*/ 538787 w 603135"/>
                <a:gd name="connsiteY22" fmla="*/ 53932 h 496646"/>
                <a:gd name="connsiteX23" fmla="*/ 600779 w 603135"/>
                <a:gd name="connsiteY23" fmla="*/ 119348 h 496646"/>
                <a:gd name="connsiteX24" fmla="*/ 586136 w 603135"/>
                <a:gd name="connsiteY24" fmla="*/ 184982 h 496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03135" h="496646">
                  <a:moveTo>
                    <a:pt x="586136" y="184982"/>
                  </a:moveTo>
                  <a:cubicBezTo>
                    <a:pt x="581246" y="192913"/>
                    <a:pt x="575895" y="200551"/>
                    <a:pt x="570110" y="207856"/>
                  </a:cubicBezTo>
                  <a:cubicBezTo>
                    <a:pt x="559065" y="221814"/>
                    <a:pt x="546669" y="234649"/>
                    <a:pt x="533104" y="246173"/>
                  </a:cubicBezTo>
                  <a:cubicBezTo>
                    <a:pt x="525118" y="253130"/>
                    <a:pt x="516778" y="259671"/>
                    <a:pt x="508118" y="265769"/>
                  </a:cubicBezTo>
                  <a:cubicBezTo>
                    <a:pt x="492067" y="277067"/>
                    <a:pt x="475192" y="287148"/>
                    <a:pt x="457636" y="295927"/>
                  </a:cubicBezTo>
                  <a:cubicBezTo>
                    <a:pt x="406497" y="321715"/>
                    <a:pt x="351134" y="337887"/>
                    <a:pt x="296062" y="353840"/>
                  </a:cubicBezTo>
                  <a:cubicBezTo>
                    <a:pt x="260076" y="364330"/>
                    <a:pt x="224066" y="374796"/>
                    <a:pt x="188031" y="385237"/>
                  </a:cubicBezTo>
                  <a:cubicBezTo>
                    <a:pt x="150369" y="413720"/>
                    <a:pt x="24199" y="507182"/>
                    <a:pt x="3001" y="495526"/>
                  </a:cubicBezTo>
                  <a:cubicBezTo>
                    <a:pt x="-21984" y="481758"/>
                    <a:pt x="114935" y="384829"/>
                    <a:pt x="114935" y="384829"/>
                  </a:cubicBezTo>
                  <a:lnTo>
                    <a:pt x="121231" y="389608"/>
                  </a:lnTo>
                  <a:cubicBezTo>
                    <a:pt x="101198" y="377005"/>
                    <a:pt x="90709" y="347794"/>
                    <a:pt x="86192" y="322516"/>
                  </a:cubicBezTo>
                  <a:cubicBezTo>
                    <a:pt x="78179" y="277279"/>
                    <a:pt x="74391" y="230293"/>
                    <a:pt x="85099" y="185565"/>
                  </a:cubicBezTo>
                  <a:cubicBezTo>
                    <a:pt x="95807" y="140910"/>
                    <a:pt x="122688" y="98368"/>
                    <a:pt x="163628" y="77461"/>
                  </a:cubicBezTo>
                  <a:cubicBezTo>
                    <a:pt x="181767" y="68136"/>
                    <a:pt x="203766" y="61799"/>
                    <a:pt x="216879" y="47448"/>
                  </a:cubicBezTo>
                  <a:cubicBezTo>
                    <a:pt x="218866" y="45324"/>
                    <a:pt x="220602" y="42978"/>
                    <a:pt x="222051" y="40455"/>
                  </a:cubicBezTo>
                  <a:cubicBezTo>
                    <a:pt x="222844" y="39282"/>
                    <a:pt x="223527" y="38039"/>
                    <a:pt x="224091" y="36740"/>
                  </a:cubicBezTo>
                  <a:cubicBezTo>
                    <a:pt x="225538" y="32800"/>
                    <a:pt x="227471" y="29056"/>
                    <a:pt x="229846" y="25595"/>
                  </a:cubicBezTo>
                  <a:cubicBezTo>
                    <a:pt x="237349" y="16926"/>
                    <a:pt x="250971" y="19549"/>
                    <a:pt x="262335" y="20933"/>
                  </a:cubicBezTo>
                  <a:cubicBezTo>
                    <a:pt x="263573" y="21078"/>
                    <a:pt x="264738" y="21224"/>
                    <a:pt x="265977" y="21297"/>
                  </a:cubicBezTo>
                  <a:cubicBezTo>
                    <a:pt x="268010" y="21503"/>
                    <a:pt x="270052" y="21600"/>
                    <a:pt x="272095" y="21588"/>
                  </a:cubicBezTo>
                  <a:cubicBezTo>
                    <a:pt x="312671" y="22462"/>
                    <a:pt x="352009" y="-120"/>
                    <a:pt x="393094" y="-120"/>
                  </a:cubicBezTo>
                  <a:cubicBezTo>
                    <a:pt x="438113" y="-193"/>
                    <a:pt x="476429" y="25886"/>
                    <a:pt x="516058" y="43661"/>
                  </a:cubicBezTo>
                  <a:cubicBezTo>
                    <a:pt x="524071" y="47303"/>
                    <a:pt x="531648" y="50581"/>
                    <a:pt x="538787" y="53932"/>
                  </a:cubicBezTo>
                  <a:cubicBezTo>
                    <a:pt x="567415" y="67263"/>
                    <a:pt x="588977" y="81468"/>
                    <a:pt x="600779" y="119348"/>
                  </a:cubicBezTo>
                  <a:cubicBezTo>
                    <a:pt x="607626" y="141493"/>
                    <a:pt x="598228" y="165314"/>
                    <a:pt x="586136" y="18498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1" name="任意多边形: 形状 40">
              <a:extLst>
                <a:ext uri="{FF2B5EF4-FFF2-40B4-BE49-F238E27FC236}">
                  <a16:creationId xmlns:a16="http://schemas.microsoft.com/office/drawing/2014/main" id="{A2C05801-EEB7-4A95-A7FD-CEF2D6D948A7}"/>
                </a:ext>
              </a:extLst>
            </p:cNvPr>
            <p:cNvSpPr/>
            <p:nvPr/>
          </p:nvSpPr>
          <p:spPr>
            <a:xfrm>
              <a:off x="2959239" y="792015"/>
              <a:ext cx="57769" cy="31222"/>
            </a:xfrm>
            <a:custGeom>
              <a:avLst/>
              <a:gdLst>
                <a:gd name="connsiteX0" fmla="*/ 55173 w 57769"/>
                <a:gd name="connsiteY0" fmla="*/ 172 h 31222"/>
                <a:gd name="connsiteX1" fmla="*/ 50875 w 57769"/>
                <a:gd name="connsiteY1" fmla="*/ 23920 h 31222"/>
                <a:gd name="connsiteX2" fmla="*/ 33829 w 57769"/>
                <a:gd name="connsiteY2" fmla="*/ 29966 h 31222"/>
                <a:gd name="connsiteX3" fmla="*/ 20571 w 57769"/>
                <a:gd name="connsiteY3" fmla="*/ 30986 h 31222"/>
                <a:gd name="connsiteX4" fmla="*/ 3015 w 57769"/>
                <a:gd name="connsiteY4" fmla="*/ 27999 h 31222"/>
                <a:gd name="connsiteX5" fmla="*/ -45 w 57769"/>
                <a:gd name="connsiteY5" fmla="*/ 26032 h 31222"/>
                <a:gd name="connsiteX6" fmla="*/ 5127 w 57769"/>
                <a:gd name="connsiteY6" fmla="*/ 19039 h 31222"/>
                <a:gd name="connsiteX7" fmla="*/ 11246 w 57769"/>
                <a:gd name="connsiteY7" fmla="*/ 19330 h 31222"/>
                <a:gd name="connsiteX8" fmla="*/ 33100 w 57769"/>
                <a:gd name="connsiteY8" fmla="*/ 15615 h 31222"/>
                <a:gd name="connsiteX9" fmla="*/ 41332 w 57769"/>
                <a:gd name="connsiteY9" fmla="*/ 11682 h 31222"/>
                <a:gd name="connsiteX10" fmla="*/ 49053 w 57769"/>
                <a:gd name="connsiteY10" fmla="*/ -120 h 31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69" h="31222">
                  <a:moveTo>
                    <a:pt x="55173" y="172"/>
                  </a:moveTo>
                  <a:cubicBezTo>
                    <a:pt x="59809" y="8062"/>
                    <a:pt x="57982" y="18155"/>
                    <a:pt x="50875" y="23920"/>
                  </a:cubicBezTo>
                  <a:cubicBezTo>
                    <a:pt x="45862" y="27473"/>
                    <a:pt x="39961" y="29567"/>
                    <a:pt x="33829" y="29966"/>
                  </a:cubicBezTo>
                  <a:cubicBezTo>
                    <a:pt x="29433" y="30562"/>
                    <a:pt x="25006" y="30902"/>
                    <a:pt x="20571" y="30986"/>
                  </a:cubicBezTo>
                  <a:cubicBezTo>
                    <a:pt x="14561" y="31470"/>
                    <a:pt x="8526" y="30443"/>
                    <a:pt x="3015" y="27999"/>
                  </a:cubicBezTo>
                  <a:cubicBezTo>
                    <a:pt x="1942" y="27429"/>
                    <a:pt x="919" y="26771"/>
                    <a:pt x="-45" y="26032"/>
                  </a:cubicBezTo>
                  <a:cubicBezTo>
                    <a:pt x="1943" y="23908"/>
                    <a:pt x="3678" y="21561"/>
                    <a:pt x="5127" y="19039"/>
                  </a:cubicBezTo>
                  <a:cubicBezTo>
                    <a:pt x="6147" y="19840"/>
                    <a:pt x="7167" y="19622"/>
                    <a:pt x="11246" y="19330"/>
                  </a:cubicBezTo>
                  <a:cubicBezTo>
                    <a:pt x="18653" y="18970"/>
                    <a:pt x="25990" y="17723"/>
                    <a:pt x="33100" y="15615"/>
                  </a:cubicBezTo>
                  <a:cubicBezTo>
                    <a:pt x="36066" y="14830"/>
                    <a:pt x="38858" y="13496"/>
                    <a:pt x="41332" y="11682"/>
                  </a:cubicBezTo>
                  <a:cubicBezTo>
                    <a:pt x="44977" y="8563"/>
                    <a:pt x="47656" y="4469"/>
                    <a:pt x="49053" y="-120"/>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2" name="任意多边形: 形状 41">
              <a:extLst>
                <a:ext uri="{FF2B5EF4-FFF2-40B4-BE49-F238E27FC236}">
                  <a16:creationId xmlns:a16="http://schemas.microsoft.com/office/drawing/2014/main" id="{0855B475-E7DC-4FBE-86B7-06C8594DC723}"/>
                </a:ext>
              </a:extLst>
            </p:cNvPr>
            <p:cNvSpPr/>
            <p:nvPr/>
          </p:nvSpPr>
          <p:spPr>
            <a:xfrm>
              <a:off x="2859995" y="1153962"/>
              <a:ext cx="68540" cy="9864"/>
            </a:xfrm>
            <a:custGeom>
              <a:avLst/>
              <a:gdLst>
                <a:gd name="connsiteX0" fmla="*/ -45 w 68540"/>
                <a:gd name="connsiteY0" fmla="*/ 393 h 9864"/>
                <a:gd name="connsiteX1" fmla="*/ 18643 w 68540"/>
                <a:gd name="connsiteY1" fmla="*/ 7350 h 9864"/>
                <a:gd name="connsiteX2" fmla="*/ 68495 w 68540"/>
                <a:gd name="connsiteY2" fmla="*/ -120 h 9864"/>
              </a:gdLst>
              <a:ahLst/>
              <a:cxnLst>
                <a:cxn ang="0">
                  <a:pos x="connsiteX0" y="connsiteY0"/>
                </a:cxn>
                <a:cxn ang="0">
                  <a:pos x="connsiteX1" y="connsiteY1"/>
                </a:cxn>
                <a:cxn ang="0">
                  <a:pos x="connsiteX2" y="connsiteY2"/>
                </a:cxn>
              </a:cxnLst>
              <a:rect l="l" t="t" r="r" b="b"/>
              <a:pathLst>
                <a:path w="68540" h="9864">
                  <a:moveTo>
                    <a:pt x="-45" y="393"/>
                  </a:moveTo>
                  <a:cubicBezTo>
                    <a:pt x="5654" y="3944"/>
                    <a:pt x="12009" y="6310"/>
                    <a:pt x="18643" y="7350"/>
                  </a:cubicBezTo>
                  <a:cubicBezTo>
                    <a:pt x="35553" y="12266"/>
                    <a:pt x="53768" y="9536"/>
                    <a:pt x="68495" y="-120"/>
                  </a:cubicBezTo>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grpSp>
      <p:grpSp>
        <p:nvGrpSpPr>
          <p:cNvPr id="5" name="组合 4">
            <a:extLst>
              <a:ext uri="{FF2B5EF4-FFF2-40B4-BE49-F238E27FC236}">
                <a16:creationId xmlns:a16="http://schemas.microsoft.com/office/drawing/2014/main" id="{51C3881A-D56F-FE75-5085-B18A9A26D2D3}"/>
              </a:ext>
            </a:extLst>
          </p:cNvPr>
          <p:cNvGrpSpPr/>
          <p:nvPr/>
        </p:nvGrpSpPr>
        <p:grpSpPr>
          <a:xfrm>
            <a:off x="2503394" y="3812047"/>
            <a:ext cx="5814177" cy="540000"/>
            <a:chOff x="1428127" y="3879780"/>
            <a:chExt cx="5814177" cy="540000"/>
          </a:xfrm>
        </p:grpSpPr>
        <p:pic>
          <p:nvPicPr>
            <p:cNvPr id="68" name="图形 67" descr="监视器">
              <a:extLst>
                <a:ext uri="{FF2B5EF4-FFF2-40B4-BE49-F238E27FC236}">
                  <a16:creationId xmlns:a16="http://schemas.microsoft.com/office/drawing/2014/main" id="{042D6720-9EE6-4044-9288-B8B0D70B29A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428127" y="3879780"/>
              <a:ext cx="540000" cy="540000"/>
            </a:xfrm>
            <a:prstGeom prst="rect">
              <a:avLst/>
            </a:prstGeom>
            <a:effectLst>
              <a:outerShdw blurRad="50800" dist="38100" dir="2700000" algn="tl" rotWithShape="0">
                <a:prstClr val="black">
                  <a:alpha val="40000"/>
                </a:prstClr>
              </a:outerShdw>
            </a:effectLst>
          </p:spPr>
        </p:pic>
        <p:pic>
          <p:nvPicPr>
            <p:cNvPr id="69" name="图形 68" descr="监视器">
              <a:extLst>
                <a:ext uri="{FF2B5EF4-FFF2-40B4-BE49-F238E27FC236}">
                  <a16:creationId xmlns:a16="http://schemas.microsoft.com/office/drawing/2014/main" id="{0862685F-17D2-416E-9C75-38D157384267}"/>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702304" y="3879780"/>
              <a:ext cx="540000" cy="540000"/>
            </a:xfrm>
            <a:prstGeom prst="rect">
              <a:avLst/>
            </a:prstGeom>
            <a:effectLst>
              <a:outerShdw blurRad="50800" dist="38100" dir="2700000" algn="tl" rotWithShape="0">
                <a:prstClr val="black">
                  <a:alpha val="40000"/>
                </a:prstClr>
              </a:outerShdw>
            </a:effectLst>
          </p:spPr>
        </p:pic>
        <p:cxnSp>
          <p:nvCxnSpPr>
            <p:cNvPr id="70" name="直接箭头连接符 69">
              <a:extLst>
                <a:ext uri="{FF2B5EF4-FFF2-40B4-BE49-F238E27FC236}">
                  <a16:creationId xmlns:a16="http://schemas.microsoft.com/office/drawing/2014/main" id="{7362016F-7DE2-4C89-9AF3-C0E164E86AB9}"/>
                </a:ext>
              </a:extLst>
            </p:cNvPr>
            <p:cNvCxnSpPr>
              <a:cxnSpLocks/>
            </p:cNvCxnSpPr>
            <p:nvPr/>
          </p:nvCxnSpPr>
          <p:spPr>
            <a:xfrm>
              <a:off x="2046523" y="4190620"/>
              <a:ext cx="3960000" cy="0"/>
            </a:xfrm>
            <a:prstGeom prst="straightConnector1">
              <a:avLst/>
            </a:prstGeom>
            <a:ln w="12700">
              <a:solidFill>
                <a:schemeClr val="accent1"/>
              </a:solidFill>
              <a:headEnd type="none"/>
              <a:tailEnd type="none"/>
            </a:ln>
          </p:spPr>
          <p:style>
            <a:lnRef idx="1">
              <a:schemeClr val="dk1"/>
            </a:lnRef>
            <a:fillRef idx="0">
              <a:schemeClr val="dk1"/>
            </a:fillRef>
            <a:effectRef idx="0">
              <a:schemeClr val="dk1"/>
            </a:effectRef>
            <a:fontRef idx="minor">
              <a:schemeClr val="tx1"/>
            </a:fontRef>
          </p:style>
        </p:cxnSp>
        <p:sp>
          <p:nvSpPr>
            <p:cNvPr id="71" name="文本框 70">
              <a:extLst>
                <a:ext uri="{FF2B5EF4-FFF2-40B4-BE49-F238E27FC236}">
                  <a16:creationId xmlns:a16="http://schemas.microsoft.com/office/drawing/2014/main" id="{C2905C44-B950-4247-8363-5CED69AB2433}"/>
                </a:ext>
              </a:extLst>
            </p:cNvPr>
            <p:cNvSpPr txBox="1"/>
            <p:nvPr/>
          </p:nvSpPr>
          <p:spPr>
            <a:xfrm>
              <a:off x="1559307" y="4011281"/>
              <a:ext cx="277640"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A</a:t>
              </a:r>
              <a:endParaRPr lang="zh-CN" altLang="en-US"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sp>
          <p:nvSpPr>
            <p:cNvPr id="72" name="文本框 71">
              <a:extLst>
                <a:ext uri="{FF2B5EF4-FFF2-40B4-BE49-F238E27FC236}">
                  <a16:creationId xmlns:a16="http://schemas.microsoft.com/office/drawing/2014/main" id="{34AC7E16-E92A-4987-9913-57835676651E}"/>
                </a:ext>
              </a:extLst>
            </p:cNvPr>
            <p:cNvSpPr txBox="1"/>
            <p:nvPr/>
          </p:nvSpPr>
          <p:spPr>
            <a:xfrm>
              <a:off x="6833484" y="4011281"/>
              <a:ext cx="277640"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B</a:t>
              </a:r>
              <a:endParaRPr lang="zh-CN" altLang="en-US"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cxnSp>
          <p:nvCxnSpPr>
            <p:cNvPr id="91" name="直接箭头连接符 90">
              <a:extLst>
                <a:ext uri="{FF2B5EF4-FFF2-40B4-BE49-F238E27FC236}">
                  <a16:creationId xmlns:a16="http://schemas.microsoft.com/office/drawing/2014/main" id="{39B18245-A7AA-4B2A-838F-BFCAE25AEC8D}"/>
                </a:ext>
              </a:extLst>
            </p:cNvPr>
            <p:cNvCxnSpPr>
              <a:cxnSpLocks/>
            </p:cNvCxnSpPr>
            <p:nvPr/>
          </p:nvCxnSpPr>
          <p:spPr>
            <a:xfrm>
              <a:off x="6041641" y="4190620"/>
              <a:ext cx="660663" cy="0"/>
            </a:xfrm>
            <a:prstGeom prst="straightConnector1">
              <a:avLst/>
            </a:prstGeom>
            <a:ln w="12700">
              <a:solidFill>
                <a:schemeClr val="accent6"/>
              </a:solidFill>
              <a:headEnd type="none"/>
              <a:tailEnd type="none"/>
            </a:ln>
          </p:spPr>
          <p:style>
            <a:lnRef idx="1">
              <a:schemeClr val="dk1"/>
            </a:lnRef>
            <a:fillRef idx="0">
              <a:schemeClr val="dk1"/>
            </a:fillRef>
            <a:effectRef idx="0">
              <a:schemeClr val="dk1"/>
            </a:effectRef>
            <a:fontRef idx="minor">
              <a:schemeClr val="tx1"/>
            </a:fontRef>
          </p:style>
        </p:cxnSp>
      </p:grpSp>
      <p:grpSp>
        <p:nvGrpSpPr>
          <p:cNvPr id="3" name="组合 2">
            <a:extLst>
              <a:ext uri="{FF2B5EF4-FFF2-40B4-BE49-F238E27FC236}">
                <a16:creationId xmlns:a16="http://schemas.microsoft.com/office/drawing/2014/main" id="{446AFB90-CE12-E8D5-8ED1-5C07C7197A2D}"/>
              </a:ext>
            </a:extLst>
          </p:cNvPr>
          <p:cNvGrpSpPr/>
          <p:nvPr/>
        </p:nvGrpSpPr>
        <p:grpSpPr>
          <a:xfrm>
            <a:off x="2503394" y="3106970"/>
            <a:ext cx="5814177" cy="540000"/>
            <a:chOff x="1428127" y="3098503"/>
            <a:chExt cx="5814177" cy="540000"/>
          </a:xfrm>
        </p:grpSpPr>
        <p:pic>
          <p:nvPicPr>
            <p:cNvPr id="74" name="图形 73" descr="监视器">
              <a:extLst>
                <a:ext uri="{FF2B5EF4-FFF2-40B4-BE49-F238E27FC236}">
                  <a16:creationId xmlns:a16="http://schemas.microsoft.com/office/drawing/2014/main" id="{A27587DF-CF4B-4004-97CD-944A5A102A8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428127" y="3098503"/>
              <a:ext cx="540000" cy="540000"/>
            </a:xfrm>
            <a:prstGeom prst="rect">
              <a:avLst/>
            </a:prstGeom>
            <a:effectLst>
              <a:outerShdw blurRad="50800" dist="38100" dir="2700000" algn="tl" rotWithShape="0">
                <a:prstClr val="black">
                  <a:alpha val="40000"/>
                </a:prstClr>
              </a:outerShdw>
            </a:effectLst>
          </p:spPr>
        </p:pic>
        <p:pic>
          <p:nvPicPr>
            <p:cNvPr id="75" name="图形 74" descr="监视器">
              <a:extLst>
                <a:ext uri="{FF2B5EF4-FFF2-40B4-BE49-F238E27FC236}">
                  <a16:creationId xmlns:a16="http://schemas.microsoft.com/office/drawing/2014/main" id="{3DEB60AD-D7E9-4541-B8DA-F4F7F2614FB8}"/>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702304" y="3098503"/>
              <a:ext cx="540000" cy="540000"/>
            </a:xfrm>
            <a:prstGeom prst="rect">
              <a:avLst/>
            </a:prstGeom>
            <a:effectLst>
              <a:outerShdw blurRad="50800" dist="38100" dir="2700000" algn="tl" rotWithShape="0">
                <a:prstClr val="black">
                  <a:alpha val="40000"/>
                </a:prstClr>
              </a:outerShdw>
            </a:effectLst>
          </p:spPr>
        </p:pic>
        <p:cxnSp>
          <p:nvCxnSpPr>
            <p:cNvPr id="76" name="直接箭头连接符 75">
              <a:extLst>
                <a:ext uri="{FF2B5EF4-FFF2-40B4-BE49-F238E27FC236}">
                  <a16:creationId xmlns:a16="http://schemas.microsoft.com/office/drawing/2014/main" id="{AD11A279-58E9-46F2-989D-1C52235C0278}"/>
                </a:ext>
              </a:extLst>
            </p:cNvPr>
            <p:cNvCxnSpPr>
              <a:cxnSpLocks/>
            </p:cNvCxnSpPr>
            <p:nvPr/>
          </p:nvCxnSpPr>
          <p:spPr>
            <a:xfrm>
              <a:off x="2046523" y="3409343"/>
              <a:ext cx="1440000" cy="0"/>
            </a:xfrm>
            <a:prstGeom prst="straightConnector1">
              <a:avLst/>
            </a:prstGeom>
            <a:ln w="12700">
              <a:solidFill>
                <a:schemeClr val="accent1"/>
              </a:solidFill>
              <a:headEnd type="none"/>
              <a:tailEnd type="none"/>
            </a:ln>
          </p:spPr>
          <p:style>
            <a:lnRef idx="1">
              <a:schemeClr val="dk1"/>
            </a:lnRef>
            <a:fillRef idx="0">
              <a:schemeClr val="dk1"/>
            </a:fillRef>
            <a:effectRef idx="0">
              <a:schemeClr val="dk1"/>
            </a:effectRef>
            <a:fontRef idx="minor">
              <a:schemeClr val="tx1"/>
            </a:fontRef>
          </p:style>
        </p:cxnSp>
        <p:sp>
          <p:nvSpPr>
            <p:cNvPr id="77" name="文本框 76">
              <a:extLst>
                <a:ext uri="{FF2B5EF4-FFF2-40B4-BE49-F238E27FC236}">
                  <a16:creationId xmlns:a16="http://schemas.microsoft.com/office/drawing/2014/main" id="{A7E083CA-451B-4DB5-BD20-827701375012}"/>
                </a:ext>
              </a:extLst>
            </p:cNvPr>
            <p:cNvSpPr txBox="1"/>
            <p:nvPr/>
          </p:nvSpPr>
          <p:spPr>
            <a:xfrm>
              <a:off x="1559307" y="3230004"/>
              <a:ext cx="277640"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A</a:t>
              </a:r>
              <a:endParaRPr lang="zh-CN" altLang="en-US"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sp>
          <p:nvSpPr>
            <p:cNvPr id="78" name="文本框 77">
              <a:extLst>
                <a:ext uri="{FF2B5EF4-FFF2-40B4-BE49-F238E27FC236}">
                  <a16:creationId xmlns:a16="http://schemas.microsoft.com/office/drawing/2014/main" id="{9FEBBDF8-D919-44BA-A895-B123E93E05F0}"/>
                </a:ext>
              </a:extLst>
            </p:cNvPr>
            <p:cNvSpPr txBox="1"/>
            <p:nvPr/>
          </p:nvSpPr>
          <p:spPr>
            <a:xfrm>
              <a:off x="6833484" y="3230004"/>
              <a:ext cx="277640"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B</a:t>
              </a:r>
              <a:endParaRPr lang="zh-CN" altLang="en-US"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cxnSp>
          <p:nvCxnSpPr>
            <p:cNvPr id="86" name="直接箭头连接符 85">
              <a:extLst>
                <a:ext uri="{FF2B5EF4-FFF2-40B4-BE49-F238E27FC236}">
                  <a16:creationId xmlns:a16="http://schemas.microsoft.com/office/drawing/2014/main" id="{79C49065-8C86-4C57-B109-182123AF2554}"/>
                </a:ext>
              </a:extLst>
            </p:cNvPr>
            <p:cNvCxnSpPr>
              <a:cxnSpLocks/>
            </p:cNvCxnSpPr>
            <p:nvPr/>
          </p:nvCxnSpPr>
          <p:spPr>
            <a:xfrm>
              <a:off x="6287448" y="3409343"/>
              <a:ext cx="414856" cy="0"/>
            </a:xfrm>
            <a:prstGeom prst="straightConnector1">
              <a:avLst/>
            </a:prstGeom>
            <a:ln w="12700">
              <a:solidFill>
                <a:schemeClr val="accent6"/>
              </a:solidFill>
              <a:headEnd type="none"/>
              <a:tailEnd type="none"/>
            </a:ln>
          </p:spPr>
          <p:style>
            <a:lnRef idx="1">
              <a:schemeClr val="dk1"/>
            </a:lnRef>
            <a:fillRef idx="0">
              <a:schemeClr val="dk1"/>
            </a:fillRef>
            <a:effectRef idx="0">
              <a:schemeClr val="dk1"/>
            </a:effectRef>
            <a:fontRef idx="minor">
              <a:schemeClr val="tx1"/>
            </a:fontRef>
          </p:style>
        </p:cxnSp>
      </p:grpSp>
      <p:grpSp>
        <p:nvGrpSpPr>
          <p:cNvPr id="2" name="组合 1">
            <a:extLst>
              <a:ext uri="{FF2B5EF4-FFF2-40B4-BE49-F238E27FC236}">
                <a16:creationId xmlns:a16="http://schemas.microsoft.com/office/drawing/2014/main" id="{07D1BB8C-7335-F906-543D-D5B2A3C14CB5}"/>
              </a:ext>
            </a:extLst>
          </p:cNvPr>
          <p:cNvGrpSpPr/>
          <p:nvPr/>
        </p:nvGrpSpPr>
        <p:grpSpPr>
          <a:xfrm>
            <a:off x="2503394" y="2401893"/>
            <a:ext cx="5814177" cy="540000"/>
            <a:chOff x="1428127" y="2317226"/>
            <a:chExt cx="5814177" cy="540000"/>
          </a:xfrm>
        </p:grpSpPr>
        <p:pic>
          <p:nvPicPr>
            <p:cNvPr id="81" name="图形 80" descr="监视器">
              <a:extLst>
                <a:ext uri="{FF2B5EF4-FFF2-40B4-BE49-F238E27FC236}">
                  <a16:creationId xmlns:a16="http://schemas.microsoft.com/office/drawing/2014/main" id="{DCFE7477-BE2E-4B13-8018-E7139586BB8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428127" y="2317226"/>
              <a:ext cx="540000" cy="540000"/>
            </a:xfrm>
            <a:prstGeom prst="rect">
              <a:avLst/>
            </a:prstGeom>
            <a:effectLst>
              <a:outerShdw blurRad="50800" dist="38100" dir="2700000" algn="tl" rotWithShape="0">
                <a:prstClr val="black">
                  <a:alpha val="40000"/>
                </a:prstClr>
              </a:outerShdw>
            </a:effectLst>
          </p:spPr>
        </p:pic>
        <p:pic>
          <p:nvPicPr>
            <p:cNvPr id="82" name="图形 81" descr="监视器">
              <a:extLst>
                <a:ext uri="{FF2B5EF4-FFF2-40B4-BE49-F238E27FC236}">
                  <a16:creationId xmlns:a16="http://schemas.microsoft.com/office/drawing/2014/main" id="{815E19E9-797B-4493-9D7D-B1FCEB528477}"/>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702304" y="2317226"/>
              <a:ext cx="540000" cy="540000"/>
            </a:xfrm>
            <a:prstGeom prst="rect">
              <a:avLst/>
            </a:prstGeom>
            <a:effectLst>
              <a:outerShdw blurRad="50800" dist="38100" dir="2700000" algn="tl" rotWithShape="0">
                <a:prstClr val="black">
                  <a:alpha val="40000"/>
                </a:prstClr>
              </a:outerShdw>
            </a:effectLst>
          </p:spPr>
        </p:pic>
        <p:cxnSp>
          <p:nvCxnSpPr>
            <p:cNvPr id="83" name="直接箭头连接符 82">
              <a:extLst>
                <a:ext uri="{FF2B5EF4-FFF2-40B4-BE49-F238E27FC236}">
                  <a16:creationId xmlns:a16="http://schemas.microsoft.com/office/drawing/2014/main" id="{1D42FB35-FF3E-4990-AD00-82E5C48D2FF3}"/>
                </a:ext>
              </a:extLst>
            </p:cNvPr>
            <p:cNvCxnSpPr>
              <a:cxnSpLocks/>
            </p:cNvCxnSpPr>
            <p:nvPr/>
          </p:nvCxnSpPr>
          <p:spPr>
            <a:xfrm>
              <a:off x="2046523" y="2628066"/>
              <a:ext cx="540000" cy="0"/>
            </a:xfrm>
            <a:prstGeom prst="straightConnector1">
              <a:avLst/>
            </a:prstGeom>
            <a:ln w="12700">
              <a:solidFill>
                <a:schemeClr val="accent1"/>
              </a:solidFill>
              <a:headEnd type="none"/>
              <a:tailEnd type="none"/>
            </a:ln>
          </p:spPr>
          <p:style>
            <a:lnRef idx="1">
              <a:schemeClr val="dk1"/>
            </a:lnRef>
            <a:fillRef idx="0">
              <a:schemeClr val="dk1"/>
            </a:fillRef>
            <a:effectRef idx="0">
              <a:schemeClr val="dk1"/>
            </a:effectRef>
            <a:fontRef idx="minor">
              <a:schemeClr val="tx1"/>
            </a:fontRef>
          </p:style>
        </p:cxnSp>
        <p:sp>
          <p:nvSpPr>
            <p:cNvPr id="84" name="文本框 83">
              <a:extLst>
                <a:ext uri="{FF2B5EF4-FFF2-40B4-BE49-F238E27FC236}">
                  <a16:creationId xmlns:a16="http://schemas.microsoft.com/office/drawing/2014/main" id="{36983CAD-4EA0-4C8B-8367-7C323B8F6636}"/>
                </a:ext>
              </a:extLst>
            </p:cNvPr>
            <p:cNvSpPr txBox="1"/>
            <p:nvPr/>
          </p:nvSpPr>
          <p:spPr>
            <a:xfrm>
              <a:off x="1559307" y="2448727"/>
              <a:ext cx="277640"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A</a:t>
              </a:r>
              <a:endParaRPr lang="zh-CN" altLang="en-US"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sp>
          <p:nvSpPr>
            <p:cNvPr id="85" name="文本框 84">
              <a:extLst>
                <a:ext uri="{FF2B5EF4-FFF2-40B4-BE49-F238E27FC236}">
                  <a16:creationId xmlns:a16="http://schemas.microsoft.com/office/drawing/2014/main" id="{9C479183-EA22-4C99-BBCB-EDFA6AFAE39B}"/>
                </a:ext>
              </a:extLst>
            </p:cNvPr>
            <p:cNvSpPr txBox="1"/>
            <p:nvPr/>
          </p:nvSpPr>
          <p:spPr>
            <a:xfrm>
              <a:off x="6833484" y="2448727"/>
              <a:ext cx="277640"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B</a:t>
              </a:r>
              <a:endParaRPr lang="zh-CN" altLang="en-US"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grpSp>
      <p:grpSp>
        <p:nvGrpSpPr>
          <p:cNvPr id="45" name="组合 44">
            <a:extLst>
              <a:ext uri="{FF2B5EF4-FFF2-40B4-BE49-F238E27FC236}">
                <a16:creationId xmlns:a16="http://schemas.microsoft.com/office/drawing/2014/main" id="{50BF3AF4-7DC2-B1FC-4D23-9B94765A9377}"/>
              </a:ext>
            </a:extLst>
          </p:cNvPr>
          <p:cNvGrpSpPr/>
          <p:nvPr/>
        </p:nvGrpSpPr>
        <p:grpSpPr>
          <a:xfrm>
            <a:off x="2483729" y="4517124"/>
            <a:ext cx="5814177" cy="540000"/>
            <a:chOff x="2483729" y="4745724"/>
            <a:chExt cx="5814177" cy="540000"/>
          </a:xfrm>
        </p:grpSpPr>
        <p:pic>
          <p:nvPicPr>
            <p:cNvPr id="62" name="图形 61" descr="监视器">
              <a:extLst>
                <a:ext uri="{FF2B5EF4-FFF2-40B4-BE49-F238E27FC236}">
                  <a16:creationId xmlns:a16="http://schemas.microsoft.com/office/drawing/2014/main" id="{53342E2A-6112-4765-8A7A-EF83716C9E7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483729" y="4745724"/>
              <a:ext cx="540000" cy="540000"/>
            </a:xfrm>
            <a:prstGeom prst="rect">
              <a:avLst/>
            </a:prstGeom>
            <a:effectLst>
              <a:outerShdw blurRad="50800" dist="38100" dir="2700000" algn="tl" rotWithShape="0">
                <a:prstClr val="black">
                  <a:alpha val="40000"/>
                </a:prstClr>
              </a:outerShdw>
            </a:effectLst>
          </p:spPr>
        </p:pic>
        <p:pic>
          <p:nvPicPr>
            <p:cNvPr id="63" name="图形 62" descr="监视器">
              <a:extLst>
                <a:ext uri="{FF2B5EF4-FFF2-40B4-BE49-F238E27FC236}">
                  <a16:creationId xmlns:a16="http://schemas.microsoft.com/office/drawing/2014/main" id="{80DB07D2-31D3-4E5C-BF3F-4189E8131FA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757906" y="4745724"/>
              <a:ext cx="540000" cy="540000"/>
            </a:xfrm>
            <a:prstGeom prst="rect">
              <a:avLst/>
            </a:prstGeom>
            <a:effectLst>
              <a:outerShdw blurRad="50800" dist="38100" dir="2700000" algn="tl" rotWithShape="0">
                <a:prstClr val="black">
                  <a:alpha val="40000"/>
                </a:prstClr>
              </a:outerShdw>
            </a:effectLst>
          </p:spPr>
        </p:pic>
        <p:cxnSp>
          <p:nvCxnSpPr>
            <p:cNvPr id="64" name="直接箭头连接符 63">
              <a:extLst>
                <a:ext uri="{FF2B5EF4-FFF2-40B4-BE49-F238E27FC236}">
                  <a16:creationId xmlns:a16="http://schemas.microsoft.com/office/drawing/2014/main" id="{72D3EF6D-2089-403C-8BD3-6FF162D2D292}"/>
                </a:ext>
              </a:extLst>
            </p:cNvPr>
            <p:cNvCxnSpPr>
              <a:cxnSpLocks/>
            </p:cNvCxnSpPr>
            <p:nvPr/>
          </p:nvCxnSpPr>
          <p:spPr>
            <a:xfrm>
              <a:off x="3102125" y="5056564"/>
              <a:ext cx="3960000" cy="0"/>
            </a:xfrm>
            <a:prstGeom prst="straightConnector1">
              <a:avLst/>
            </a:prstGeom>
            <a:ln w="12700">
              <a:solidFill>
                <a:schemeClr val="accent1"/>
              </a:solidFill>
              <a:headEnd type="none"/>
              <a:tailEnd type="none"/>
            </a:ln>
          </p:spPr>
          <p:style>
            <a:lnRef idx="1">
              <a:schemeClr val="dk1"/>
            </a:lnRef>
            <a:fillRef idx="0">
              <a:schemeClr val="dk1"/>
            </a:fillRef>
            <a:effectRef idx="0">
              <a:schemeClr val="dk1"/>
            </a:effectRef>
            <a:fontRef idx="minor">
              <a:schemeClr val="tx1"/>
            </a:fontRef>
          </p:style>
        </p:cxnSp>
        <p:sp>
          <p:nvSpPr>
            <p:cNvPr id="65" name="文本框 64">
              <a:extLst>
                <a:ext uri="{FF2B5EF4-FFF2-40B4-BE49-F238E27FC236}">
                  <a16:creationId xmlns:a16="http://schemas.microsoft.com/office/drawing/2014/main" id="{FCBFD9FA-BB28-40A0-91F3-B29449A52FE9}"/>
                </a:ext>
              </a:extLst>
            </p:cNvPr>
            <p:cNvSpPr txBox="1"/>
            <p:nvPr/>
          </p:nvSpPr>
          <p:spPr>
            <a:xfrm>
              <a:off x="2634574" y="4877225"/>
              <a:ext cx="277640"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A</a:t>
              </a:r>
              <a:endParaRPr lang="zh-CN" altLang="en-US"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sp>
          <p:nvSpPr>
            <p:cNvPr id="66" name="文本框 65">
              <a:extLst>
                <a:ext uri="{FF2B5EF4-FFF2-40B4-BE49-F238E27FC236}">
                  <a16:creationId xmlns:a16="http://schemas.microsoft.com/office/drawing/2014/main" id="{92CD311B-A150-4C64-AD19-5A512263CBBD}"/>
                </a:ext>
              </a:extLst>
            </p:cNvPr>
            <p:cNvSpPr txBox="1"/>
            <p:nvPr/>
          </p:nvSpPr>
          <p:spPr>
            <a:xfrm>
              <a:off x="7908751" y="4877225"/>
              <a:ext cx="277640"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B</a:t>
              </a:r>
              <a:endParaRPr lang="zh-CN" altLang="en-US"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cxnSp>
          <p:nvCxnSpPr>
            <p:cNvPr id="94" name="直接箭头连接符 93">
              <a:extLst>
                <a:ext uri="{FF2B5EF4-FFF2-40B4-BE49-F238E27FC236}">
                  <a16:creationId xmlns:a16="http://schemas.microsoft.com/office/drawing/2014/main" id="{957B86DF-E0C9-43E0-BC4C-06A742B54EDD}"/>
                </a:ext>
              </a:extLst>
            </p:cNvPr>
            <p:cNvCxnSpPr>
              <a:cxnSpLocks/>
            </p:cNvCxnSpPr>
            <p:nvPr/>
          </p:nvCxnSpPr>
          <p:spPr>
            <a:xfrm flipV="1">
              <a:off x="7115171" y="5154884"/>
              <a:ext cx="662400" cy="4508"/>
            </a:xfrm>
            <a:prstGeom prst="straightConnector1">
              <a:avLst/>
            </a:prstGeom>
            <a:ln w="12700">
              <a:solidFill>
                <a:schemeClr val="accent6"/>
              </a:solidFill>
              <a:headEnd type="none"/>
              <a:tailEnd type="none"/>
            </a:ln>
          </p:spPr>
          <p:style>
            <a:lnRef idx="1">
              <a:schemeClr val="dk1"/>
            </a:lnRef>
            <a:fillRef idx="0">
              <a:schemeClr val="dk1"/>
            </a:fillRef>
            <a:effectRef idx="0">
              <a:schemeClr val="dk1"/>
            </a:effectRef>
            <a:fontRef idx="minor">
              <a:schemeClr val="tx1"/>
            </a:fontRef>
          </p:style>
        </p:cxnSp>
        <p:cxnSp>
          <p:nvCxnSpPr>
            <p:cNvPr id="79" name="直接箭头连接符 78">
              <a:extLst>
                <a:ext uri="{FF2B5EF4-FFF2-40B4-BE49-F238E27FC236}">
                  <a16:creationId xmlns:a16="http://schemas.microsoft.com/office/drawing/2014/main" id="{A8C80771-A658-41AD-8DEB-6B2B0548FBDD}"/>
                </a:ext>
              </a:extLst>
            </p:cNvPr>
            <p:cNvCxnSpPr>
              <a:cxnSpLocks/>
            </p:cNvCxnSpPr>
            <p:nvPr/>
          </p:nvCxnSpPr>
          <p:spPr>
            <a:xfrm>
              <a:off x="7096450" y="5056564"/>
              <a:ext cx="660663" cy="0"/>
            </a:xfrm>
            <a:prstGeom prst="straightConnector1">
              <a:avLst/>
            </a:prstGeom>
            <a:ln w="38100">
              <a:solidFill>
                <a:schemeClr val="accent1"/>
              </a:solidFill>
              <a:headEnd type="none"/>
              <a:tailEnd type="none"/>
            </a:ln>
          </p:spPr>
          <p:style>
            <a:lnRef idx="1">
              <a:schemeClr val="dk1"/>
            </a:lnRef>
            <a:fillRef idx="0">
              <a:schemeClr val="dk1"/>
            </a:fillRef>
            <a:effectRef idx="0">
              <a:schemeClr val="dk1"/>
            </a:effectRef>
            <a:fontRef idx="minor">
              <a:schemeClr val="tx1"/>
            </a:fontRef>
          </p:style>
        </p:cxnSp>
        <p:cxnSp>
          <p:nvCxnSpPr>
            <p:cNvPr id="87" name="直接箭头连接符 86">
              <a:extLst>
                <a:ext uri="{FF2B5EF4-FFF2-40B4-BE49-F238E27FC236}">
                  <a16:creationId xmlns:a16="http://schemas.microsoft.com/office/drawing/2014/main" id="{AB23D2C6-48DB-43C3-B24B-0311B5D4A8BD}"/>
                </a:ext>
              </a:extLst>
            </p:cNvPr>
            <p:cNvCxnSpPr>
              <a:cxnSpLocks/>
            </p:cNvCxnSpPr>
            <p:nvPr/>
          </p:nvCxnSpPr>
          <p:spPr>
            <a:xfrm>
              <a:off x="5982125" y="5154884"/>
              <a:ext cx="1080000" cy="0"/>
            </a:xfrm>
            <a:prstGeom prst="straightConnector1">
              <a:avLst/>
            </a:prstGeom>
            <a:ln w="38100">
              <a:solidFill>
                <a:srgbClr val="8BBD6A"/>
              </a:solidFill>
              <a:headEnd type="none"/>
              <a:tailEnd type="none"/>
            </a:ln>
          </p:spPr>
          <p:style>
            <a:lnRef idx="1">
              <a:schemeClr val="dk1"/>
            </a:lnRef>
            <a:fillRef idx="0">
              <a:schemeClr val="dk1"/>
            </a:fillRef>
            <a:effectRef idx="0">
              <a:schemeClr val="dk1"/>
            </a:effectRef>
            <a:fontRef idx="minor">
              <a:schemeClr val="tx1"/>
            </a:fontRef>
          </p:style>
        </p:cxnSp>
      </p:grpSp>
      <p:grpSp>
        <p:nvGrpSpPr>
          <p:cNvPr id="46" name="组合 45">
            <a:extLst>
              <a:ext uri="{FF2B5EF4-FFF2-40B4-BE49-F238E27FC236}">
                <a16:creationId xmlns:a16="http://schemas.microsoft.com/office/drawing/2014/main" id="{F2B73506-79C6-F55F-5068-DD11DB1F09EE}"/>
              </a:ext>
            </a:extLst>
          </p:cNvPr>
          <p:cNvGrpSpPr/>
          <p:nvPr/>
        </p:nvGrpSpPr>
        <p:grpSpPr>
          <a:xfrm>
            <a:off x="2503394" y="5222200"/>
            <a:ext cx="5814177" cy="540000"/>
            <a:chOff x="2503394" y="5527001"/>
            <a:chExt cx="5814177" cy="540000"/>
          </a:xfrm>
        </p:grpSpPr>
        <p:pic>
          <p:nvPicPr>
            <p:cNvPr id="43" name="图形 42" descr="监视器">
              <a:extLst>
                <a:ext uri="{FF2B5EF4-FFF2-40B4-BE49-F238E27FC236}">
                  <a16:creationId xmlns:a16="http://schemas.microsoft.com/office/drawing/2014/main" id="{9E51905C-57B2-438F-B543-2BBDC028320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503394" y="5527001"/>
              <a:ext cx="540000" cy="540000"/>
            </a:xfrm>
            <a:prstGeom prst="rect">
              <a:avLst/>
            </a:prstGeom>
            <a:effectLst>
              <a:outerShdw blurRad="50800" dist="38100" dir="2700000" algn="tl" rotWithShape="0">
                <a:prstClr val="black">
                  <a:alpha val="40000"/>
                </a:prstClr>
              </a:outerShdw>
            </a:effectLst>
          </p:spPr>
        </p:pic>
        <p:pic>
          <p:nvPicPr>
            <p:cNvPr id="44" name="图形 43" descr="监视器">
              <a:extLst>
                <a:ext uri="{FF2B5EF4-FFF2-40B4-BE49-F238E27FC236}">
                  <a16:creationId xmlns:a16="http://schemas.microsoft.com/office/drawing/2014/main" id="{AD045226-6F93-47A0-A809-57075D76CBDA}"/>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777571" y="5527001"/>
              <a:ext cx="540000" cy="540000"/>
            </a:xfrm>
            <a:prstGeom prst="rect">
              <a:avLst/>
            </a:prstGeom>
            <a:effectLst>
              <a:outerShdw blurRad="50800" dist="38100" dir="2700000" algn="tl" rotWithShape="0">
                <a:prstClr val="black">
                  <a:alpha val="40000"/>
                </a:prstClr>
              </a:outerShdw>
            </a:effectLst>
          </p:spPr>
        </p:pic>
        <p:cxnSp>
          <p:nvCxnSpPr>
            <p:cNvPr id="6" name="直接箭头连接符 5">
              <a:extLst>
                <a:ext uri="{FF2B5EF4-FFF2-40B4-BE49-F238E27FC236}">
                  <a16:creationId xmlns:a16="http://schemas.microsoft.com/office/drawing/2014/main" id="{7D53478C-27DA-493E-9452-7A948F8E523F}"/>
                </a:ext>
              </a:extLst>
            </p:cNvPr>
            <p:cNvCxnSpPr>
              <a:cxnSpLocks/>
            </p:cNvCxnSpPr>
            <p:nvPr/>
          </p:nvCxnSpPr>
          <p:spPr>
            <a:xfrm>
              <a:off x="3121790" y="5837841"/>
              <a:ext cx="3960000" cy="0"/>
            </a:xfrm>
            <a:prstGeom prst="straightConnector1">
              <a:avLst/>
            </a:prstGeom>
            <a:ln w="12700">
              <a:solidFill>
                <a:schemeClr val="accent1"/>
              </a:solidFill>
              <a:headEnd type="none"/>
              <a:tailEnd type="none"/>
            </a:ln>
          </p:spPr>
          <p:style>
            <a:lnRef idx="1">
              <a:schemeClr val="dk1"/>
            </a:lnRef>
            <a:fillRef idx="0">
              <a:schemeClr val="dk1"/>
            </a:fillRef>
            <a:effectRef idx="0">
              <a:schemeClr val="dk1"/>
            </a:effectRef>
            <a:fontRef idx="minor">
              <a:schemeClr val="tx1"/>
            </a:fontRef>
          </p:style>
        </p:cxnSp>
        <p:sp>
          <p:nvSpPr>
            <p:cNvPr id="58" name="文本框 57">
              <a:extLst>
                <a:ext uri="{FF2B5EF4-FFF2-40B4-BE49-F238E27FC236}">
                  <a16:creationId xmlns:a16="http://schemas.microsoft.com/office/drawing/2014/main" id="{E165BA45-4687-43CD-AF4A-19EDB2FE6D7C}"/>
                </a:ext>
              </a:extLst>
            </p:cNvPr>
            <p:cNvSpPr txBox="1"/>
            <p:nvPr/>
          </p:nvSpPr>
          <p:spPr>
            <a:xfrm>
              <a:off x="2634574" y="5658502"/>
              <a:ext cx="277640"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A</a:t>
              </a:r>
              <a:endParaRPr lang="zh-CN" altLang="en-US"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sp>
          <p:nvSpPr>
            <p:cNvPr id="59" name="文本框 58">
              <a:extLst>
                <a:ext uri="{FF2B5EF4-FFF2-40B4-BE49-F238E27FC236}">
                  <a16:creationId xmlns:a16="http://schemas.microsoft.com/office/drawing/2014/main" id="{75C693F9-B98D-487F-ACA5-2CEBD6C810F8}"/>
                </a:ext>
              </a:extLst>
            </p:cNvPr>
            <p:cNvSpPr txBox="1"/>
            <p:nvPr/>
          </p:nvSpPr>
          <p:spPr>
            <a:xfrm>
              <a:off x="7908751" y="5658502"/>
              <a:ext cx="277640"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B</a:t>
              </a:r>
              <a:endParaRPr lang="zh-CN" altLang="en-US" sz="12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cxnSp>
          <p:nvCxnSpPr>
            <p:cNvPr id="97" name="直接箭头连接符 96">
              <a:extLst>
                <a:ext uri="{FF2B5EF4-FFF2-40B4-BE49-F238E27FC236}">
                  <a16:creationId xmlns:a16="http://schemas.microsoft.com/office/drawing/2014/main" id="{B2D11F4E-762F-40B5-81D9-C3EC10A70AE5}"/>
                </a:ext>
              </a:extLst>
            </p:cNvPr>
            <p:cNvCxnSpPr>
              <a:cxnSpLocks/>
            </p:cNvCxnSpPr>
            <p:nvPr/>
          </p:nvCxnSpPr>
          <p:spPr>
            <a:xfrm>
              <a:off x="7115171" y="5936161"/>
              <a:ext cx="662400" cy="0"/>
            </a:xfrm>
            <a:prstGeom prst="straightConnector1">
              <a:avLst/>
            </a:prstGeom>
            <a:ln w="12700">
              <a:solidFill>
                <a:schemeClr val="accent6"/>
              </a:solidFill>
              <a:headEnd type="none"/>
              <a:tailEnd type="none"/>
            </a:ln>
          </p:spPr>
          <p:style>
            <a:lnRef idx="1">
              <a:schemeClr val="dk1"/>
            </a:lnRef>
            <a:fillRef idx="0">
              <a:schemeClr val="dk1"/>
            </a:fillRef>
            <a:effectRef idx="0">
              <a:schemeClr val="dk1"/>
            </a:effectRef>
            <a:fontRef idx="minor">
              <a:schemeClr val="tx1"/>
            </a:fontRef>
          </p:style>
        </p:cxnSp>
        <p:cxnSp>
          <p:nvCxnSpPr>
            <p:cNvPr id="88" name="直接箭头连接符 87">
              <a:extLst>
                <a:ext uri="{FF2B5EF4-FFF2-40B4-BE49-F238E27FC236}">
                  <a16:creationId xmlns:a16="http://schemas.microsoft.com/office/drawing/2014/main" id="{B4F42150-D0C0-4DA2-BACA-0B4F091CC9E7}"/>
                </a:ext>
              </a:extLst>
            </p:cNvPr>
            <p:cNvCxnSpPr>
              <a:cxnSpLocks/>
            </p:cNvCxnSpPr>
            <p:nvPr/>
          </p:nvCxnSpPr>
          <p:spPr>
            <a:xfrm>
              <a:off x="7096450" y="5830103"/>
              <a:ext cx="660663" cy="0"/>
            </a:xfrm>
            <a:prstGeom prst="straightConnector1">
              <a:avLst/>
            </a:prstGeom>
            <a:ln w="38100">
              <a:solidFill>
                <a:schemeClr val="accent1"/>
              </a:solidFill>
              <a:headEnd type="none"/>
              <a:tailEnd type="none"/>
            </a:ln>
          </p:spPr>
          <p:style>
            <a:lnRef idx="1">
              <a:schemeClr val="dk1"/>
            </a:lnRef>
            <a:fillRef idx="0">
              <a:schemeClr val="dk1"/>
            </a:fillRef>
            <a:effectRef idx="0">
              <a:schemeClr val="dk1"/>
            </a:effectRef>
            <a:fontRef idx="minor">
              <a:schemeClr val="tx1"/>
            </a:fontRef>
          </p:style>
        </p:cxnSp>
        <p:cxnSp>
          <p:nvCxnSpPr>
            <p:cNvPr id="90" name="直接箭头连接符 89">
              <a:extLst>
                <a:ext uri="{FF2B5EF4-FFF2-40B4-BE49-F238E27FC236}">
                  <a16:creationId xmlns:a16="http://schemas.microsoft.com/office/drawing/2014/main" id="{C86CBA5C-E197-45BE-B1AF-CAFFA0BA9203}"/>
                </a:ext>
              </a:extLst>
            </p:cNvPr>
            <p:cNvCxnSpPr>
              <a:cxnSpLocks/>
            </p:cNvCxnSpPr>
            <p:nvPr/>
          </p:nvCxnSpPr>
          <p:spPr>
            <a:xfrm>
              <a:off x="3121790" y="5928671"/>
              <a:ext cx="3960000" cy="0"/>
            </a:xfrm>
            <a:prstGeom prst="straightConnector1">
              <a:avLst/>
            </a:prstGeom>
            <a:ln w="38100">
              <a:solidFill>
                <a:srgbClr val="8BBD6A"/>
              </a:solidFill>
              <a:headEnd type="none"/>
              <a:tailEnd type="none"/>
            </a:ln>
          </p:spPr>
          <p:style>
            <a:lnRef idx="1">
              <a:schemeClr val="dk1"/>
            </a:lnRef>
            <a:fillRef idx="0">
              <a:schemeClr val="dk1"/>
            </a:fillRef>
            <a:effectRef idx="0">
              <a:schemeClr val="dk1"/>
            </a:effectRef>
            <a:fontRef idx="minor">
              <a:schemeClr val="tx1"/>
            </a:fontRef>
          </p:style>
        </p:cxnSp>
      </p:grpSp>
      <p:sp>
        <p:nvSpPr>
          <p:cNvPr id="7" name="爆炸形: 8 pt  6">
            <a:extLst>
              <a:ext uri="{FF2B5EF4-FFF2-40B4-BE49-F238E27FC236}">
                <a16:creationId xmlns:a16="http://schemas.microsoft.com/office/drawing/2014/main" id="{D130412E-1DD8-0968-587C-D2E64F4DB444}"/>
              </a:ext>
            </a:extLst>
          </p:cNvPr>
          <p:cNvSpPr/>
          <p:nvPr/>
        </p:nvSpPr>
        <p:spPr>
          <a:xfrm>
            <a:off x="7016704" y="4032406"/>
            <a:ext cx="180000" cy="180000"/>
          </a:xfrm>
          <a:prstGeom prst="irregularSeal1">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latin typeface="Courier New" panose="02070309020205020404" pitchFamily="49" charset="0"/>
              <a:ea typeface="微软雅黑 Light" panose="020B0502040204020203" pitchFamily="34" charset="-122"/>
            </a:endParaRPr>
          </a:p>
        </p:txBody>
      </p:sp>
      <p:sp>
        <p:nvSpPr>
          <p:cNvPr id="47" name="爆炸形: 8 pt  46">
            <a:extLst>
              <a:ext uri="{FF2B5EF4-FFF2-40B4-BE49-F238E27FC236}">
                <a16:creationId xmlns:a16="http://schemas.microsoft.com/office/drawing/2014/main" id="{9709E8CC-6F0D-FE06-089A-3C6193E7EE9F}"/>
              </a:ext>
            </a:extLst>
          </p:cNvPr>
          <p:cNvSpPr/>
          <p:nvPr/>
        </p:nvSpPr>
        <p:spPr>
          <a:xfrm>
            <a:off x="7628477" y="4634036"/>
            <a:ext cx="180000" cy="180000"/>
          </a:xfrm>
          <a:prstGeom prst="irregularSeal1">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latin typeface="Courier New" panose="02070309020205020404" pitchFamily="49" charset="0"/>
              <a:ea typeface="微软雅黑 Light" panose="020B0502040204020203" pitchFamily="34" charset="-122"/>
            </a:endParaRPr>
          </a:p>
        </p:txBody>
      </p:sp>
      <p:sp>
        <p:nvSpPr>
          <p:cNvPr id="48" name="爆炸形: 8 pt  47">
            <a:extLst>
              <a:ext uri="{FF2B5EF4-FFF2-40B4-BE49-F238E27FC236}">
                <a16:creationId xmlns:a16="http://schemas.microsoft.com/office/drawing/2014/main" id="{D0003A2F-CE85-4487-76CF-AD160E9182F5}"/>
              </a:ext>
            </a:extLst>
          </p:cNvPr>
          <p:cNvSpPr/>
          <p:nvPr/>
        </p:nvSpPr>
        <p:spPr>
          <a:xfrm>
            <a:off x="3031790" y="5370338"/>
            <a:ext cx="180000" cy="180000"/>
          </a:xfrm>
          <a:prstGeom prst="irregularSeal1">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28506353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文本占位符 18">
            <a:extLst>
              <a:ext uri="{FF2B5EF4-FFF2-40B4-BE49-F238E27FC236}">
                <a16:creationId xmlns:a16="http://schemas.microsoft.com/office/drawing/2014/main" id="{A385C229-606A-4B10-8835-8428E7D35B51}"/>
              </a:ext>
            </a:extLst>
          </p:cNvPr>
          <p:cNvSpPr>
            <a:spLocks noGrp="1"/>
          </p:cNvSpPr>
          <p:nvPr>
            <p:ph type="body" sz="quarter" idx="13"/>
          </p:nvPr>
        </p:nvSpPr>
        <p:spPr/>
        <p:txBody>
          <a:bodyPr/>
          <a:lstStyle/>
          <a:p>
            <a:r>
              <a:rPr lang="zh-CN" altLang="en-US" dirty="0"/>
              <a:t>载波监听</a:t>
            </a:r>
            <a:r>
              <a:rPr lang="en-US" altLang="zh-CN" dirty="0"/>
              <a:t>/</a:t>
            </a:r>
            <a:r>
              <a:rPr lang="zh-CN" altLang="en-US" dirty="0"/>
              <a:t>碰撞检测</a:t>
            </a:r>
          </a:p>
        </p:txBody>
      </p:sp>
      <p:sp>
        <p:nvSpPr>
          <p:cNvPr id="7" name="文本占位符 6">
            <a:extLst>
              <a:ext uri="{FF2B5EF4-FFF2-40B4-BE49-F238E27FC236}">
                <a16:creationId xmlns:a16="http://schemas.microsoft.com/office/drawing/2014/main" id="{741E35D2-2319-43C5-B00C-84972D947331}"/>
              </a:ext>
            </a:extLst>
          </p:cNvPr>
          <p:cNvSpPr>
            <a:spLocks noGrp="1"/>
          </p:cNvSpPr>
          <p:nvPr>
            <p:ph type="body" sz="quarter" idx="15"/>
          </p:nvPr>
        </p:nvSpPr>
        <p:spPr/>
        <p:txBody>
          <a:bodyPr/>
          <a:lstStyle/>
          <a:p>
            <a:endParaRPr lang="zh-CN" altLang="en-US"/>
          </a:p>
        </p:txBody>
      </p:sp>
      <p:sp>
        <p:nvSpPr>
          <p:cNvPr id="45" name="文本占位符 44">
            <a:extLst>
              <a:ext uri="{FF2B5EF4-FFF2-40B4-BE49-F238E27FC236}">
                <a16:creationId xmlns:a16="http://schemas.microsoft.com/office/drawing/2014/main" id="{C5524714-01D4-48DC-9840-91CD683A6CDB}"/>
              </a:ext>
            </a:extLst>
          </p:cNvPr>
          <p:cNvSpPr>
            <a:spLocks noGrp="1"/>
          </p:cNvSpPr>
          <p:nvPr>
            <p:ph type="body" sz="quarter" idx="16"/>
          </p:nvPr>
        </p:nvSpPr>
        <p:spPr/>
        <p:txBody>
          <a:bodyPr/>
          <a:lstStyle/>
          <a:p>
            <a:r>
              <a:rPr lang="zh-CN" altLang="en-US" dirty="0"/>
              <a:t>最多经过</a:t>
            </a:r>
            <a:r>
              <a:rPr lang="en-US" altLang="zh-CN" dirty="0"/>
              <a:t>2</a:t>
            </a:r>
            <a:r>
              <a:rPr lang="zh-CN" altLang="en-US" dirty="0"/>
              <a:t>倍端到端时延</a:t>
            </a:r>
            <a:r>
              <a:rPr lang="en-US" altLang="zh-CN" dirty="0">
                <a:solidFill>
                  <a:srgbClr val="FF0000"/>
                </a:solidFill>
              </a:rPr>
              <a:t>2</a:t>
            </a:r>
            <a:r>
              <a:rPr lang="el-GR" altLang="zh-CN" dirty="0">
                <a:solidFill>
                  <a:srgbClr val="FF0000"/>
                </a:solidFill>
              </a:rPr>
              <a:t>τ</a:t>
            </a:r>
            <a:r>
              <a:rPr lang="en-US" altLang="zh-CN" baseline="-25000" dirty="0">
                <a:solidFill>
                  <a:srgbClr val="FF0000"/>
                </a:solidFill>
              </a:rPr>
              <a:t>D</a:t>
            </a:r>
            <a:r>
              <a:rPr lang="zh-CN" altLang="en-US" dirty="0"/>
              <a:t>就可以确定是否有碰撞发生，即：如果发送完数据后，经过</a:t>
            </a:r>
            <a:r>
              <a:rPr lang="en-US" altLang="zh-CN" dirty="0">
                <a:solidFill>
                  <a:srgbClr val="FF0000"/>
                </a:solidFill>
              </a:rPr>
              <a:t>2</a:t>
            </a:r>
            <a:r>
              <a:rPr lang="el-GR" altLang="zh-CN" dirty="0">
                <a:solidFill>
                  <a:srgbClr val="FF0000"/>
                </a:solidFill>
              </a:rPr>
              <a:t>τ</a:t>
            </a:r>
            <a:r>
              <a:rPr lang="en-US" altLang="zh-CN" baseline="-25000" dirty="0">
                <a:solidFill>
                  <a:srgbClr val="FF0000"/>
                </a:solidFill>
              </a:rPr>
              <a:t>D</a:t>
            </a:r>
            <a:r>
              <a:rPr lang="en-US" altLang="zh-CN" dirty="0"/>
              <a:t> </a:t>
            </a:r>
            <a:r>
              <a:rPr lang="zh-CN" altLang="en-US" dirty="0"/>
              <a:t>的时间还没有检测到碰撞，就可以认为数据发送成功。这个</a:t>
            </a:r>
            <a:r>
              <a:rPr lang="en-US" altLang="zh-CN" dirty="0">
                <a:solidFill>
                  <a:srgbClr val="FF0000"/>
                </a:solidFill>
              </a:rPr>
              <a:t>2</a:t>
            </a:r>
            <a:r>
              <a:rPr lang="el-GR" altLang="zh-CN" dirty="0">
                <a:solidFill>
                  <a:srgbClr val="FF0000"/>
                </a:solidFill>
              </a:rPr>
              <a:t>τ</a:t>
            </a:r>
            <a:r>
              <a:rPr lang="en-US" altLang="zh-CN" baseline="-25000" dirty="0">
                <a:solidFill>
                  <a:srgbClr val="FF0000"/>
                </a:solidFill>
              </a:rPr>
              <a:t>D</a:t>
            </a:r>
            <a:r>
              <a:rPr lang="zh-CN" altLang="en-US" dirty="0"/>
              <a:t>也叫争用期、冲突窗口、碰撞窗口</a:t>
            </a:r>
            <a:endParaRPr lang="en-US" altLang="zh-CN" dirty="0"/>
          </a:p>
          <a:p>
            <a:r>
              <a:rPr lang="zh-CN" altLang="en-US" dirty="0"/>
              <a:t>使用于半双工通信网络</a:t>
            </a:r>
            <a:endParaRPr lang="en-US" altLang="zh-CN" dirty="0"/>
          </a:p>
        </p:txBody>
      </p:sp>
      <p:pic>
        <p:nvPicPr>
          <p:cNvPr id="49" name="图形 48" descr="场记板">
            <a:hlinkClick r:id="rId2" action="ppaction://hlinkfile"/>
            <a:extLst>
              <a:ext uri="{FF2B5EF4-FFF2-40B4-BE49-F238E27FC236}">
                <a16:creationId xmlns:a16="http://schemas.microsoft.com/office/drawing/2014/main" id="{531C6FB9-33A7-4A68-8B33-9F50E0E032C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638800" y="2971800"/>
            <a:ext cx="914400" cy="9144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4361038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reeform 1213">
            <a:extLst>
              <a:ext uri="{FF2B5EF4-FFF2-40B4-BE49-F238E27FC236}">
                <a16:creationId xmlns:a16="http://schemas.microsoft.com/office/drawing/2014/main" id="{64B59D55-F817-4C50-9BA1-251D9EBEFD00}"/>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latin typeface="微软雅黑 Light" panose="020B0502040204020203" pitchFamily="34" charset="-122"/>
            </a:endParaRPr>
          </a:p>
        </p:txBody>
      </p:sp>
      <p:sp>
        <p:nvSpPr>
          <p:cNvPr id="10" name="TextBox 1214">
            <a:extLst>
              <a:ext uri="{FF2B5EF4-FFF2-40B4-BE49-F238E27FC236}">
                <a16:creationId xmlns:a16="http://schemas.microsoft.com/office/drawing/2014/main" id="{5873958F-BDE0-40E1-B738-9108CFD977CB}"/>
              </a:ext>
            </a:extLst>
          </p:cNvPr>
          <p:cNvSpPr txBox="1"/>
          <p:nvPr/>
        </p:nvSpPr>
        <p:spPr>
          <a:xfrm>
            <a:off x="1686463" y="2629625"/>
            <a:ext cx="3877985" cy="830997"/>
          </a:xfrm>
          <a:prstGeom prst="rect">
            <a:avLst/>
          </a:prstGeom>
          <a:noFill/>
        </p:spPr>
        <p:txBody>
          <a:bodyPr wrap="none" rtlCol="0" anchor="ctr" anchorCtr="0">
            <a:spAutoFit/>
          </a:bodyPr>
          <a:lstStyle/>
          <a:p>
            <a:pPr algn="r"/>
            <a:r>
              <a:rPr lang="zh-CN" altLang="en-US" sz="4800" dirty="0">
                <a:latin typeface="微软雅黑" panose="020B0503020204020204" pitchFamily="34" charset="-122"/>
                <a:ea typeface="微软雅黑" panose="020B0503020204020204" pitchFamily="34" charset="-122"/>
                <a:cs typeface="Montserrat Semi" charset="0"/>
              </a:rPr>
              <a:t>链路层的寻址</a:t>
            </a:r>
            <a:endParaRPr lang="en-US" sz="4800" dirty="0">
              <a:latin typeface="微软雅黑" panose="020B0503020204020204" pitchFamily="34" charset="-122"/>
              <a:ea typeface="微软雅黑" panose="020B0503020204020204" pitchFamily="34" charset="-122"/>
              <a:cs typeface="Montserrat Semi" charset="0"/>
            </a:endParaRPr>
          </a:p>
        </p:txBody>
      </p:sp>
      <p:cxnSp>
        <p:nvCxnSpPr>
          <p:cNvPr id="12" name="Straight Connector 3">
            <a:extLst>
              <a:ext uri="{FF2B5EF4-FFF2-40B4-BE49-F238E27FC236}">
                <a16:creationId xmlns:a16="http://schemas.microsoft.com/office/drawing/2014/main" id="{3FA805CC-3C1C-4322-AC3A-286FE34DC5D1}"/>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578BEADA-9383-433A-8DC4-1ED9AE451833}"/>
              </a:ext>
            </a:extLst>
          </p:cNvPr>
          <p:cNvSpPr txBox="1"/>
          <p:nvPr/>
        </p:nvSpPr>
        <p:spPr>
          <a:xfrm>
            <a:off x="2868581" y="3460622"/>
            <a:ext cx="2695866" cy="965329"/>
          </a:xfrm>
          <a:prstGeom prst="rect">
            <a:avLst/>
          </a:prstGeom>
          <a:noFill/>
        </p:spPr>
        <p:txBody>
          <a:bodyPr wrap="none" lIns="91440" tIns="45720" rIns="91440" bIns="45720" rtlCol="0">
            <a:spAutoFit/>
          </a:bodyPr>
          <a:lstStyle/>
          <a:p>
            <a:pPr algn="r">
              <a:lnSpc>
                <a:spcPct val="150000"/>
              </a:lnSpc>
            </a:pPr>
            <a:r>
              <a:rPr lang="en-US" altLang="zh-CN" sz="2000" dirty="0">
                <a:solidFill>
                  <a:schemeClr val="tx1"/>
                </a:solidFill>
                <a:latin typeface="微软雅黑 Light" panose="020B0502040204020203" pitchFamily="34" charset="-122"/>
                <a:ea typeface="微软雅黑 Light" panose="020B0502040204020203" pitchFamily="34" charset="-122"/>
              </a:rPr>
              <a:t>Link Layer Addressing</a:t>
            </a:r>
          </a:p>
          <a:p>
            <a:pPr algn="r">
              <a:lnSpc>
                <a:spcPct val="150000"/>
              </a:lnSpc>
            </a:pPr>
            <a:r>
              <a:rPr lang="en-US" altLang="zh-CN" sz="2000" dirty="0">
                <a:latin typeface="微软雅黑 Light" panose="020B0502040204020203" pitchFamily="34" charset="-122"/>
                <a:ea typeface="微软雅黑 Light" panose="020B0502040204020203" pitchFamily="34" charset="-122"/>
              </a:rPr>
              <a:t>MAC</a:t>
            </a:r>
          </a:p>
        </p:txBody>
      </p:sp>
    </p:spTree>
    <p:extLst>
      <p:ext uri="{BB962C8B-B14F-4D97-AF65-F5344CB8AC3E}">
        <p14:creationId xmlns:p14="http://schemas.microsoft.com/office/powerpoint/2010/main" val="1663989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2A3BF69-52C2-481D-ABDB-3BD604746E2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74" t="6084" r="11481" b="11902"/>
          <a:stretch/>
        </p:blipFill>
        <p:spPr bwMode="auto">
          <a:xfrm>
            <a:off x="7782350" y="4270152"/>
            <a:ext cx="4320000" cy="2498198"/>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占位符 9">
            <a:extLst>
              <a:ext uri="{FF2B5EF4-FFF2-40B4-BE49-F238E27FC236}">
                <a16:creationId xmlns:a16="http://schemas.microsoft.com/office/drawing/2014/main" id="{446C0D45-B385-4ADC-B915-A40BC867CF85}"/>
              </a:ext>
            </a:extLst>
          </p:cNvPr>
          <p:cNvSpPr>
            <a:spLocks noGrp="1"/>
          </p:cNvSpPr>
          <p:nvPr>
            <p:ph type="body" sz="quarter" idx="15"/>
          </p:nvPr>
        </p:nvSpPr>
        <p:spPr/>
        <p:txBody>
          <a:bodyPr/>
          <a:lstStyle/>
          <a:p>
            <a:r>
              <a:rPr lang="zh-CN" altLang="en-US" dirty="0">
                <a:solidFill>
                  <a:srgbClr val="954F72"/>
                </a:solidFill>
                <a:hlinkClick r:id="rId3" action="ppaction://hlinkfile">
                  <a:extLst>
                    <a:ext uri="{A12FA001-AC4F-418D-AE19-62706E023703}">
                      <ahyp:hlinkClr xmlns:ahyp="http://schemas.microsoft.com/office/drawing/2018/hyperlinkcolor" val="tx"/>
                    </a:ext>
                  </a:extLst>
                </a:hlinkClick>
              </a:rPr>
              <a:t>更多 </a:t>
            </a:r>
            <a:r>
              <a:rPr lang="en-US" altLang="zh-CN" dirty="0">
                <a:solidFill>
                  <a:srgbClr val="954F72"/>
                </a:solidFill>
                <a:hlinkClick r:id="rId3" action="ppaction://hlinkfile">
                  <a:extLst>
                    <a:ext uri="{A12FA001-AC4F-418D-AE19-62706E023703}">
                      <ahyp:hlinkClr xmlns:ahyp="http://schemas.microsoft.com/office/drawing/2018/hyperlinkcolor" val="tx"/>
                    </a:ext>
                  </a:extLst>
                </a:hlinkClick>
              </a:rPr>
              <a:t>NIC </a:t>
            </a:r>
            <a:r>
              <a:rPr lang="zh-CN" altLang="en-US" dirty="0">
                <a:solidFill>
                  <a:srgbClr val="954F72"/>
                </a:solidFill>
                <a:hlinkClick r:id="rId3" action="ppaction://hlinkfile">
                  <a:extLst>
                    <a:ext uri="{A12FA001-AC4F-418D-AE19-62706E023703}">
                      <ahyp:hlinkClr xmlns:ahyp="http://schemas.microsoft.com/office/drawing/2018/hyperlinkcolor" val="tx"/>
                    </a:ext>
                  </a:extLst>
                </a:hlinkClick>
              </a:rPr>
              <a:t>信息</a:t>
            </a:r>
            <a:endParaRPr lang="zh-CN" altLang="en-US" dirty="0">
              <a:solidFill>
                <a:srgbClr val="FF0000"/>
              </a:solidFill>
              <a:hlinkClick r:id="rId3" action="ppaction://hlinkfile">
                <a:extLst>
                  <a:ext uri="{A12FA001-AC4F-418D-AE19-62706E023703}">
                    <ahyp:hlinkClr xmlns:ahyp="http://schemas.microsoft.com/office/drawing/2018/hyperlinkcolor" val="tx"/>
                  </a:ext>
                </a:extLst>
              </a:hlinkClick>
            </a:endParaRPr>
          </a:p>
        </p:txBody>
      </p:sp>
      <p:sp>
        <p:nvSpPr>
          <p:cNvPr id="56" name="文本占位符 55">
            <a:extLst>
              <a:ext uri="{FF2B5EF4-FFF2-40B4-BE49-F238E27FC236}">
                <a16:creationId xmlns:a16="http://schemas.microsoft.com/office/drawing/2014/main" id="{42DFFF02-DC08-448A-BBF3-32E38F764334}"/>
              </a:ext>
            </a:extLst>
          </p:cNvPr>
          <p:cNvSpPr>
            <a:spLocks noGrp="1"/>
          </p:cNvSpPr>
          <p:nvPr>
            <p:ph type="body" sz="quarter" idx="16"/>
          </p:nvPr>
        </p:nvSpPr>
        <p:spPr/>
        <p:txBody>
          <a:bodyPr/>
          <a:lstStyle/>
          <a:p>
            <a:r>
              <a:rPr lang="zh-CN" altLang="en-US" dirty="0"/>
              <a:t>早期：网卡 </a:t>
            </a:r>
            <a:r>
              <a:rPr lang="en-US" altLang="zh-CN" dirty="0"/>
              <a:t>NIC - Network Interface Card</a:t>
            </a:r>
          </a:p>
          <a:p>
            <a:r>
              <a:rPr lang="zh-CN" altLang="en-US" dirty="0"/>
              <a:t>现在：已经集成化，适配器</a:t>
            </a:r>
            <a:r>
              <a:rPr lang="en-US" altLang="zh-CN" dirty="0"/>
              <a:t>adapter</a:t>
            </a:r>
          </a:p>
          <a:p>
            <a:r>
              <a:rPr lang="zh-CN" altLang="en-US" dirty="0"/>
              <a:t>功能：</a:t>
            </a:r>
            <a:endParaRPr lang="en-US" altLang="zh-CN" dirty="0"/>
          </a:p>
          <a:p>
            <a:pPr lvl="1"/>
            <a:r>
              <a:rPr lang="zh-CN" altLang="en-US" dirty="0"/>
              <a:t>串并转换：适配器和局域网之间是串行通信，而适配器和计算机之间是并行通信</a:t>
            </a:r>
            <a:endParaRPr lang="en-US" altLang="zh-CN" dirty="0"/>
          </a:p>
          <a:p>
            <a:pPr lvl="1"/>
            <a:r>
              <a:rPr lang="zh-CN" altLang="en-US" dirty="0"/>
              <a:t>数据缓存：网络的速率和计算机的速率不匹配，须要缓存</a:t>
            </a:r>
            <a:endParaRPr lang="en-US" altLang="zh-CN" dirty="0"/>
          </a:p>
          <a:p>
            <a:pPr lvl="1"/>
            <a:r>
              <a:rPr lang="zh-CN" altLang="en-US" dirty="0"/>
              <a:t>过滤：是发给自己的就接收；否则丢弃</a:t>
            </a:r>
            <a:r>
              <a:rPr lang="en-US" altLang="zh-CN" dirty="0">
                <a:solidFill>
                  <a:srgbClr val="FF0000"/>
                </a:solidFill>
              </a:rPr>
              <a:t>(</a:t>
            </a:r>
            <a:r>
              <a:rPr lang="zh-CN" altLang="en-US" dirty="0">
                <a:solidFill>
                  <a:srgbClr val="FF0000"/>
                </a:solidFill>
              </a:rPr>
              <a:t>安全</a:t>
            </a:r>
            <a:r>
              <a:rPr lang="en-US" altLang="zh-CN" dirty="0">
                <a:solidFill>
                  <a:srgbClr val="FF0000"/>
                </a:solidFill>
              </a:rPr>
              <a:t>)</a:t>
            </a:r>
          </a:p>
          <a:p>
            <a:r>
              <a:rPr lang="zh-CN" altLang="en-US" dirty="0"/>
              <a:t>适配器有自己的存储器和缓存器，工作时不占用计算机的</a:t>
            </a:r>
            <a:r>
              <a:rPr lang="en-US" altLang="zh-CN" dirty="0"/>
              <a:t>CPU</a:t>
            </a:r>
            <a:endParaRPr lang="zh-CN" altLang="en-US" dirty="0"/>
          </a:p>
        </p:txBody>
      </p:sp>
      <p:sp>
        <p:nvSpPr>
          <p:cNvPr id="58" name="文本占位符 57">
            <a:extLst>
              <a:ext uri="{FF2B5EF4-FFF2-40B4-BE49-F238E27FC236}">
                <a16:creationId xmlns:a16="http://schemas.microsoft.com/office/drawing/2014/main" id="{ADD077C0-BB93-45EC-8EB5-78309D7C76B3}"/>
              </a:ext>
            </a:extLst>
          </p:cNvPr>
          <p:cNvSpPr>
            <a:spLocks noGrp="1"/>
          </p:cNvSpPr>
          <p:nvPr>
            <p:ph type="body" sz="quarter" idx="13"/>
          </p:nvPr>
        </p:nvSpPr>
        <p:spPr/>
        <p:txBody>
          <a:bodyPr/>
          <a:lstStyle/>
          <a:p>
            <a:r>
              <a:rPr lang="zh-CN" altLang="en-US" dirty="0"/>
              <a:t>网络适配器</a:t>
            </a:r>
          </a:p>
        </p:txBody>
      </p:sp>
      <p:cxnSp>
        <p:nvCxnSpPr>
          <p:cNvPr id="3" name="直接箭头连接符 2">
            <a:extLst>
              <a:ext uri="{FF2B5EF4-FFF2-40B4-BE49-F238E27FC236}">
                <a16:creationId xmlns:a16="http://schemas.microsoft.com/office/drawing/2014/main" id="{4E035003-98B7-43C8-99DD-273C55855C9F}"/>
              </a:ext>
            </a:extLst>
          </p:cNvPr>
          <p:cNvCxnSpPr>
            <a:cxnSpLocks/>
          </p:cNvCxnSpPr>
          <p:nvPr/>
        </p:nvCxnSpPr>
        <p:spPr>
          <a:xfrm>
            <a:off x="4410634" y="4742326"/>
            <a:ext cx="3600000" cy="0"/>
          </a:xfrm>
          <a:prstGeom prst="straightConnector1">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8" name="直接箭头连接符 7">
            <a:extLst>
              <a:ext uri="{FF2B5EF4-FFF2-40B4-BE49-F238E27FC236}">
                <a16:creationId xmlns:a16="http://schemas.microsoft.com/office/drawing/2014/main" id="{A7996BCA-DF8D-4205-B63F-78511C217849}"/>
              </a:ext>
            </a:extLst>
          </p:cNvPr>
          <p:cNvCxnSpPr>
            <a:cxnSpLocks/>
          </p:cNvCxnSpPr>
          <p:nvPr/>
        </p:nvCxnSpPr>
        <p:spPr>
          <a:xfrm>
            <a:off x="4410634" y="5280211"/>
            <a:ext cx="3600000" cy="0"/>
          </a:xfrm>
          <a:prstGeom prst="straightConnector1">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5" name="直接连接符 4">
            <a:extLst>
              <a:ext uri="{FF2B5EF4-FFF2-40B4-BE49-F238E27FC236}">
                <a16:creationId xmlns:a16="http://schemas.microsoft.com/office/drawing/2014/main" id="{530BC223-0DD7-4E52-8F51-6E04B95E3FC7}"/>
              </a:ext>
            </a:extLst>
          </p:cNvPr>
          <p:cNvCxnSpPr>
            <a:cxnSpLocks/>
          </p:cNvCxnSpPr>
          <p:nvPr/>
        </p:nvCxnSpPr>
        <p:spPr>
          <a:xfrm>
            <a:off x="4410634" y="4141691"/>
            <a:ext cx="0" cy="600635"/>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11" name="直接连接符 10">
            <a:extLst>
              <a:ext uri="{FF2B5EF4-FFF2-40B4-BE49-F238E27FC236}">
                <a16:creationId xmlns:a16="http://schemas.microsoft.com/office/drawing/2014/main" id="{4809B1D6-BC33-4C6C-8ED7-875C7BDEC684}"/>
              </a:ext>
            </a:extLst>
          </p:cNvPr>
          <p:cNvCxnSpPr>
            <a:cxnSpLocks/>
          </p:cNvCxnSpPr>
          <p:nvPr/>
        </p:nvCxnSpPr>
        <p:spPr>
          <a:xfrm>
            <a:off x="4410634" y="5280211"/>
            <a:ext cx="0" cy="600635"/>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pic>
        <p:nvPicPr>
          <p:cNvPr id="7" name="图形 6" descr="摩托车">
            <a:extLst>
              <a:ext uri="{FF2B5EF4-FFF2-40B4-BE49-F238E27FC236}">
                <a16:creationId xmlns:a16="http://schemas.microsoft.com/office/drawing/2014/main" id="{465FB4BB-9D22-4117-9C06-488D6466C735}"/>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362375" y="3882294"/>
            <a:ext cx="504000" cy="504000"/>
          </a:xfrm>
          <a:prstGeom prst="rect">
            <a:avLst/>
          </a:prstGeom>
        </p:spPr>
      </p:pic>
      <p:pic>
        <p:nvPicPr>
          <p:cNvPr id="12" name="图形 11" descr="汽车">
            <a:extLst>
              <a:ext uri="{FF2B5EF4-FFF2-40B4-BE49-F238E27FC236}">
                <a16:creationId xmlns:a16="http://schemas.microsoft.com/office/drawing/2014/main" id="{A7939325-2C25-423A-9A60-A7ACA99D1C84}"/>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614375" y="5151479"/>
            <a:ext cx="504000" cy="504000"/>
          </a:xfrm>
          <a:prstGeom prst="rect">
            <a:avLst/>
          </a:prstGeom>
        </p:spPr>
      </p:pic>
      <p:pic>
        <p:nvPicPr>
          <p:cNvPr id="14" name="图形 13" descr="纸飞机">
            <a:extLst>
              <a:ext uri="{FF2B5EF4-FFF2-40B4-BE49-F238E27FC236}">
                <a16:creationId xmlns:a16="http://schemas.microsoft.com/office/drawing/2014/main" id="{136DA8BA-BC52-4D7B-8B01-3A77AB5AFFE5}"/>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rot="5157446">
            <a:off x="3521650" y="4403433"/>
            <a:ext cx="504000" cy="504000"/>
          </a:xfrm>
          <a:prstGeom prst="rect">
            <a:avLst/>
          </a:prstGeom>
        </p:spPr>
      </p:pic>
      <p:pic>
        <p:nvPicPr>
          <p:cNvPr id="16" name="图形 15" descr="溜冰板">
            <a:extLst>
              <a:ext uri="{FF2B5EF4-FFF2-40B4-BE49-F238E27FC236}">
                <a16:creationId xmlns:a16="http://schemas.microsoft.com/office/drawing/2014/main" id="{C5B0F0A7-4965-41B4-9BFD-D5925A57C048}"/>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919212" y="5584022"/>
            <a:ext cx="504000" cy="504000"/>
          </a:xfrm>
          <a:prstGeom prst="rect">
            <a:avLst/>
          </a:prstGeom>
        </p:spPr>
      </p:pic>
      <p:pic>
        <p:nvPicPr>
          <p:cNvPr id="18" name="图形 17" descr="舞步">
            <a:extLst>
              <a:ext uri="{FF2B5EF4-FFF2-40B4-BE49-F238E27FC236}">
                <a16:creationId xmlns:a16="http://schemas.microsoft.com/office/drawing/2014/main" id="{5DD84FA2-A638-49BD-9789-016DD8BB5784}"/>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1171212" y="4473388"/>
            <a:ext cx="504000" cy="504000"/>
          </a:xfrm>
          <a:prstGeom prst="rect">
            <a:avLst/>
          </a:prstGeom>
        </p:spPr>
      </p:pic>
      <p:pic>
        <p:nvPicPr>
          <p:cNvPr id="22" name="图形 21" descr="摩托车">
            <a:extLst>
              <a:ext uri="{FF2B5EF4-FFF2-40B4-BE49-F238E27FC236}">
                <a16:creationId xmlns:a16="http://schemas.microsoft.com/office/drawing/2014/main" id="{10C1D5CD-0AD8-4913-B135-7B94D74BB13B}"/>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5944811" y="4761375"/>
            <a:ext cx="504000" cy="504000"/>
          </a:xfrm>
          <a:prstGeom prst="rect">
            <a:avLst/>
          </a:prstGeom>
        </p:spPr>
      </p:pic>
      <p:pic>
        <p:nvPicPr>
          <p:cNvPr id="23" name="图形 22" descr="汽车">
            <a:extLst>
              <a:ext uri="{FF2B5EF4-FFF2-40B4-BE49-F238E27FC236}">
                <a16:creationId xmlns:a16="http://schemas.microsoft.com/office/drawing/2014/main" id="{8310E23A-B55D-4BF9-8CFC-6D74A5AFB7F0}"/>
              </a:ext>
            </a:extLst>
          </p:cNvPr>
          <p:cNvPicPr>
            <a:picLocks noChangeAspect="1"/>
          </p:cNvPicPr>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6595421" y="4761375"/>
            <a:ext cx="504000" cy="504000"/>
          </a:xfrm>
          <a:prstGeom prst="rect">
            <a:avLst/>
          </a:prstGeom>
        </p:spPr>
      </p:pic>
      <p:pic>
        <p:nvPicPr>
          <p:cNvPr id="24" name="图形 23" descr="纸飞机">
            <a:extLst>
              <a:ext uri="{FF2B5EF4-FFF2-40B4-BE49-F238E27FC236}">
                <a16:creationId xmlns:a16="http://schemas.microsoft.com/office/drawing/2014/main" id="{2C44981C-2810-4AA0-90BB-41DB4A53CD9E}"/>
              </a:ext>
            </a:extLst>
          </p:cNvPr>
          <p:cNvPicPr>
            <a:picLocks noChangeAspect="1"/>
          </p:cNvPicPr>
          <p:nvPr/>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rot="5157446">
            <a:off x="7246030" y="4761375"/>
            <a:ext cx="504000" cy="504000"/>
          </a:xfrm>
          <a:prstGeom prst="rect">
            <a:avLst/>
          </a:prstGeom>
        </p:spPr>
      </p:pic>
      <p:pic>
        <p:nvPicPr>
          <p:cNvPr id="25" name="图形 24" descr="溜冰板">
            <a:extLst>
              <a:ext uri="{FF2B5EF4-FFF2-40B4-BE49-F238E27FC236}">
                <a16:creationId xmlns:a16="http://schemas.microsoft.com/office/drawing/2014/main" id="{5873B980-E970-4C0E-A6CC-F5EC2998A1FE}"/>
              </a:ext>
            </a:extLst>
          </p:cNvPr>
          <p:cNvPicPr>
            <a:picLocks noChangeAspect="1"/>
          </p:cNvPicPr>
          <p:nvPr/>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4643592" y="4761375"/>
            <a:ext cx="504000" cy="504000"/>
          </a:xfrm>
          <a:prstGeom prst="rect">
            <a:avLst/>
          </a:prstGeom>
        </p:spPr>
      </p:pic>
      <p:pic>
        <p:nvPicPr>
          <p:cNvPr id="26" name="图形 25" descr="舞步">
            <a:extLst>
              <a:ext uri="{FF2B5EF4-FFF2-40B4-BE49-F238E27FC236}">
                <a16:creationId xmlns:a16="http://schemas.microsoft.com/office/drawing/2014/main" id="{61835B95-BBCB-410D-942D-1A87AC82D57D}"/>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5294202" y="4761375"/>
            <a:ext cx="504000" cy="504000"/>
          </a:xfrm>
          <a:prstGeom prst="rect">
            <a:avLst/>
          </a:prstGeom>
        </p:spPr>
      </p:pic>
      <p:cxnSp>
        <p:nvCxnSpPr>
          <p:cNvPr id="27" name="直接箭头连接符 26">
            <a:extLst>
              <a:ext uri="{FF2B5EF4-FFF2-40B4-BE49-F238E27FC236}">
                <a16:creationId xmlns:a16="http://schemas.microsoft.com/office/drawing/2014/main" id="{B2A44DBB-A484-48CE-B7BE-9F9E6280D716}"/>
              </a:ext>
            </a:extLst>
          </p:cNvPr>
          <p:cNvCxnSpPr>
            <a:cxnSpLocks/>
          </p:cNvCxnSpPr>
          <p:nvPr/>
        </p:nvCxnSpPr>
        <p:spPr>
          <a:xfrm>
            <a:off x="3968240" y="5011269"/>
            <a:ext cx="720000" cy="0"/>
          </a:xfrm>
          <a:prstGeom prst="straightConnector1">
            <a:avLst/>
          </a:prstGeom>
          <a:ln w="76200">
            <a:solidFill>
              <a:schemeClr val="bg1">
                <a:lumMod val="85000"/>
              </a:schemeClr>
            </a:solidFill>
            <a:prstDash val="sysDot"/>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633499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文本占位符 98">
            <a:extLst>
              <a:ext uri="{FF2B5EF4-FFF2-40B4-BE49-F238E27FC236}">
                <a16:creationId xmlns:a16="http://schemas.microsoft.com/office/drawing/2014/main" id="{13826DF4-AA6C-412C-9124-19A337372D78}"/>
              </a:ext>
            </a:extLst>
          </p:cNvPr>
          <p:cNvSpPr>
            <a:spLocks noGrp="1"/>
          </p:cNvSpPr>
          <p:nvPr>
            <p:ph type="body" sz="quarter" idx="15"/>
          </p:nvPr>
        </p:nvSpPr>
        <p:spPr/>
        <p:txBody>
          <a:bodyPr/>
          <a:lstStyle/>
          <a:p>
            <a:endParaRPr lang="zh-CN" altLang="en-US"/>
          </a:p>
        </p:txBody>
      </p:sp>
      <p:sp>
        <p:nvSpPr>
          <p:cNvPr id="56" name="文本占位符 55">
            <a:extLst>
              <a:ext uri="{FF2B5EF4-FFF2-40B4-BE49-F238E27FC236}">
                <a16:creationId xmlns:a16="http://schemas.microsoft.com/office/drawing/2014/main" id="{42DFFF02-DC08-448A-BBF3-32E38F764334}"/>
              </a:ext>
            </a:extLst>
          </p:cNvPr>
          <p:cNvSpPr>
            <a:spLocks noGrp="1"/>
          </p:cNvSpPr>
          <p:nvPr>
            <p:ph type="body" sz="quarter" idx="16"/>
          </p:nvPr>
        </p:nvSpPr>
        <p:spPr/>
        <p:txBody>
          <a:bodyPr/>
          <a:lstStyle/>
          <a:p>
            <a:r>
              <a:rPr lang="zh-CN" altLang="en-US" dirty="0"/>
              <a:t>物理地址</a:t>
            </a:r>
            <a:r>
              <a:rPr lang="en-US" altLang="zh-CN" dirty="0"/>
              <a:t>MAC</a:t>
            </a:r>
          </a:p>
          <a:p>
            <a:pPr lvl="1"/>
            <a:r>
              <a:rPr lang="en-US" altLang="zh-CN" dirty="0"/>
              <a:t>Medium Access Control</a:t>
            </a:r>
            <a:r>
              <a:rPr lang="zh-CN" altLang="en-US" dirty="0"/>
              <a:t>，也称硬件地址，是适配器的地址，固化在适配器的</a:t>
            </a:r>
            <a:r>
              <a:rPr lang="en-US" altLang="zh-CN" dirty="0"/>
              <a:t>ROM</a:t>
            </a:r>
            <a:r>
              <a:rPr lang="zh-CN" altLang="en-US" dirty="0"/>
              <a:t>中</a:t>
            </a:r>
            <a:endParaRPr lang="en-US" altLang="zh-CN" dirty="0"/>
          </a:p>
          <a:p>
            <a:r>
              <a:rPr lang="en-US" altLang="zh-CN" dirty="0"/>
              <a:t>IEEE802.3</a:t>
            </a:r>
            <a:r>
              <a:rPr lang="zh-CN" altLang="en-US" dirty="0"/>
              <a:t>规定</a:t>
            </a:r>
            <a:r>
              <a:rPr lang="en-US" altLang="zh-CN" dirty="0"/>
              <a:t>MAC</a:t>
            </a:r>
            <a:r>
              <a:rPr lang="zh-CN" altLang="en-US" dirty="0"/>
              <a:t>地址为长度</a:t>
            </a:r>
            <a:r>
              <a:rPr lang="en-US" altLang="zh-CN" dirty="0"/>
              <a:t>6</a:t>
            </a:r>
            <a:r>
              <a:rPr lang="zh-CN" altLang="en-US" dirty="0"/>
              <a:t>个字节，共</a:t>
            </a:r>
            <a:r>
              <a:rPr lang="en-US" altLang="zh-CN" dirty="0"/>
              <a:t>48</a:t>
            </a:r>
            <a:r>
              <a:rPr lang="zh-CN" altLang="en-US" dirty="0"/>
              <a:t>位</a:t>
            </a:r>
            <a:endParaRPr lang="en-US" altLang="zh-CN" dirty="0"/>
          </a:p>
          <a:p>
            <a:pPr lvl="1"/>
            <a:r>
              <a:rPr lang="zh-CN" altLang="en-US" dirty="0"/>
              <a:t>高</a:t>
            </a:r>
            <a:r>
              <a:rPr lang="en-US" altLang="zh-CN" dirty="0"/>
              <a:t>24</a:t>
            </a:r>
            <a:r>
              <a:rPr lang="zh-CN" altLang="en-US" dirty="0"/>
              <a:t>位</a:t>
            </a:r>
            <a:r>
              <a:rPr lang="en-US" altLang="zh-CN" dirty="0"/>
              <a:t>(</a:t>
            </a:r>
            <a:r>
              <a:rPr lang="zh-CN" altLang="en-US" dirty="0"/>
              <a:t>前</a:t>
            </a:r>
            <a:r>
              <a:rPr lang="en-US" altLang="zh-CN" dirty="0"/>
              <a:t>3</a:t>
            </a:r>
            <a:r>
              <a:rPr lang="zh-CN" altLang="en-US" dirty="0"/>
              <a:t>个字节</a:t>
            </a:r>
            <a:r>
              <a:rPr lang="en-US" altLang="zh-CN" dirty="0"/>
              <a:t>)</a:t>
            </a:r>
            <a:r>
              <a:rPr lang="zh-CN" altLang="en-US" dirty="0"/>
              <a:t>是</a:t>
            </a:r>
            <a:r>
              <a:rPr lang="en-US" altLang="zh-CN" dirty="0"/>
              <a:t>OUI - Organization Unique Identifier</a:t>
            </a:r>
            <a:r>
              <a:rPr lang="zh-CN" altLang="en-US" dirty="0"/>
              <a:t>，由注册机构</a:t>
            </a:r>
            <a:r>
              <a:rPr lang="en-US" altLang="zh-CN" dirty="0"/>
              <a:t>RA</a:t>
            </a:r>
            <a:r>
              <a:rPr lang="zh-CN" altLang="en-US" dirty="0"/>
              <a:t>分配</a:t>
            </a:r>
            <a:endParaRPr lang="en-US" altLang="zh-CN" dirty="0"/>
          </a:p>
          <a:p>
            <a:pPr lvl="1"/>
            <a:r>
              <a:rPr lang="zh-CN" altLang="en-US" dirty="0"/>
              <a:t>低</a:t>
            </a:r>
            <a:r>
              <a:rPr lang="en-US" altLang="zh-CN" dirty="0"/>
              <a:t>24</a:t>
            </a:r>
            <a:r>
              <a:rPr lang="zh-CN" altLang="en-US" dirty="0"/>
              <a:t>位</a:t>
            </a:r>
            <a:r>
              <a:rPr lang="en-US" altLang="zh-CN" dirty="0"/>
              <a:t>(</a:t>
            </a:r>
            <a:r>
              <a:rPr lang="zh-CN" altLang="en-US" dirty="0"/>
              <a:t>后</a:t>
            </a:r>
            <a:r>
              <a:rPr lang="en-US" altLang="zh-CN" dirty="0"/>
              <a:t>3</a:t>
            </a:r>
            <a:r>
              <a:rPr lang="zh-CN" altLang="en-US" dirty="0"/>
              <a:t>个字节</a:t>
            </a:r>
            <a:r>
              <a:rPr lang="en-US" altLang="zh-CN" dirty="0"/>
              <a:t>)</a:t>
            </a:r>
            <a:r>
              <a:rPr lang="zh-CN" altLang="en-US" dirty="0"/>
              <a:t>是</a:t>
            </a:r>
            <a:r>
              <a:rPr lang="en-US" altLang="zh-CN" dirty="0"/>
              <a:t>EUI - Extended Unique Identifier</a:t>
            </a:r>
            <a:r>
              <a:rPr lang="zh-CN" altLang="en-US" dirty="0"/>
              <a:t>，由公司指定</a:t>
            </a:r>
            <a:endParaRPr lang="en-US" altLang="zh-CN" dirty="0"/>
          </a:p>
          <a:p>
            <a:pPr lvl="1"/>
            <a:r>
              <a:rPr lang="zh-CN" altLang="en-US" dirty="0"/>
              <a:t>每</a:t>
            </a:r>
            <a:r>
              <a:rPr lang="en-US" altLang="zh-CN" dirty="0"/>
              <a:t>4</a:t>
            </a:r>
            <a:r>
              <a:rPr lang="zh-CN" altLang="en-US" dirty="0"/>
              <a:t>个比特写成一个</a:t>
            </a:r>
            <a:r>
              <a:rPr lang="en-US" altLang="zh-CN" dirty="0"/>
              <a:t>16</a:t>
            </a:r>
            <a:r>
              <a:rPr lang="zh-CN" altLang="en-US" dirty="0"/>
              <a:t>进制，共</a:t>
            </a:r>
            <a:r>
              <a:rPr lang="en-US" altLang="zh-CN" dirty="0"/>
              <a:t>12</a:t>
            </a:r>
            <a:r>
              <a:rPr lang="zh-CN" altLang="en-US" dirty="0"/>
              <a:t>个</a:t>
            </a:r>
            <a:r>
              <a:rPr lang="en-US" altLang="zh-CN" dirty="0"/>
              <a:t>16</a:t>
            </a:r>
            <a:r>
              <a:rPr lang="zh-CN" altLang="en-US" dirty="0"/>
              <a:t>进制数，每</a:t>
            </a:r>
            <a:r>
              <a:rPr lang="en-US" altLang="zh-CN" dirty="0"/>
              <a:t>2</a:t>
            </a:r>
            <a:r>
              <a:rPr lang="zh-CN" altLang="en-US" dirty="0"/>
              <a:t>个</a:t>
            </a:r>
            <a:r>
              <a:rPr lang="en-US" altLang="zh-CN" dirty="0"/>
              <a:t>16</a:t>
            </a:r>
            <a:r>
              <a:rPr lang="zh-CN" altLang="en-US" dirty="0"/>
              <a:t>进制数之间用冒号隔开</a:t>
            </a:r>
            <a:endParaRPr lang="en-US" altLang="zh-CN" dirty="0"/>
          </a:p>
          <a:p>
            <a:pPr lvl="1"/>
            <a:r>
              <a:rPr lang="en-US" altLang="zh-CN" dirty="0"/>
              <a:t>48</a:t>
            </a:r>
            <a:r>
              <a:rPr lang="zh-CN" altLang="en-US" dirty="0"/>
              <a:t>位</a:t>
            </a:r>
            <a:r>
              <a:rPr lang="en-US" altLang="zh-CN" dirty="0"/>
              <a:t>=24</a:t>
            </a:r>
            <a:r>
              <a:rPr lang="zh-CN" altLang="en-US" dirty="0"/>
              <a:t>位</a:t>
            </a:r>
            <a:r>
              <a:rPr lang="en-US" altLang="zh-CN" dirty="0"/>
              <a:t>OUI+24</a:t>
            </a:r>
            <a:r>
              <a:rPr lang="zh-CN" altLang="en-US" dirty="0"/>
              <a:t>位</a:t>
            </a:r>
            <a:r>
              <a:rPr lang="en-US" altLang="zh-CN" dirty="0"/>
              <a:t>EUI</a:t>
            </a:r>
          </a:p>
        </p:txBody>
      </p:sp>
      <p:sp>
        <p:nvSpPr>
          <p:cNvPr id="58" name="文本占位符 57">
            <a:extLst>
              <a:ext uri="{FF2B5EF4-FFF2-40B4-BE49-F238E27FC236}">
                <a16:creationId xmlns:a16="http://schemas.microsoft.com/office/drawing/2014/main" id="{ADD077C0-BB93-45EC-8EB5-78309D7C76B3}"/>
              </a:ext>
            </a:extLst>
          </p:cNvPr>
          <p:cNvSpPr>
            <a:spLocks noGrp="1"/>
          </p:cNvSpPr>
          <p:nvPr>
            <p:ph type="body" sz="quarter" idx="13"/>
          </p:nvPr>
        </p:nvSpPr>
        <p:spPr/>
        <p:txBody>
          <a:bodyPr/>
          <a:lstStyle/>
          <a:p>
            <a:r>
              <a:rPr lang="en-US" altLang="zh-CN" dirty="0"/>
              <a:t>MAC</a:t>
            </a:r>
            <a:r>
              <a:rPr lang="zh-CN" altLang="en-US" dirty="0"/>
              <a:t>地址</a:t>
            </a:r>
          </a:p>
        </p:txBody>
      </p:sp>
      <p:graphicFrame>
        <p:nvGraphicFramePr>
          <p:cNvPr id="45" name="表格 3">
            <a:extLst>
              <a:ext uri="{FF2B5EF4-FFF2-40B4-BE49-F238E27FC236}">
                <a16:creationId xmlns:a16="http://schemas.microsoft.com/office/drawing/2014/main" id="{0F04CC80-0EA8-4B10-8378-068C3A376CED}"/>
              </a:ext>
            </a:extLst>
          </p:cNvPr>
          <p:cNvGraphicFramePr>
            <a:graphicFrameLocks noGrp="1"/>
          </p:cNvGraphicFramePr>
          <p:nvPr>
            <p:extLst>
              <p:ext uri="{D42A27DB-BD31-4B8C-83A1-F6EECF244321}">
                <p14:modId xmlns:p14="http://schemas.microsoft.com/office/powerpoint/2010/main" val="3492950151"/>
              </p:ext>
            </p:extLst>
          </p:nvPr>
        </p:nvGraphicFramePr>
        <p:xfrm>
          <a:off x="736795" y="3591653"/>
          <a:ext cx="8128002" cy="741680"/>
        </p:xfrm>
        <a:graphic>
          <a:graphicData uri="http://schemas.openxmlformats.org/drawingml/2006/table">
            <a:tbl>
              <a:tblPr firstRow="1" bandRow="1">
                <a:tableStyleId>{5C22544A-7EE6-4342-B048-85BDC9FD1C3A}</a:tableStyleId>
              </a:tblPr>
              <a:tblGrid>
                <a:gridCol w="1354667">
                  <a:extLst>
                    <a:ext uri="{9D8B030D-6E8A-4147-A177-3AD203B41FA5}">
                      <a16:colId xmlns:a16="http://schemas.microsoft.com/office/drawing/2014/main" val="1823227545"/>
                    </a:ext>
                  </a:extLst>
                </a:gridCol>
                <a:gridCol w="1354667">
                  <a:extLst>
                    <a:ext uri="{9D8B030D-6E8A-4147-A177-3AD203B41FA5}">
                      <a16:colId xmlns:a16="http://schemas.microsoft.com/office/drawing/2014/main" val="3534235243"/>
                    </a:ext>
                  </a:extLst>
                </a:gridCol>
                <a:gridCol w="1354667">
                  <a:extLst>
                    <a:ext uri="{9D8B030D-6E8A-4147-A177-3AD203B41FA5}">
                      <a16:colId xmlns:a16="http://schemas.microsoft.com/office/drawing/2014/main" val="75341418"/>
                    </a:ext>
                  </a:extLst>
                </a:gridCol>
                <a:gridCol w="1354667">
                  <a:extLst>
                    <a:ext uri="{9D8B030D-6E8A-4147-A177-3AD203B41FA5}">
                      <a16:colId xmlns:a16="http://schemas.microsoft.com/office/drawing/2014/main" val="3371756490"/>
                    </a:ext>
                  </a:extLst>
                </a:gridCol>
                <a:gridCol w="1354667">
                  <a:extLst>
                    <a:ext uri="{9D8B030D-6E8A-4147-A177-3AD203B41FA5}">
                      <a16:colId xmlns:a16="http://schemas.microsoft.com/office/drawing/2014/main" val="1849303493"/>
                    </a:ext>
                  </a:extLst>
                </a:gridCol>
                <a:gridCol w="1354667">
                  <a:extLst>
                    <a:ext uri="{9D8B030D-6E8A-4147-A177-3AD203B41FA5}">
                      <a16:colId xmlns:a16="http://schemas.microsoft.com/office/drawing/2014/main" val="1839698458"/>
                    </a:ext>
                  </a:extLst>
                </a:gridCol>
              </a:tblGrid>
              <a:tr h="370840">
                <a:tc gridSpan="3">
                  <a:txBody>
                    <a:bodyPr/>
                    <a:lstStyle/>
                    <a:p>
                      <a:pPr algn="ctr"/>
                      <a:r>
                        <a:rPr lang="en-US" altLang="zh-CN" sz="1600" b="0" baseline="0" dirty="0">
                          <a:solidFill>
                            <a:schemeClr val="tx1"/>
                          </a:solidFill>
                          <a:latin typeface="微软雅黑 Light" panose="020B0502040204020203" pitchFamily="34" charset="-122"/>
                          <a:ea typeface="微软雅黑 Light" panose="020B0502040204020203" pitchFamily="34" charset="-122"/>
                        </a:rPr>
                        <a:t>OUI</a:t>
                      </a:r>
                      <a:endParaRPr lang="zh-CN" altLang="en-US" sz="1600" b="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baseline="0" dirty="0">
                        <a:solidFill>
                          <a:schemeClr val="tx1"/>
                        </a:solidFill>
                        <a:latin typeface="Cuprum"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baseline="0" dirty="0">
                        <a:solidFill>
                          <a:schemeClr val="tx1"/>
                        </a:solidFill>
                        <a:latin typeface="Cuprum"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en-US" altLang="zh-CN" sz="1600" b="0" baseline="0" dirty="0">
                          <a:solidFill>
                            <a:schemeClr val="tx1"/>
                          </a:solidFill>
                          <a:latin typeface="微软雅黑 Light" panose="020B0502040204020203" pitchFamily="34" charset="-122"/>
                          <a:ea typeface="微软雅黑 Light" panose="020B0502040204020203" pitchFamily="34" charset="-122"/>
                        </a:rPr>
                        <a:t>EUI</a:t>
                      </a:r>
                      <a:endParaRPr lang="zh-CN" altLang="en-US" sz="1600" b="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baseline="0" dirty="0">
                        <a:solidFill>
                          <a:schemeClr val="tx1"/>
                        </a:solidFill>
                        <a:latin typeface="Cuprum"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baseline="0" dirty="0">
                        <a:solidFill>
                          <a:schemeClr val="tx1"/>
                        </a:solidFill>
                        <a:latin typeface="Cuprum"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algn="ctr"/>
                      <a:r>
                        <a:rPr lang="zh-CN" altLang="en-US" sz="16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600" b="0" baseline="0" dirty="0">
                          <a:solidFill>
                            <a:schemeClr val="tx1"/>
                          </a:solidFill>
                          <a:latin typeface="微软雅黑 Light" panose="020B0502040204020203" pitchFamily="34" charset="-122"/>
                          <a:ea typeface="微软雅黑 Light" panose="020B0502040204020203" pitchFamily="34" charset="-122"/>
                        </a:rPr>
                        <a:t>1</a:t>
                      </a:r>
                      <a:r>
                        <a:rPr lang="zh-CN" altLang="en-US" sz="16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zh-CN" altLang="en-US" sz="16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600" b="0" baseline="0" dirty="0">
                          <a:solidFill>
                            <a:schemeClr val="tx1"/>
                          </a:solidFill>
                          <a:latin typeface="微软雅黑 Light" panose="020B0502040204020203" pitchFamily="34" charset="-122"/>
                          <a:ea typeface="微软雅黑 Light" panose="020B0502040204020203" pitchFamily="34" charset="-122"/>
                        </a:rPr>
                        <a:t>2</a:t>
                      </a:r>
                      <a:r>
                        <a:rPr lang="zh-CN" altLang="en-US" sz="16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rgbClr val="C5E0B4"/>
                    </a:solidFill>
                  </a:tcPr>
                </a:tc>
                <a:tc>
                  <a:txBody>
                    <a:bodyPr/>
                    <a:lstStyle/>
                    <a:p>
                      <a:pPr algn="ctr"/>
                      <a:r>
                        <a:rPr lang="zh-CN" altLang="en-US" sz="16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600" b="0" baseline="0" dirty="0">
                          <a:solidFill>
                            <a:schemeClr val="tx1"/>
                          </a:solidFill>
                          <a:latin typeface="微软雅黑 Light" panose="020B0502040204020203" pitchFamily="34" charset="-122"/>
                          <a:ea typeface="微软雅黑 Light" panose="020B0502040204020203" pitchFamily="34" charset="-122"/>
                        </a:rPr>
                        <a:t>3</a:t>
                      </a:r>
                      <a:r>
                        <a:rPr lang="zh-CN" altLang="en-US" sz="16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rgbClr val="C5E0B4"/>
                    </a:solidFill>
                  </a:tcPr>
                </a:tc>
                <a:tc>
                  <a:txBody>
                    <a:bodyPr/>
                    <a:lstStyle/>
                    <a:p>
                      <a:pPr algn="ctr"/>
                      <a:r>
                        <a:rPr lang="zh-CN" altLang="en-US" sz="16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600" b="0" baseline="0" dirty="0">
                          <a:solidFill>
                            <a:schemeClr val="tx1"/>
                          </a:solidFill>
                          <a:latin typeface="微软雅黑 Light" panose="020B0502040204020203" pitchFamily="34" charset="-122"/>
                          <a:ea typeface="微软雅黑 Light" panose="020B0502040204020203" pitchFamily="34" charset="-122"/>
                        </a:rPr>
                        <a:t>4</a:t>
                      </a:r>
                      <a:r>
                        <a:rPr lang="zh-CN" altLang="en-US" sz="16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600" b="0" baseline="0" dirty="0">
                          <a:solidFill>
                            <a:schemeClr val="tx1"/>
                          </a:solidFill>
                          <a:latin typeface="微软雅黑 Light" panose="020B0502040204020203" pitchFamily="34" charset="-122"/>
                          <a:ea typeface="微软雅黑 Light" panose="020B0502040204020203" pitchFamily="34" charset="-122"/>
                        </a:rPr>
                        <a:t>5</a:t>
                      </a:r>
                      <a:r>
                        <a:rPr lang="zh-CN" altLang="en-US" sz="16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600" b="0" baseline="0" dirty="0">
                          <a:solidFill>
                            <a:schemeClr val="tx1"/>
                          </a:solidFill>
                          <a:latin typeface="微软雅黑 Light" panose="020B0502040204020203" pitchFamily="34" charset="-122"/>
                          <a:ea typeface="微软雅黑 Light" panose="020B0502040204020203" pitchFamily="34" charset="-122"/>
                        </a:rPr>
                        <a:t>6</a:t>
                      </a:r>
                      <a:r>
                        <a:rPr lang="zh-CN" altLang="en-US" sz="16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bl>
          </a:graphicData>
        </a:graphic>
      </p:graphicFrame>
      <p:graphicFrame>
        <p:nvGraphicFramePr>
          <p:cNvPr id="46" name="表格 3">
            <a:extLst>
              <a:ext uri="{FF2B5EF4-FFF2-40B4-BE49-F238E27FC236}">
                <a16:creationId xmlns:a16="http://schemas.microsoft.com/office/drawing/2014/main" id="{C059DABE-9BCF-426A-AD14-88FB27E6ADCD}"/>
              </a:ext>
            </a:extLst>
          </p:cNvPr>
          <p:cNvGraphicFramePr>
            <a:graphicFrameLocks noGrp="1"/>
          </p:cNvGraphicFramePr>
          <p:nvPr>
            <p:extLst>
              <p:ext uri="{D42A27DB-BD31-4B8C-83A1-F6EECF244321}">
                <p14:modId xmlns:p14="http://schemas.microsoft.com/office/powerpoint/2010/main" val="2572585997"/>
              </p:ext>
            </p:extLst>
          </p:nvPr>
        </p:nvGraphicFramePr>
        <p:xfrm>
          <a:off x="736794" y="5161752"/>
          <a:ext cx="8128000" cy="741680"/>
        </p:xfrm>
        <a:graphic>
          <a:graphicData uri="http://schemas.openxmlformats.org/drawingml/2006/table">
            <a:tbl>
              <a:tblPr firstRow="1" bandRow="1">
                <a:tableStyleId>{5C22544A-7EE6-4342-B048-85BDC9FD1C3A}</a:tableStyleId>
              </a:tblPr>
              <a:tblGrid>
                <a:gridCol w="1016000">
                  <a:extLst>
                    <a:ext uri="{9D8B030D-6E8A-4147-A177-3AD203B41FA5}">
                      <a16:colId xmlns:a16="http://schemas.microsoft.com/office/drawing/2014/main" val="1823227545"/>
                    </a:ext>
                  </a:extLst>
                </a:gridCol>
                <a:gridCol w="1016000">
                  <a:extLst>
                    <a:ext uri="{9D8B030D-6E8A-4147-A177-3AD203B41FA5}">
                      <a16:colId xmlns:a16="http://schemas.microsoft.com/office/drawing/2014/main" val="3534235243"/>
                    </a:ext>
                  </a:extLst>
                </a:gridCol>
                <a:gridCol w="1016000">
                  <a:extLst>
                    <a:ext uri="{9D8B030D-6E8A-4147-A177-3AD203B41FA5}">
                      <a16:colId xmlns:a16="http://schemas.microsoft.com/office/drawing/2014/main" val="75341418"/>
                    </a:ext>
                  </a:extLst>
                </a:gridCol>
                <a:gridCol w="1016000">
                  <a:extLst>
                    <a:ext uri="{9D8B030D-6E8A-4147-A177-3AD203B41FA5}">
                      <a16:colId xmlns:a16="http://schemas.microsoft.com/office/drawing/2014/main" val="3371756490"/>
                    </a:ext>
                  </a:extLst>
                </a:gridCol>
                <a:gridCol w="1016000">
                  <a:extLst>
                    <a:ext uri="{9D8B030D-6E8A-4147-A177-3AD203B41FA5}">
                      <a16:colId xmlns:a16="http://schemas.microsoft.com/office/drawing/2014/main" val="1849303493"/>
                    </a:ext>
                  </a:extLst>
                </a:gridCol>
                <a:gridCol w="1016000">
                  <a:extLst>
                    <a:ext uri="{9D8B030D-6E8A-4147-A177-3AD203B41FA5}">
                      <a16:colId xmlns:a16="http://schemas.microsoft.com/office/drawing/2014/main" val="1839698458"/>
                    </a:ext>
                  </a:extLst>
                </a:gridCol>
                <a:gridCol w="1016000">
                  <a:extLst>
                    <a:ext uri="{9D8B030D-6E8A-4147-A177-3AD203B41FA5}">
                      <a16:colId xmlns:a16="http://schemas.microsoft.com/office/drawing/2014/main" val="3703376589"/>
                    </a:ext>
                  </a:extLst>
                </a:gridCol>
                <a:gridCol w="1016000">
                  <a:extLst>
                    <a:ext uri="{9D8B030D-6E8A-4147-A177-3AD203B41FA5}">
                      <a16:colId xmlns:a16="http://schemas.microsoft.com/office/drawing/2014/main" val="421086447"/>
                    </a:ext>
                  </a:extLst>
                </a:gridCol>
              </a:tblGrid>
              <a:tr h="370840">
                <a:tc>
                  <a:txBody>
                    <a:bodyPr/>
                    <a:lstStyle/>
                    <a:p>
                      <a:pPr algn="ctr"/>
                      <a:r>
                        <a:rPr lang="zh-CN" altLang="en-US" sz="14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400" b="0" baseline="0" dirty="0">
                          <a:solidFill>
                            <a:schemeClr val="tx1"/>
                          </a:solidFill>
                          <a:latin typeface="微软雅黑 Light" panose="020B0502040204020203" pitchFamily="34" charset="-122"/>
                          <a:ea typeface="微软雅黑 Light" panose="020B0502040204020203" pitchFamily="34" charset="-122"/>
                        </a:rPr>
                        <a:t>8</a:t>
                      </a:r>
                      <a:r>
                        <a:rPr lang="zh-CN" altLang="en-US" sz="1400" b="0" baseline="0" dirty="0">
                          <a:solidFill>
                            <a:schemeClr val="tx1"/>
                          </a:solidFill>
                          <a:latin typeface="微软雅黑 Light" panose="020B0502040204020203" pitchFamily="34" charset="-122"/>
                          <a:ea typeface="微软雅黑 Light" panose="020B0502040204020203" pitchFamily="34" charset="-122"/>
                        </a:rPr>
                        <a:t>位</a:t>
                      </a: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400" b="0" baseline="0" dirty="0">
                          <a:solidFill>
                            <a:schemeClr val="tx1"/>
                          </a:solidFill>
                          <a:latin typeface="微软雅黑 Light" panose="020B0502040204020203" pitchFamily="34" charset="-122"/>
                          <a:ea typeface="微软雅黑 Light" panose="020B0502040204020203" pitchFamily="34" charset="-122"/>
                        </a:rPr>
                        <a:t>7</a:t>
                      </a:r>
                      <a:r>
                        <a:rPr lang="zh-CN" altLang="en-US" sz="1400" b="0" baseline="0" dirty="0">
                          <a:solidFill>
                            <a:schemeClr val="tx1"/>
                          </a:solidFill>
                          <a:latin typeface="微软雅黑 Light" panose="020B0502040204020203" pitchFamily="34" charset="-122"/>
                          <a:ea typeface="微软雅黑 Light" panose="020B0502040204020203" pitchFamily="34" charset="-122"/>
                        </a:rPr>
                        <a:t>位</a:t>
                      </a: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400" b="0" baseline="0" dirty="0">
                          <a:solidFill>
                            <a:schemeClr val="tx1"/>
                          </a:solidFill>
                          <a:latin typeface="微软雅黑 Light" panose="020B0502040204020203" pitchFamily="34" charset="-122"/>
                          <a:ea typeface="微软雅黑 Light" panose="020B0502040204020203" pitchFamily="34" charset="-122"/>
                        </a:rPr>
                        <a:t>6</a:t>
                      </a:r>
                      <a:r>
                        <a:rPr lang="zh-CN" altLang="en-US" sz="1400" b="0" baseline="0" dirty="0">
                          <a:solidFill>
                            <a:schemeClr val="tx1"/>
                          </a:solidFill>
                          <a:latin typeface="微软雅黑 Light" panose="020B0502040204020203" pitchFamily="34" charset="-122"/>
                          <a:ea typeface="微软雅黑 Light" panose="020B0502040204020203" pitchFamily="34" charset="-122"/>
                        </a:rPr>
                        <a:t>位</a:t>
                      </a: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400" b="0" baseline="0" dirty="0">
                          <a:solidFill>
                            <a:schemeClr val="tx1"/>
                          </a:solidFill>
                          <a:latin typeface="微软雅黑 Light" panose="020B0502040204020203" pitchFamily="34" charset="-122"/>
                          <a:ea typeface="微软雅黑 Light" panose="020B0502040204020203" pitchFamily="34" charset="-122"/>
                        </a:rPr>
                        <a:t>5</a:t>
                      </a:r>
                      <a:r>
                        <a:rPr lang="zh-CN" altLang="en-US" sz="1400" b="0" baseline="0" dirty="0">
                          <a:solidFill>
                            <a:schemeClr val="tx1"/>
                          </a:solidFill>
                          <a:latin typeface="微软雅黑 Light" panose="020B0502040204020203" pitchFamily="34" charset="-122"/>
                          <a:ea typeface="微软雅黑 Light" panose="020B0502040204020203" pitchFamily="34" charset="-122"/>
                        </a:rPr>
                        <a:t>位</a:t>
                      </a: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400" b="0" baseline="0" dirty="0">
                          <a:solidFill>
                            <a:schemeClr val="tx1"/>
                          </a:solidFill>
                          <a:latin typeface="微软雅黑 Light" panose="020B0502040204020203" pitchFamily="34" charset="-122"/>
                          <a:ea typeface="微软雅黑 Light" panose="020B0502040204020203" pitchFamily="34" charset="-122"/>
                        </a:rPr>
                        <a:t>4</a:t>
                      </a:r>
                      <a:r>
                        <a:rPr lang="zh-CN" altLang="en-US" sz="1400" b="0" baseline="0" dirty="0">
                          <a:solidFill>
                            <a:schemeClr val="tx1"/>
                          </a:solidFill>
                          <a:latin typeface="微软雅黑 Light" panose="020B0502040204020203" pitchFamily="34" charset="-122"/>
                          <a:ea typeface="微软雅黑 Light" panose="020B0502040204020203" pitchFamily="34" charset="-122"/>
                        </a:rPr>
                        <a:t>位</a:t>
                      </a: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400" b="0" baseline="0" dirty="0">
                          <a:solidFill>
                            <a:schemeClr val="tx1"/>
                          </a:solidFill>
                          <a:latin typeface="微软雅黑 Light" panose="020B0502040204020203" pitchFamily="34" charset="-122"/>
                          <a:ea typeface="微软雅黑 Light" panose="020B0502040204020203" pitchFamily="34" charset="-122"/>
                        </a:rPr>
                        <a:t>3</a:t>
                      </a:r>
                      <a:r>
                        <a:rPr lang="zh-CN" altLang="en-US" sz="1400" b="0" baseline="0" dirty="0">
                          <a:solidFill>
                            <a:schemeClr val="tx1"/>
                          </a:solidFill>
                          <a:latin typeface="微软雅黑 Light" panose="020B0502040204020203" pitchFamily="34" charset="-122"/>
                          <a:ea typeface="微软雅黑 Light" panose="020B0502040204020203" pitchFamily="34" charset="-122"/>
                        </a:rPr>
                        <a:t>位</a:t>
                      </a: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400" b="0" baseline="0" dirty="0">
                          <a:solidFill>
                            <a:schemeClr val="tx1"/>
                          </a:solidFill>
                          <a:latin typeface="微软雅黑 Light" panose="020B0502040204020203" pitchFamily="34" charset="-122"/>
                          <a:ea typeface="微软雅黑 Light" panose="020B0502040204020203" pitchFamily="34" charset="-122"/>
                        </a:rPr>
                        <a:t>2</a:t>
                      </a:r>
                      <a:r>
                        <a:rPr lang="zh-CN" altLang="en-US" sz="1400" b="0" baseline="0" dirty="0">
                          <a:solidFill>
                            <a:schemeClr val="tx1"/>
                          </a:solidFill>
                          <a:latin typeface="微软雅黑 Light" panose="020B0502040204020203" pitchFamily="34" charset="-122"/>
                          <a:ea typeface="微软雅黑 Light" panose="020B0502040204020203" pitchFamily="34" charset="-122"/>
                        </a:rPr>
                        <a:t>位</a:t>
                      </a:r>
                      <a:r>
                        <a:rPr lang="en-US" altLang="zh-CN" sz="1400" b="0" baseline="0" dirty="0">
                          <a:solidFill>
                            <a:schemeClr val="tx1"/>
                          </a:solidFill>
                          <a:latin typeface="微软雅黑 Light" panose="020B0502040204020203" pitchFamily="34" charset="-122"/>
                          <a:ea typeface="微软雅黑 Light" panose="020B0502040204020203" pitchFamily="34" charset="-122"/>
                        </a:rPr>
                        <a:t>G/L</a:t>
                      </a:r>
                      <a:endParaRPr lang="zh-CN" altLang="en-US" sz="1400" b="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400" b="0" baseline="0" dirty="0">
                          <a:solidFill>
                            <a:schemeClr val="tx1"/>
                          </a:solidFill>
                          <a:latin typeface="微软雅黑 Light" panose="020B0502040204020203" pitchFamily="34" charset="-122"/>
                          <a:ea typeface="微软雅黑 Light" panose="020B0502040204020203" pitchFamily="34" charset="-122"/>
                        </a:rPr>
                        <a:t>1</a:t>
                      </a:r>
                      <a:r>
                        <a:rPr lang="zh-CN" altLang="en-US" sz="1400" b="0" baseline="0" dirty="0">
                          <a:solidFill>
                            <a:schemeClr val="tx1"/>
                          </a:solidFill>
                          <a:latin typeface="微软雅黑 Light" panose="020B0502040204020203" pitchFamily="34" charset="-122"/>
                          <a:ea typeface="微软雅黑 Light" panose="020B0502040204020203" pitchFamily="34" charset="-122"/>
                        </a:rPr>
                        <a:t>位</a:t>
                      </a:r>
                      <a:r>
                        <a:rPr lang="en-US" altLang="zh-CN" sz="1400" b="0" baseline="0" dirty="0">
                          <a:solidFill>
                            <a:schemeClr val="tx1"/>
                          </a:solidFill>
                          <a:latin typeface="微软雅黑 Light" panose="020B0502040204020203" pitchFamily="34" charset="-122"/>
                          <a:ea typeface="微软雅黑 Light" panose="020B0502040204020203" pitchFamily="34" charset="-122"/>
                        </a:rPr>
                        <a:t>I/G</a:t>
                      </a:r>
                      <a:endParaRPr lang="zh-CN" altLang="en-US" sz="1400" b="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algn="ctr"/>
                      <a:r>
                        <a:rPr lang="en-US" altLang="zh-CN" sz="1600" baseline="0" dirty="0">
                          <a:solidFill>
                            <a:schemeClr val="tx1"/>
                          </a:solidFill>
                          <a:latin typeface="微软雅黑 Light" panose="020B0502040204020203" pitchFamily="34" charset="-122"/>
                          <a:ea typeface="微软雅黑 Light" panose="020B0502040204020203" pitchFamily="34" charset="-122"/>
                        </a:rPr>
                        <a:t>b7</a:t>
                      </a: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chemeClr val="tx1"/>
                          </a:solidFill>
                          <a:latin typeface="微软雅黑 Light" panose="020B0502040204020203" pitchFamily="34" charset="-122"/>
                          <a:ea typeface="微软雅黑 Light" panose="020B0502040204020203" pitchFamily="34" charset="-122"/>
                        </a:rPr>
                        <a:t>b6</a:t>
                      </a: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chemeClr val="tx1"/>
                          </a:solidFill>
                          <a:latin typeface="微软雅黑 Light" panose="020B0502040204020203" pitchFamily="34" charset="-122"/>
                          <a:ea typeface="微软雅黑 Light" panose="020B0502040204020203" pitchFamily="34" charset="-122"/>
                        </a:rPr>
                        <a:t>b5</a:t>
                      </a: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chemeClr val="tx1"/>
                          </a:solidFill>
                          <a:latin typeface="微软雅黑 Light" panose="020B0502040204020203" pitchFamily="34" charset="-122"/>
                          <a:ea typeface="微软雅黑 Light" panose="020B0502040204020203" pitchFamily="34" charset="-122"/>
                        </a:rPr>
                        <a:t>b4</a:t>
                      </a: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chemeClr val="tx1"/>
                          </a:solidFill>
                          <a:latin typeface="微软雅黑 Light" panose="020B0502040204020203" pitchFamily="34" charset="-122"/>
                          <a:ea typeface="微软雅黑 Light" panose="020B0502040204020203" pitchFamily="34" charset="-122"/>
                        </a:rPr>
                        <a:t>b3</a:t>
                      </a: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chemeClr val="tx1"/>
                          </a:solidFill>
                          <a:latin typeface="微软雅黑 Light" panose="020B0502040204020203" pitchFamily="34" charset="-122"/>
                          <a:ea typeface="微软雅黑 Light" panose="020B0502040204020203" pitchFamily="34" charset="-122"/>
                        </a:rPr>
                        <a:t>b2</a:t>
                      </a: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chemeClr val="accent1"/>
                          </a:solidFill>
                          <a:latin typeface="微软雅黑 Light" panose="020B0502040204020203" pitchFamily="34" charset="-122"/>
                          <a:ea typeface="微软雅黑 Light" panose="020B0502040204020203" pitchFamily="34" charset="-122"/>
                        </a:rPr>
                        <a:t>b1</a:t>
                      </a:r>
                      <a:endParaRPr lang="zh-CN" altLang="en-US" sz="1600" baseline="0" dirty="0">
                        <a:solidFill>
                          <a:schemeClr val="accent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rgbClr val="FF0000"/>
                          </a:solidFill>
                          <a:latin typeface="微软雅黑 Light" panose="020B0502040204020203" pitchFamily="34" charset="-122"/>
                          <a:ea typeface="微软雅黑 Light" panose="020B0502040204020203" pitchFamily="34" charset="-122"/>
                        </a:rPr>
                        <a:t>b0</a:t>
                      </a:r>
                      <a:endParaRPr lang="zh-CN" altLang="en-US" sz="1600" baseline="0" dirty="0">
                        <a:solidFill>
                          <a:srgbClr val="FF0000"/>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bl>
          </a:graphicData>
        </a:graphic>
      </p:graphicFrame>
      <p:sp>
        <p:nvSpPr>
          <p:cNvPr id="47" name="等腰三角形 10">
            <a:extLst>
              <a:ext uri="{FF2B5EF4-FFF2-40B4-BE49-F238E27FC236}">
                <a16:creationId xmlns:a16="http://schemas.microsoft.com/office/drawing/2014/main" id="{D837348C-D630-4023-910C-5BFC6666108A}"/>
              </a:ext>
            </a:extLst>
          </p:cNvPr>
          <p:cNvSpPr/>
          <p:nvPr/>
        </p:nvSpPr>
        <p:spPr>
          <a:xfrm>
            <a:off x="1182523" y="4396178"/>
            <a:ext cx="7428271" cy="720000"/>
          </a:xfrm>
          <a:custGeom>
            <a:avLst/>
            <a:gdLst>
              <a:gd name="connsiteX0" fmla="*/ 0 w 7236542"/>
              <a:gd name="connsiteY0" fmla="*/ 535754 h 535754"/>
              <a:gd name="connsiteX1" fmla="*/ 3618271 w 7236542"/>
              <a:gd name="connsiteY1" fmla="*/ 0 h 535754"/>
              <a:gd name="connsiteX2" fmla="*/ 7236542 w 7236542"/>
              <a:gd name="connsiteY2" fmla="*/ 535754 h 535754"/>
              <a:gd name="connsiteX3" fmla="*/ 0 w 7236542"/>
              <a:gd name="connsiteY3" fmla="*/ 535754 h 535754"/>
              <a:gd name="connsiteX0" fmla="*/ 0 w 7236542"/>
              <a:gd name="connsiteY0" fmla="*/ 643909 h 643909"/>
              <a:gd name="connsiteX1" fmla="*/ 294968 w 7236542"/>
              <a:gd name="connsiteY1" fmla="*/ 0 h 643909"/>
              <a:gd name="connsiteX2" fmla="*/ 7236542 w 7236542"/>
              <a:gd name="connsiteY2" fmla="*/ 643909 h 643909"/>
              <a:gd name="connsiteX3" fmla="*/ 0 w 7236542"/>
              <a:gd name="connsiteY3" fmla="*/ 643909 h 643909"/>
            </a:gdLst>
            <a:ahLst/>
            <a:cxnLst>
              <a:cxn ang="0">
                <a:pos x="connsiteX0" y="connsiteY0"/>
              </a:cxn>
              <a:cxn ang="0">
                <a:pos x="connsiteX1" y="connsiteY1"/>
              </a:cxn>
              <a:cxn ang="0">
                <a:pos x="connsiteX2" y="connsiteY2"/>
              </a:cxn>
              <a:cxn ang="0">
                <a:pos x="connsiteX3" y="connsiteY3"/>
              </a:cxn>
            </a:cxnLst>
            <a:rect l="l" t="t" r="r" b="b"/>
            <a:pathLst>
              <a:path w="7236542" h="643909">
                <a:moveTo>
                  <a:pt x="0" y="643909"/>
                </a:moveTo>
                <a:lnTo>
                  <a:pt x="294968" y="0"/>
                </a:lnTo>
                <a:lnTo>
                  <a:pt x="7236542" y="643909"/>
                </a:lnTo>
                <a:lnTo>
                  <a:pt x="0" y="643909"/>
                </a:lnTo>
                <a:close/>
              </a:path>
            </a:pathLst>
          </a:custGeom>
          <a:gradFill flip="none" rotWithShape="1">
            <a:gsLst>
              <a:gs pos="0">
                <a:schemeClr val="bg1">
                  <a:lumMod val="50000"/>
                </a:schemeClr>
              </a:gs>
              <a:gs pos="100000">
                <a:schemeClr val="bg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文本框 47">
            <a:extLst>
              <a:ext uri="{FF2B5EF4-FFF2-40B4-BE49-F238E27FC236}">
                <a16:creationId xmlns:a16="http://schemas.microsoft.com/office/drawing/2014/main" id="{A0E596CF-A2DF-490E-9D39-909A273BCB7A}"/>
              </a:ext>
            </a:extLst>
          </p:cNvPr>
          <p:cNvSpPr txBox="1"/>
          <p:nvPr/>
        </p:nvSpPr>
        <p:spPr>
          <a:xfrm>
            <a:off x="9154575" y="6110382"/>
            <a:ext cx="1632178" cy="307777"/>
          </a:xfrm>
          <a:prstGeom prst="rect">
            <a:avLst/>
          </a:prstGeom>
          <a:noFill/>
        </p:spPr>
        <p:txBody>
          <a:bodyPr wrap="none" rtlCol="0">
            <a:spAutoFit/>
          </a:bodyPr>
          <a:lstStyle/>
          <a:p>
            <a:pPr algn="l">
              <a:spcBef>
                <a:spcPts val="600"/>
              </a:spcBef>
              <a:spcAft>
                <a:spcPts val="600"/>
              </a:spcAft>
            </a:pPr>
            <a:r>
              <a:rPr lang="en-US" altLang="zh-CN" sz="1400" kern="100" dirty="0">
                <a:solidFill>
                  <a:srgbClr val="FF0000"/>
                </a:solidFill>
                <a:effectLst/>
                <a:latin typeface="微软雅黑 Light" panose="020B0502040204020203" pitchFamily="34" charset="-122"/>
                <a:ea typeface="微软雅黑 Light" panose="020B0502040204020203" pitchFamily="34" charset="-122"/>
                <a:cs typeface="Times New Roman" panose="02020603050405020304" pitchFamily="18" charset="0"/>
              </a:rPr>
              <a:t>0</a:t>
            </a:r>
            <a:r>
              <a:rPr lang="zh-CN" altLang="en-US" sz="1400" kern="100" dirty="0">
                <a:solidFill>
                  <a:srgbClr val="FF0000"/>
                </a:solidFill>
                <a:effectLst/>
                <a:latin typeface="微软雅黑 Light" panose="020B0502040204020203" pitchFamily="34" charset="-122"/>
                <a:ea typeface="微软雅黑 Light" panose="020B0502040204020203" pitchFamily="34" charset="-122"/>
                <a:cs typeface="Times New Roman" panose="02020603050405020304" pitchFamily="18" charset="0"/>
              </a:rPr>
              <a:t>：单播</a:t>
            </a:r>
            <a:r>
              <a:rPr lang="zh-CN" altLang="en-US" sz="1400" kern="100" dirty="0">
                <a:solidFill>
                  <a:srgbClr val="FF0000"/>
                </a:solidFill>
                <a:latin typeface="微软雅黑 Light" panose="020B0502040204020203" pitchFamily="34" charset="-122"/>
                <a:ea typeface="微软雅黑 Light" panose="020B0502040204020203" pitchFamily="34" charset="-122"/>
                <a:cs typeface="Times New Roman" panose="02020603050405020304" pitchFamily="18" charset="0"/>
              </a:rPr>
              <a:t>；</a:t>
            </a:r>
            <a:r>
              <a:rPr lang="en-US" altLang="zh-CN" sz="1400" kern="100" dirty="0">
                <a:solidFill>
                  <a:srgbClr val="FF0000"/>
                </a:solidFill>
                <a:latin typeface="微软雅黑 Light" panose="020B0502040204020203" pitchFamily="34" charset="-122"/>
                <a:ea typeface="微软雅黑 Light" panose="020B0502040204020203" pitchFamily="34" charset="-122"/>
                <a:cs typeface="Times New Roman" panose="02020603050405020304" pitchFamily="18" charset="0"/>
              </a:rPr>
              <a:t>1</a:t>
            </a:r>
            <a:r>
              <a:rPr lang="zh-CN" altLang="en-US" sz="1400" kern="100" dirty="0">
                <a:solidFill>
                  <a:srgbClr val="FF0000"/>
                </a:solidFill>
                <a:latin typeface="微软雅黑 Light" panose="020B0502040204020203" pitchFamily="34" charset="-122"/>
                <a:ea typeface="微软雅黑 Light" panose="020B0502040204020203" pitchFamily="34" charset="-122"/>
                <a:cs typeface="Times New Roman" panose="02020603050405020304" pitchFamily="18" charset="0"/>
              </a:rPr>
              <a:t>：组播</a:t>
            </a:r>
            <a:endParaRPr lang="zh-CN" altLang="en-US" sz="1400" kern="100" dirty="0">
              <a:solidFill>
                <a:srgbClr val="FF0000"/>
              </a:solidFill>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49" name="文本框 48">
            <a:extLst>
              <a:ext uri="{FF2B5EF4-FFF2-40B4-BE49-F238E27FC236}">
                <a16:creationId xmlns:a16="http://schemas.microsoft.com/office/drawing/2014/main" id="{3DBAF4DF-9234-4CFB-BD09-63B1F61C743E}"/>
              </a:ext>
            </a:extLst>
          </p:cNvPr>
          <p:cNvSpPr txBox="1"/>
          <p:nvPr/>
        </p:nvSpPr>
        <p:spPr>
          <a:xfrm>
            <a:off x="9154575" y="5778434"/>
            <a:ext cx="2350323" cy="307777"/>
          </a:xfrm>
          <a:prstGeom prst="rect">
            <a:avLst/>
          </a:prstGeom>
          <a:noFill/>
        </p:spPr>
        <p:txBody>
          <a:bodyPr wrap="none" rtlCol="0">
            <a:spAutoFit/>
          </a:bodyPr>
          <a:lstStyle/>
          <a:p>
            <a:pPr algn="l">
              <a:spcBef>
                <a:spcPts val="600"/>
              </a:spcBef>
              <a:spcAft>
                <a:spcPts val="600"/>
              </a:spcAft>
            </a:pPr>
            <a:r>
              <a:rPr lang="en-US" altLang="zh-CN" sz="1400" kern="100" dirty="0">
                <a:solidFill>
                  <a:schemeClr val="accent1"/>
                </a:solidFill>
                <a:effectLst/>
                <a:latin typeface="微软雅黑 Light" panose="020B0502040204020203" pitchFamily="34" charset="-122"/>
                <a:ea typeface="微软雅黑 Light" panose="020B0502040204020203" pitchFamily="34" charset="-122"/>
                <a:cs typeface="Times New Roman" panose="02020603050405020304" pitchFamily="18" charset="0"/>
              </a:rPr>
              <a:t>0</a:t>
            </a:r>
            <a:r>
              <a:rPr lang="zh-CN" altLang="en-US" sz="1400" kern="100" dirty="0">
                <a:solidFill>
                  <a:schemeClr val="accent1"/>
                </a:solidFill>
                <a:effectLst/>
                <a:latin typeface="微软雅黑 Light" panose="020B0502040204020203" pitchFamily="34" charset="-122"/>
                <a:ea typeface="微软雅黑 Light" panose="020B0502040204020203" pitchFamily="34" charset="-122"/>
                <a:cs typeface="Times New Roman" panose="02020603050405020304" pitchFamily="18" charset="0"/>
              </a:rPr>
              <a:t>：全球管理；</a:t>
            </a:r>
            <a:r>
              <a:rPr lang="en-US" altLang="zh-CN" sz="1400" kern="100" dirty="0">
                <a:solidFill>
                  <a:schemeClr val="accent1"/>
                </a:solidFill>
                <a:latin typeface="微软雅黑 Light" panose="020B0502040204020203" pitchFamily="34" charset="-122"/>
                <a:ea typeface="微软雅黑 Light" panose="020B0502040204020203" pitchFamily="34" charset="-122"/>
                <a:cs typeface="Times New Roman" panose="02020603050405020304" pitchFamily="18" charset="0"/>
              </a:rPr>
              <a:t>1</a:t>
            </a:r>
            <a:r>
              <a:rPr lang="zh-CN" altLang="en-US" sz="1400" kern="100" dirty="0">
                <a:solidFill>
                  <a:schemeClr val="accent1"/>
                </a:solidFill>
                <a:latin typeface="微软雅黑 Light" panose="020B0502040204020203" pitchFamily="34" charset="-122"/>
                <a:ea typeface="微软雅黑 Light" panose="020B0502040204020203" pitchFamily="34" charset="-122"/>
                <a:cs typeface="Times New Roman" panose="02020603050405020304" pitchFamily="18" charset="0"/>
              </a:rPr>
              <a:t>：本地管理</a:t>
            </a:r>
            <a:endParaRPr lang="zh-CN" altLang="en-US" sz="1400" kern="100" dirty="0">
              <a:solidFill>
                <a:schemeClr val="accent1"/>
              </a:solidFill>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grpSp>
        <p:nvGrpSpPr>
          <p:cNvPr id="64" name="组合 63">
            <a:extLst>
              <a:ext uri="{FF2B5EF4-FFF2-40B4-BE49-F238E27FC236}">
                <a16:creationId xmlns:a16="http://schemas.microsoft.com/office/drawing/2014/main" id="{B071178C-A550-4CD5-B82E-61CC8947D368}"/>
              </a:ext>
            </a:extLst>
          </p:cNvPr>
          <p:cNvGrpSpPr>
            <a:grpSpLocks noChangeAspect="1"/>
          </p:cNvGrpSpPr>
          <p:nvPr/>
        </p:nvGrpSpPr>
        <p:grpSpPr>
          <a:xfrm flipH="1">
            <a:off x="11673088" y="5688350"/>
            <a:ext cx="429262" cy="1080000"/>
            <a:chOff x="2502883" y="745871"/>
            <a:chExt cx="1886020" cy="4745130"/>
          </a:xfrm>
        </p:grpSpPr>
        <p:sp>
          <p:nvSpPr>
            <p:cNvPr id="65" name="任意多边形: 形状 64">
              <a:extLst>
                <a:ext uri="{FF2B5EF4-FFF2-40B4-BE49-F238E27FC236}">
                  <a16:creationId xmlns:a16="http://schemas.microsoft.com/office/drawing/2014/main" id="{4F125111-A6F2-4567-845D-97E1E682D33B}"/>
                </a:ext>
              </a:extLst>
            </p:cNvPr>
            <p:cNvSpPr/>
            <p:nvPr/>
          </p:nvSpPr>
          <p:spPr>
            <a:xfrm>
              <a:off x="2502883" y="745871"/>
              <a:ext cx="1886020" cy="4734469"/>
            </a:xfrm>
            <a:custGeom>
              <a:avLst/>
              <a:gdLst>
                <a:gd name="connsiteX0" fmla="*/ 1884245 w 1886020"/>
                <a:gd name="connsiteY0" fmla="*/ 523393 h 4734469"/>
                <a:gd name="connsiteX1" fmla="*/ 1874265 w 1886020"/>
                <a:gd name="connsiteY1" fmla="*/ 495786 h 4734469"/>
                <a:gd name="connsiteX2" fmla="*/ 1867783 w 1886020"/>
                <a:gd name="connsiteY2" fmla="*/ 465103 h 4734469"/>
                <a:gd name="connsiteX3" fmla="*/ 1850007 w 1886020"/>
                <a:gd name="connsiteY3" fmla="*/ 460490 h 4734469"/>
                <a:gd name="connsiteX4" fmla="*/ 1844762 w 1886020"/>
                <a:gd name="connsiteY4" fmla="*/ 448260 h 4734469"/>
                <a:gd name="connsiteX5" fmla="*/ 1805863 w 1886020"/>
                <a:gd name="connsiteY5" fmla="*/ 417944 h 4734469"/>
                <a:gd name="connsiteX6" fmla="*/ 1870331 w 1886020"/>
                <a:gd name="connsiteY6" fmla="*/ 358921 h 4734469"/>
                <a:gd name="connsiteX7" fmla="*/ 1861299 w 1886020"/>
                <a:gd name="connsiteY7" fmla="*/ 324137 h 4734469"/>
                <a:gd name="connsiteX8" fmla="*/ 1851393 w 1886020"/>
                <a:gd name="connsiteY8" fmla="*/ 326774 h 4734469"/>
                <a:gd name="connsiteX9" fmla="*/ 1796830 w 1886020"/>
                <a:gd name="connsiteY9" fmla="*/ 349255 h 4734469"/>
                <a:gd name="connsiteX10" fmla="*/ 1765943 w 1886020"/>
                <a:gd name="connsiteY10" fmla="*/ 363534 h 4734469"/>
                <a:gd name="connsiteX11" fmla="*/ 1693315 w 1886020"/>
                <a:gd name="connsiteY11" fmla="*/ 436543 h 4734469"/>
                <a:gd name="connsiteX12" fmla="*/ 1648150 w 1886020"/>
                <a:gd name="connsiteY12" fmla="*/ 518706 h 4734469"/>
                <a:gd name="connsiteX13" fmla="*/ 1638535 w 1886020"/>
                <a:gd name="connsiteY13" fmla="*/ 574946 h 4734469"/>
                <a:gd name="connsiteX14" fmla="*/ 1638663 w 1886020"/>
                <a:gd name="connsiteY14" fmla="*/ 580662 h 4734469"/>
                <a:gd name="connsiteX15" fmla="*/ 1613134 w 1886020"/>
                <a:gd name="connsiteY15" fmla="*/ 587941 h 4734469"/>
                <a:gd name="connsiteX16" fmla="*/ 1591981 w 1886020"/>
                <a:gd name="connsiteY16" fmla="*/ 643937 h 4734469"/>
                <a:gd name="connsiteX17" fmla="*/ 1578159 w 1886020"/>
                <a:gd name="connsiteY17" fmla="*/ 669479 h 4734469"/>
                <a:gd name="connsiteX18" fmla="*/ 1563141 w 1886020"/>
                <a:gd name="connsiteY18" fmla="*/ 681284 h 4734469"/>
                <a:gd name="connsiteX19" fmla="*/ 1533375 w 1886020"/>
                <a:gd name="connsiteY19" fmla="*/ 756751 h 4734469"/>
                <a:gd name="connsiteX20" fmla="*/ 1485671 w 1886020"/>
                <a:gd name="connsiteY20" fmla="*/ 856861 h 4734469"/>
                <a:gd name="connsiteX21" fmla="*/ 1415921 w 1886020"/>
                <a:gd name="connsiteY21" fmla="*/ 918590 h 4734469"/>
                <a:gd name="connsiteX22" fmla="*/ 1406812 w 1886020"/>
                <a:gd name="connsiteY22" fmla="*/ 937801 h 4734469"/>
                <a:gd name="connsiteX23" fmla="*/ 1382456 w 1886020"/>
                <a:gd name="connsiteY23" fmla="*/ 945325 h 4734469"/>
                <a:gd name="connsiteX24" fmla="*/ 1315988 w 1886020"/>
                <a:gd name="connsiteY24" fmla="*/ 955470 h 4734469"/>
                <a:gd name="connsiteX25" fmla="*/ 1237040 w 1886020"/>
                <a:gd name="connsiteY25" fmla="*/ 944378 h 4734469"/>
                <a:gd name="connsiteX26" fmla="*/ 1220194 w 1886020"/>
                <a:gd name="connsiteY26" fmla="*/ 945880 h 4734469"/>
                <a:gd name="connsiteX27" fmla="*/ 1206377 w 1886020"/>
                <a:gd name="connsiteY27" fmla="*/ 941040 h 4734469"/>
                <a:gd name="connsiteX28" fmla="*/ 1175042 w 1886020"/>
                <a:gd name="connsiteY28" fmla="*/ 928647 h 4734469"/>
                <a:gd name="connsiteX29" fmla="*/ 1145313 w 1886020"/>
                <a:gd name="connsiteY29" fmla="*/ 940191 h 4734469"/>
                <a:gd name="connsiteX30" fmla="*/ 1126295 w 1886020"/>
                <a:gd name="connsiteY30" fmla="*/ 912187 h 4734469"/>
                <a:gd name="connsiteX31" fmla="*/ 1097455 w 1886020"/>
                <a:gd name="connsiteY31" fmla="*/ 898352 h 4734469"/>
                <a:gd name="connsiteX32" fmla="*/ 1087927 w 1886020"/>
                <a:gd name="connsiteY32" fmla="*/ 876721 h 4734469"/>
                <a:gd name="connsiteX33" fmla="*/ 1059155 w 1886020"/>
                <a:gd name="connsiteY33" fmla="*/ 877769 h 4734469"/>
                <a:gd name="connsiteX34" fmla="*/ 990638 w 1886020"/>
                <a:gd name="connsiteY34" fmla="*/ 848823 h 4734469"/>
                <a:gd name="connsiteX35" fmla="*/ 927078 w 1886020"/>
                <a:gd name="connsiteY35" fmla="*/ 829834 h 4734469"/>
                <a:gd name="connsiteX36" fmla="*/ 917154 w 1886020"/>
                <a:gd name="connsiteY36" fmla="*/ 810211 h 4734469"/>
                <a:gd name="connsiteX37" fmla="*/ 909914 w 1886020"/>
                <a:gd name="connsiteY37" fmla="*/ 795381 h 4734469"/>
                <a:gd name="connsiteX38" fmla="*/ 871407 w 1886020"/>
                <a:gd name="connsiteY38" fmla="*/ 783885 h 4734469"/>
                <a:gd name="connsiteX39" fmla="*/ 826658 w 1886020"/>
                <a:gd name="connsiteY39" fmla="*/ 791587 h 4734469"/>
                <a:gd name="connsiteX40" fmla="*/ 825164 w 1886020"/>
                <a:gd name="connsiteY40" fmla="*/ 785828 h 4734469"/>
                <a:gd name="connsiteX41" fmla="*/ 775558 w 1886020"/>
                <a:gd name="connsiteY41" fmla="*/ 724921 h 4734469"/>
                <a:gd name="connsiteX42" fmla="*/ 716782 w 1886020"/>
                <a:gd name="connsiteY42" fmla="*/ 701026 h 4734469"/>
                <a:gd name="connsiteX43" fmla="*/ 716446 w 1886020"/>
                <a:gd name="connsiteY43" fmla="*/ 695553 h 4734469"/>
                <a:gd name="connsiteX44" fmla="*/ 728319 w 1886020"/>
                <a:gd name="connsiteY44" fmla="*/ 619469 h 4734469"/>
                <a:gd name="connsiteX45" fmla="*/ 731107 w 1886020"/>
                <a:gd name="connsiteY45" fmla="*/ 611455 h 4734469"/>
                <a:gd name="connsiteX46" fmla="*/ 925349 w 1886020"/>
                <a:gd name="connsiteY46" fmla="*/ 278594 h 4734469"/>
                <a:gd name="connsiteX47" fmla="*/ 853616 w 1886020"/>
                <a:gd name="connsiteY47" fmla="*/ 154334 h 4734469"/>
                <a:gd name="connsiteX48" fmla="*/ 851478 w 1886020"/>
                <a:gd name="connsiteY48" fmla="*/ 137960 h 4734469"/>
                <a:gd name="connsiteX49" fmla="*/ 835001 w 1886020"/>
                <a:gd name="connsiteY49" fmla="*/ 106065 h 4734469"/>
                <a:gd name="connsiteX50" fmla="*/ 778219 w 1886020"/>
                <a:gd name="connsiteY50" fmla="*/ 54216 h 4734469"/>
                <a:gd name="connsiteX51" fmla="*/ 755492 w 1886020"/>
                <a:gd name="connsiteY51" fmla="*/ 43891 h 4734469"/>
                <a:gd name="connsiteX52" fmla="*/ 632527 w 1886020"/>
                <a:gd name="connsiteY52" fmla="*/ -120 h 4734469"/>
                <a:gd name="connsiteX53" fmla="*/ 511529 w 1886020"/>
                <a:gd name="connsiteY53" fmla="*/ 21702 h 4734469"/>
                <a:gd name="connsiteX54" fmla="*/ 508469 w 1886020"/>
                <a:gd name="connsiteY54" fmla="*/ 21555 h 4734469"/>
                <a:gd name="connsiteX55" fmla="*/ 505410 w 1886020"/>
                <a:gd name="connsiteY55" fmla="*/ 21409 h 4734469"/>
                <a:gd name="connsiteX56" fmla="*/ 501768 w 1886020"/>
                <a:gd name="connsiteY56" fmla="*/ 21043 h 4734469"/>
                <a:gd name="connsiteX57" fmla="*/ 469278 w 1886020"/>
                <a:gd name="connsiteY57" fmla="*/ 25730 h 4734469"/>
                <a:gd name="connsiteX58" fmla="*/ 463524 w 1886020"/>
                <a:gd name="connsiteY58" fmla="*/ 36933 h 4734469"/>
                <a:gd name="connsiteX59" fmla="*/ 461484 w 1886020"/>
                <a:gd name="connsiteY59" fmla="*/ 40668 h 4734469"/>
                <a:gd name="connsiteX60" fmla="*/ 461484 w 1886020"/>
                <a:gd name="connsiteY60" fmla="*/ 40668 h 4734469"/>
                <a:gd name="connsiteX61" fmla="*/ 456312 w 1886020"/>
                <a:gd name="connsiteY61" fmla="*/ 47698 h 4734469"/>
                <a:gd name="connsiteX62" fmla="*/ 456312 w 1886020"/>
                <a:gd name="connsiteY62" fmla="*/ 47698 h 4734469"/>
                <a:gd name="connsiteX63" fmla="*/ 403061 w 1886020"/>
                <a:gd name="connsiteY63" fmla="*/ 77869 h 4734469"/>
                <a:gd name="connsiteX64" fmla="*/ 324532 w 1886020"/>
                <a:gd name="connsiteY64" fmla="*/ 186540 h 4734469"/>
                <a:gd name="connsiteX65" fmla="*/ 325625 w 1886020"/>
                <a:gd name="connsiteY65" fmla="*/ 324210 h 4734469"/>
                <a:gd name="connsiteX66" fmla="*/ 354726 w 1886020"/>
                <a:gd name="connsiteY66" fmla="*/ 387041 h 4734469"/>
                <a:gd name="connsiteX67" fmla="*/ 354729 w 1886020"/>
                <a:gd name="connsiteY67" fmla="*/ 387125 h 4734469"/>
                <a:gd name="connsiteX68" fmla="*/ 354368 w 1886020"/>
                <a:gd name="connsiteY68" fmla="*/ 386850 h 4734469"/>
                <a:gd name="connsiteX69" fmla="*/ 242435 w 1886020"/>
                <a:gd name="connsiteY69" fmla="*/ 498129 h 4734469"/>
                <a:gd name="connsiteX70" fmla="*/ 361648 w 1886020"/>
                <a:gd name="connsiteY70" fmla="*/ 435424 h 4734469"/>
                <a:gd name="connsiteX71" fmla="*/ 363141 w 1886020"/>
                <a:gd name="connsiteY71" fmla="*/ 441669 h 4734469"/>
                <a:gd name="connsiteX72" fmla="*/ 385505 w 1886020"/>
                <a:gd name="connsiteY72" fmla="*/ 505671 h 4734469"/>
                <a:gd name="connsiteX73" fmla="*/ 435987 w 1886020"/>
                <a:gd name="connsiteY73" fmla="*/ 563961 h 4734469"/>
                <a:gd name="connsiteX74" fmla="*/ 453319 w 1886020"/>
                <a:gd name="connsiteY74" fmla="*/ 565943 h 4734469"/>
                <a:gd name="connsiteX75" fmla="*/ 457839 w 1886020"/>
                <a:gd name="connsiteY75" fmla="*/ 565708 h 4734469"/>
                <a:gd name="connsiteX76" fmla="*/ 446055 w 1886020"/>
                <a:gd name="connsiteY76" fmla="*/ 677019 h 4734469"/>
                <a:gd name="connsiteX77" fmla="*/ 404147 w 1886020"/>
                <a:gd name="connsiteY77" fmla="*/ 688604 h 4734469"/>
                <a:gd name="connsiteX78" fmla="*/ 387200 w 1886020"/>
                <a:gd name="connsiteY78" fmla="*/ 697652 h 4734469"/>
                <a:gd name="connsiteX79" fmla="*/ 369682 w 1886020"/>
                <a:gd name="connsiteY79" fmla="*/ 689015 h 4734469"/>
                <a:gd name="connsiteX80" fmla="*/ 245299 w 1886020"/>
                <a:gd name="connsiteY80" fmla="*/ 695605 h 4734469"/>
                <a:gd name="connsiteX81" fmla="*/ 143191 w 1886020"/>
                <a:gd name="connsiteY81" fmla="*/ 869154 h 4734469"/>
                <a:gd name="connsiteX82" fmla="*/ 97334 w 1886020"/>
                <a:gd name="connsiteY82" fmla="*/ 900423 h 4734469"/>
                <a:gd name="connsiteX83" fmla="*/ 89426 w 1886020"/>
                <a:gd name="connsiteY83" fmla="*/ 915458 h 4734469"/>
                <a:gd name="connsiteX84" fmla="*/ 75452 w 1886020"/>
                <a:gd name="connsiteY84" fmla="*/ 925468 h 4734469"/>
                <a:gd name="connsiteX85" fmla="*/ 27541 w 1886020"/>
                <a:gd name="connsiteY85" fmla="*/ 953154 h 4734469"/>
                <a:gd name="connsiteX86" fmla="*/ -34 w 1886020"/>
                <a:gd name="connsiteY86" fmla="*/ 999620 h 4734469"/>
                <a:gd name="connsiteX87" fmla="*/ 8434 w 1886020"/>
                <a:gd name="connsiteY87" fmla="*/ 1038698 h 4734469"/>
                <a:gd name="connsiteX88" fmla="*/ 40317 w 1886020"/>
                <a:gd name="connsiteY88" fmla="*/ 1099798 h 4734469"/>
                <a:gd name="connsiteX89" fmla="*/ 27433 w 1886020"/>
                <a:gd name="connsiteY89" fmla="*/ 1130006 h 4734469"/>
                <a:gd name="connsiteX90" fmla="*/ 38612 w 1886020"/>
                <a:gd name="connsiteY90" fmla="*/ 1216252 h 4734469"/>
                <a:gd name="connsiteX91" fmla="*/ 27292 w 1886020"/>
                <a:gd name="connsiteY91" fmla="*/ 1291511 h 4734469"/>
                <a:gd name="connsiteX92" fmla="*/ 78979 w 1886020"/>
                <a:gd name="connsiteY92" fmla="*/ 1580927 h 4734469"/>
                <a:gd name="connsiteX93" fmla="*/ 91251 w 1886020"/>
                <a:gd name="connsiteY93" fmla="*/ 1628525 h 4734469"/>
                <a:gd name="connsiteX94" fmla="*/ 70077 w 1886020"/>
                <a:gd name="connsiteY94" fmla="*/ 1716517 h 4734469"/>
                <a:gd name="connsiteX95" fmla="*/ 107198 w 1886020"/>
                <a:gd name="connsiteY95" fmla="*/ 1902274 h 4734469"/>
                <a:gd name="connsiteX96" fmla="*/ 105750 w 1886020"/>
                <a:gd name="connsiteY96" fmla="*/ 1989837 h 4734469"/>
                <a:gd name="connsiteX97" fmla="*/ 130737 w 1886020"/>
                <a:gd name="connsiteY97" fmla="*/ 2042751 h 4734469"/>
                <a:gd name="connsiteX98" fmla="*/ 163624 w 1886020"/>
                <a:gd name="connsiteY98" fmla="*/ 2141265 h 4734469"/>
                <a:gd name="connsiteX99" fmla="*/ 236572 w 1886020"/>
                <a:gd name="connsiteY99" fmla="*/ 2228163 h 4734469"/>
                <a:gd name="connsiteX100" fmla="*/ 236300 w 1886020"/>
                <a:gd name="connsiteY100" fmla="*/ 2412053 h 4734469"/>
                <a:gd name="connsiteX101" fmla="*/ 265444 w 1886020"/>
                <a:gd name="connsiteY101" fmla="*/ 2401299 h 4734469"/>
                <a:gd name="connsiteX102" fmla="*/ 330016 w 1886020"/>
                <a:gd name="connsiteY102" fmla="*/ 2655748 h 4734469"/>
                <a:gd name="connsiteX103" fmla="*/ 376474 w 1886020"/>
                <a:gd name="connsiteY103" fmla="*/ 2730632 h 4734469"/>
                <a:gd name="connsiteX104" fmla="*/ 394604 w 1886020"/>
                <a:gd name="connsiteY104" fmla="*/ 2789975 h 4734469"/>
                <a:gd name="connsiteX105" fmla="*/ 446089 w 1886020"/>
                <a:gd name="connsiteY105" fmla="*/ 3004200 h 4734469"/>
                <a:gd name="connsiteX106" fmla="*/ 469814 w 1886020"/>
                <a:gd name="connsiteY106" fmla="*/ 3180333 h 4734469"/>
                <a:gd name="connsiteX107" fmla="*/ 481889 w 1886020"/>
                <a:gd name="connsiteY107" fmla="*/ 3300881 h 4734469"/>
                <a:gd name="connsiteX108" fmla="*/ 497206 w 1886020"/>
                <a:gd name="connsiteY108" fmla="*/ 3322008 h 4734469"/>
                <a:gd name="connsiteX109" fmla="*/ 497458 w 1886020"/>
                <a:gd name="connsiteY109" fmla="*/ 3349846 h 4734469"/>
                <a:gd name="connsiteX110" fmla="*/ 472035 w 1886020"/>
                <a:gd name="connsiteY110" fmla="*/ 3558699 h 4734469"/>
                <a:gd name="connsiteX111" fmla="*/ 455363 w 1886020"/>
                <a:gd name="connsiteY111" fmla="*/ 3581867 h 4734469"/>
                <a:gd name="connsiteX112" fmla="*/ 376617 w 1886020"/>
                <a:gd name="connsiteY112" fmla="*/ 3789983 h 4734469"/>
                <a:gd name="connsiteX113" fmla="*/ 323803 w 1886020"/>
                <a:gd name="connsiteY113" fmla="*/ 4224670 h 4734469"/>
                <a:gd name="connsiteX114" fmla="*/ 269897 w 1886020"/>
                <a:gd name="connsiteY114" fmla="*/ 4290356 h 4734469"/>
                <a:gd name="connsiteX115" fmla="*/ 242653 w 1886020"/>
                <a:gd name="connsiteY115" fmla="*/ 4425902 h 4734469"/>
                <a:gd name="connsiteX116" fmla="*/ 245130 w 1886020"/>
                <a:gd name="connsiteY116" fmla="*/ 4448237 h 4734469"/>
                <a:gd name="connsiteX117" fmla="*/ 268367 w 1886020"/>
                <a:gd name="connsiteY117" fmla="*/ 4467643 h 4734469"/>
                <a:gd name="connsiteX118" fmla="*/ 281062 w 1886020"/>
                <a:gd name="connsiteY118" fmla="*/ 4473643 h 4734469"/>
                <a:gd name="connsiteX119" fmla="*/ 273678 w 1886020"/>
                <a:gd name="connsiteY119" fmla="*/ 4504884 h 4734469"/>
                <a:gd name="connsiteX120" fmla="*/ 223785 w 1886020"/>
                <a:gd name="connsiteY120" fmla="*/ 4478920 h 4734469"/>
                <a:gd name="connsiteX121" fmla="*/ 197562 w 1886020"/>
                <a:gd name="connsiteY121" fmla="*/ 4694067 h 4734469"/>
                <a:gd name="connsiteX122" fmla="*/ 200110 w 1886020"/>
                <a:gd name="connsiteY122" fmla="*/ 4707613 h 4734469"/>
                <a:gd name="connsiteX123" fmla="*/ 217011 w 1886020"/>
                <a:gd name="connsiteY123" fmla="*/ 4715815 h 4734469"/>
                <a:gd name="connsiteX124" fmla="*/ 430232 w 1886020"/>
                <a:gd name="connsiteY124" fmla="*/ 4734343 h 4734469"/>
                <a:gd name="connsiteX125" fmla="*/ 603607 w 1886020"/>
                <a:gd name="connsiteY125" fmla="*/ 4725262 h 4734469"/>
                <a:gd name="connsiteX126" fmla="*/ 662684 w 1886020"/>
                <a:gd name="connsiteY126" fmla="*/ 4720722 h 4734469"/>
                <a:gd name="connsiteX127" fmla="*/ 843635 w 1886020"/>
                <a:gd name="connsiteY127" fmla="*/ 4698241 h 4734469"/>
                <a:gd name="connsiteX128" fmla="*/ 916335 w 1886020"/>
                <a:gd name="connsiteY128" fmla="*/ 4666093 h 4734469"/>
                <a:gd name="connsiteX129" fmla="*/ 932144 w 1886020"/>
                <a:gd name="connsiteY129" fmla="*/ 4593231 h 4734469"/>
                <a:gd name="connsiteX130" fmla="*/ 932070 w 1886020"/>
                <a:gd name="connsiteY130" fmla="*/ 4593011 h 4734469"/>
                <a:gd name="connsiteX131" fmla="*/ 844873 w 1886020"/>
                <a:gd name="connsiteY131" fmla="*/ 4558374 h 4734469"/>
                <a:gd name="connsiteX132" fmla="*/ 753524 w 1886020"/>
                <a:gd name="connsiteY132" fmla="*/ 4529302 h 4734469"/>
                <a:gd name="connsiteX133" fmla="*/ 734593 w 1886020"/>
                <a:gd name="connsiteY133" fmla="*/ 4518606 h 4734469"/>
                <a:gd name="connsiteX134" fmla="*/ 739537 w 1886020"/>
                <a:gd name="connsiteY134" fmla="*/ 4517219 h 4734469"/>
                <a:gd name="connsiteX135" fmla="*/ 815225 w 1886020"/>
                <a:gd name="connsiteY135" fmla="*/ 4473721 h 4734469"/>
                <a:gd name="connsiteX136" fmla="*/ 913204 w 1886020"/>
                <a:gd name="connsiteY136" fmla="*/ 4451240 h 4734469"/>
                <a:gd name="connsiteX137" fmla="*/ 1008777 w 1886020"/>
                <a:gd name="connsiteY137" fmla="*/ 4421948 h 4734469"/>
                <a:gd name="connsiteX138" fmla="*/ 1047167 w 1886020"/>
                <a:gd name="connsiteY138" fmla="*/ 4341177 h 4734469"/>
                <a:gd name="connsiteX139" fmla="*/ 1045565 w 1886020"/>
                <a:gd name="connsiteY139" fmla="*/ 4334806 h 4734469"/>
                <a:gd name="connsiteX140" fmla="*/ 966018 w 1886020"/>
                <a:gd name="connsiteY140" fmla="*/ 4275418 h 4734469"/>
                <a:gd name="connsiteX141" fmla="*/ 869350 w 1886020"/>
                <a:gd name="connsiteY141" fmla="*/ 4240780 h 4734469"/>
                <a:gd name="connsiteX142" fmla="*/ 865416 w 1886020"/>
                <a:gd name="connsiteY142" fmla="*/ 4237558 h 4734469"/>
                <a:gd name="connsiteX143" fmla="*/ 858312 w 1886020"/>
                <a:gd name="connsiteY143" fmla="*/ 4231890 h 4734469"/>
                <a:gd name="connsiteX144" fmla="*/ 866202 w 1886020"/>
                <a:gd name="connsiteY144" fmla="*/ 4198483 h 4734469"/>
                <a:gd name="connsiteX145" fmla="*/ 846828 w 1886020"/>
                <a:gd name="connsiteY145" fmla="*/ 4146993 h 4734469"/>
                <a:gd name="connsiteX146" fmla="*/ 827606 w 1886020"/>
                <a:gd name="connsiteY146" fmla="*/ 4040589 h 4734469"/>
                <a:gd name="connsiteX147" fmla="*/ 769290 w 1886020"/>
                <a:gd name="connsiteY147" fmla="*/ 3774485 h 4734469"/>
                <a:gd name="connsiteX148" fmla="*/ 762475 w 1886020"/>
                <a:gd name="connsiteY148" fmla="*/ 3744253 h 4734469"/>
                <a:gd name="connsiteX149" fmla="*/ 836934 w 1886020"/>
                <a:gd name="connsiteY149" fmla="*/ 3624999 h 4734469"/>
                <a:gd name="connsiteX150" fmla="*/ 908250 w 1886020"/>
                <a:gd name="connsiteY150" fmla="*/ 3483961 h 4734469"/>
                <a:gd name="connsiteX151" fmla="*/ 919032 w 1886020"/>
                <a:gd name="connsiteY151" fmla="*/ 3436142 h 4734469"/>
                <a:gd name="connsiteX152" fmla="*/ 1024295 w 1886020"/>
                <a:gd name="connsiteY152" fmla="*/ 2880409 h 4734469"/>
                <a:gd name="connsiteX153" fmla="*/ 1033661 w 1886020"/>
                <a:gd name="connsiteY153" fmla="*/ 2800068 h 4734469"/>
                <a:gd name="connsiteX154" fmla="*/ 1047473 w 1886020"/>
                <a:gd name="connsiteY154" fmla="*/ 2724013 h 4734469"/>
                <a:gd name="connsiteX155" fmla="*/ 1058970 w 1886020"/>
                <a:gd name="connsiteY155" fmla="*/ 2622350 h 4734469"/>
                <a:gd name="connsiteX156" fmla="*/ 1047617 w 1886020"/>
                <a:gd name="connsiteY156" fmla="*/ 2488368 h 4734469"/>
                <a:gd name="connsiteX157" fmla="*/ 1042031 w 1886020"/>
                <a:gd name="connsiteY157" fmla="*/ 2396930 h 4734469"/>
                <a:gd name="connsiteX158" fmla="*/ 1038963 w 1886020"/>
                <a:gd name="connsiteY158" fmla="*/ 2381416 h 4734469"/>
                <a:gd name="connsiteX159" fmla="*/ 1037129 w 1886020"/>
                <a:gd name="connsiteY159" fmla="*/ 2373822 h 4734469"/>
                <a:gd name="connsiteX160" fmla="*/ 1019095 w 1886020"/>
                <a:gd name="connsiteY160" fmla="*/ 2324047 h 4734469"/>
                <a:gd name="connsiteX161" fmla="*/ 1005573 w 1886020"/>
                <a:gd name="connsiteY161" fmla="*/ 2296263 h 4734469"/>
                <a:gd name="connsiteX162" fmla="*/ 995240 w 1886020"/>
                <a:gd name="connsiteY162" fmla="*/ 2281142 h 4734469"/>
                <a:gd name="connsiteX163" fmla="*/ 1058914 w 1886020"/>
                <a:gd name="connsiteY163" fmla="*/ 2287002 h 4734469"/>
                <a:gd name="connsiteX164" fmla="*/ 1073548 w 1886020"/>
                <a:gd name="connsiteY164" fmla="*/ 2283943 h 4734469"/>
                <a:gd name="connsiteX165" fmla="*/ 1075497 w 1886020"/>
                <a:gd name="connsiteY165" fmla="*/ 2276255 h 4734469"/>
                <a:gd name="connsiteX166" fmla="*/ 1058910 w 1886020"/>
                <a:gd name="connsiteY166" fmla="*/ 2207029 h 4734469"/>
                <a:gd name="connsiteX167" fmla="*/ 1039680 w 1886020"/>
                <a:gd name="connsiteY167" fmla="*/ 2161643 h 4734469"/>
                <a:gd name="connsiteX168" fmla="*/ 1045298 w 1886020"/>
                <a:gd name="connsiteY168" fmla="*/ 2139108 h 4734469"/>
                <a:gd name="connsiteX169" fmla="*/ 1073729 w 1886020"/>
                <a:gd name="connsiteY169" fmla="*/ 2062887 h 4734469"/>
                <a:gd name="connsiteX170" fmla="*/ 1098774 w 1886020"/>
                <a:gd name="connsiteY170" fmla="*/ 1856238 h 4734469"/>
                <a:gd name="connsiteX171" fmla="*/ 1117459 w 1886020"/>
                <a:gd name="connsiteY171" fmla="*/ 1696376 h 4734469"/>
                <a:gd name="connsiteX172" fmla="*/ 1090811 w 1886020"/>
                <a:gd name="connsiteY172" fmla="*/ 1564235 h 4734469"/>
                <a:gd name="connsiteX173" fmla="*/ 1070016 w 1886020"/>
                <a:gd name="connsiteY173" fmla="*/ 1535166 h 4734469"/>
                <a:gd name="connsiteX174" fmla="*/ 1065064 w 1886020"/>
                <a:gd name="connsiteY174" fmla="*/ 1500401 h 4734469"/>
                <a:gd name="connsiteX175" fmla="*/ 1069409 w 1886020"/>
                <a:gd name="connsiteY175" fmla="*/ 1285230 h 4734469"/>
                <a:gd name="connsiteX176" fmla="*/ 1428401 w 1886020"/>
                <a:gd name="connsiteY176" fmla="*/ 1244648 h 4734469"/>
                <a:gd name="connsiteX177" fmla="*/ 1469267 w 1886020"/>
                <a:gd name="connsiteY177" fmla="*/ 1233637 h 4734469"/>
                <a:gd name="connsiteX178" fmla="*/ 1510569 w 1886020"/>
                <a:gd name="connsiteY178" fmla="*/ 1207741 h 4734469"/>
                <a:gd name="connsiteX179" fmla="*/ 1622232 w 1886020"/>
                <a:gd name="connsiteY179" fmla="*/ 1109831 h 4734469"/>
                <a:gd name="connsiteX180" fmla="*/ 1688425 w 1886020"/>
                <a:gd name="connsiteY180" fmla="*/ 946642 h 4734469"/>
                <a:gd name="connsiteX181" fmla="*/ 1747562 w 1886020"/>
                <a:gd name="connsiteY181" fmla="*/ 844368 h 4734469"/>
                <a:gd name="connsiteX182" fmla="*/ 1761043 w 1886020"/>
                <a:gd name="connsiteY182" fmla="*/ 794696 h 4734469"/>
                <a:gd name="connsiteX183" fmla="*/ 1753437 w 1886020"/>
                <a:gd name="connsiteY183" fmla="*/ 741358 h 4734469"/>
                <a:gd name="connsiteX184" fmla="*/ 1796361 w 1886020"/>
                <a:gd name="connsiteY184" fmla="*/ 663739 h 4734469"/>
                <a:gd name="connsiteX185" fmla="*/ 1806570 w 1886020"/>
                <a:gd name="connsiteY185" fmla="*/ 650101 h 4734469"/>
                <a:gd name="connsiteX186" fmla="*/ 1804140 w 1886020"/>
                <a:gd name="connsiteY186" fmla="*/ 636808 h 4734469"/>
                <a:gd name="connsiteX187" fmla="*/ 1803307 w 1886020"/>
                <a:gd name="connsiteY187" fmla="*/ 635266 h 4734469"/>
                <a:gd name="connsiteX188" fmla="*/ 1811545 w 1886020"/>
                <a:gd name="connsiteY188" fmla="*/ 629796 h 4734469"/>
                <a:gd name="connsiteX189" fmla="*/ 1839081 w 1886020"/>
                <a:gd name="connsiteY189" fmla="*/ 608266 h 4734469"/>
                <a:gd name="connsiteX190" fmla="*/ 1874848 w 1886020"/>
                <a:gd name="connsiteY190" fmla="*/ 572018 h 4734469"/>
                <a:gd name="connsiteX191" fmla="*/ 1884245 w 1886020"/>
                <a:gd name="connsiteY191" fmla="*/ 523393 h 4734469"/>
                <a:gd name="connsiteX192" fmla="*/ 570346 w 1886020"/>
                <a:gd name="connsiteY192" fmla="*/ 4449227 h 4734469"/>
                <a:gd name="connsiteX193" fmla="*/ 563104 w 1886020"/>
                <a:gd name="connsiteY193" fmla="*/ 4449848 h 4734469"/>
                <a:gd name="connsiteX194" fmla="*/ 537097 w 1886020"/>
                <a:gd name="connsiteY194" fmla="*/ 4457317 h 4734469"/>
                <a:gd name="connsiteX195" fmla="*/ 535135 w 1886020"/>
                <a:gd name="connsiteY195" fmla="*/ 4458333 h 4734469"/>
                <a:gd name="connsiteX196" fmla="*/ 566672 w 1886020"/>
                <a:gd name="connsiteY196" fmla="*/ 4383942 h 4734469"/>
                <a:gd name="connsiteX197" fmla="*/ 570026 w 1886020"/>
                <a:gd name="connsiteY197" fmla="*/ 4374975 h 4734469"/>
                <a:gd name="connsiteX198" fmla="*/ 568786 w 1886020"/>
                <a:gd name="connsiteY198" fmla="*/ 4391777 h 4734469"/>
                <a:gd name="connsiteX199" fmla="*/ 570346 w 1886020"/>
                <a:gd name="connsiteY199" fmla="*/ 4449227 h 473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1886020" h="4734469">
                  <a:moveTo>
                    <a:pt x="1884245" y="523393"/>
                  </a:moveTo>
                  <a:cubicBezTo>
                    <a:pt x="1879987" y="514554"/>
                    <a:pt x="1876643" y="505304"/>
                    <a:pt x="1874265" y="495786"/>
                  </a:cubicBezTo>
                  <a:cubicBezTo>
                    <a:pt x="1873246" y="484801"/>
                    <a:pt x="1877470" y="470302"/>
                    <a:pt x="1867783" y="465103"/>
                  </a:cubicBezTo>
                  <a:cubicBezTo>
                    <a:pt x="1862319" y="462173"/>
                    <a:pt x="1854816" y="464370"/>
                    <a:pt x="1850007" y="460490"/>
                  </a:cubicBezTo>
                  <a:cubicBezTo>
                    <a:pt x="1847008" y="457071"/>
                    <a:pt x="1845172" y="452789"/>
                    <a:pt x="1844762" y="448260"/>
                  </a:cubicBezTo>
                  <a:cubicBezTo>
                    <a:pt x="1839748" y="430784"/>
                    <a:pt x="1824034" y="418538"/>
                    <a:pt x="1805863" y="417944"/>
                  </a:cubicBezTo>
                  <a:cubicBezTo>
                    <a:pt x="1816353" y="390189"/>
                    <a:pt x="1853722" y="383379"/>
                    <a:pt x="1870331" y="358921"/>
                  </a:cubicBezTo>
                  <a:cubicBezTo>
                    <a:pt x="1878637" y="346765"/>
                    <a:pt x="1875941" y="324284"/>
                    <a:pt x="1861299" y="324137"/>
                  </a:cubicBezTo>
                  <a:cubicBezTo>
                    <a:pt x="1857855" y="324356"/>
                    <a:pt x="1854489" y="325252"/>
                    <a:pt x="1851393" y="326774"/>
                  </a:cubicBezTo>
                  <a:cubicBezTo>
                    <a:pt x="1833181" y="334243"/>
                    <a:pt x="1815041" y="341785"/>
                    <a:pt x="1796830" y="349255"/>
                  </a:cubicBezTo>
                  <a:cubicBezTo>
                    <a:pt x="1786256" y="353386"/>
                    <a:pt x="1775941" y="358155"/>
                    <a:pt x="1765943" y="363534"/>
                  </a:cubicBezTo>
                  <a:cubicBezTo>
                    <a:pt x="1735930" y="380596"/>
                    <a:pt x="1713493" y="408351"/>
                    <a:pt x="1693315" y="436543"/>
                  </a:cubicBezTo>
                  <a:cubicBezTo>
                    <a:pt x="1674232" y="461516"/>
                    <a:pt x="1659007" y="489212"/>
                    <a:pt x="1648150" y="518706"/>
                  </a:cubicBezTo>
                  <a:cubicBezTo>
                    <a:pt x="1642068" y="536846"/>
                    <a:pt x="1638825" y="555816"/>
                    <a:pt x="1638535" y="574946"/>
                  </a:cubicBezTo>
                  <a:cubicBezTo>
                    <a:pt x="1638535" y="576864"/>
                    <a:pt x="1638578" y="578769"/>
                    <a:pt x="1638663" y="580662"/>
                  </a:cubicBezTo>
                  <a:cubicBezTo>
                    <a:pt x="1629777" y="582164"/>
                    <a:pt x="1622481" y="586062"/>
                    <a:pt x="1613134" y="587941"/>
                  </a:cubicBezTo>
                  <a:cubicBezTo>
                    <a:pt x="1606083" y="606606"/>
                    <a:pt x="1599032" y="625271"/>
                    <a:pt x="1591981" y="643937"/>
                  </a:cubicBezTo>
                  <a:cubicBezTo>
                    <a:pt x="1589143" y="653296"/>
                    <a:pt x="1584441" y="661984"/>
                    <a:pt x="1578159" y="669479"/>
                  </a:cubicBezTo>
                  <a:cubicBezTo>
                    <a:pt x="1573450" y="673778"/>
                    <a:pt x="1568430" y="677724"/>
                    <a:pt x="1563141" y="681284"/>
                  </a:cubicBezTo>
                  <a:cubicBezTo>
                    <a:pt x="1541319" y="699947"/>
                    <a:pt x="1530169" y="728216"/>
                    <a:pt x="1533375" y="756751"/>
                  </a:cubicBezTo>
                  <a:cubicBezTo>
                    <a:pt x="1493619" y="772381"/>
                    <a:pt x="1472768" y="816138"/>
                    <a:pt x="1485671" y="856861"/>
                  </a:cubicBezTo>
                  <a:cubicBezTo>
                    <a:pt x="1453258" y="863888"/>
                    <a:pt x="1426836" y="887272"/>
                    <a:pt x="1415921" y="918590"/>
                  </a:cubicBezTo>
                  <a:cubicBezTo>
                    <a:pt x="1414418" y="925614"/>
                    <a:pt x="1411299" y="932192"/>
                    <a:pt x="1406812" y="937801"/>
                  </a:cubicBezTo>
                  <a:cubicBezTo>
                    <a:pt x="1399842" y="943118"/>
                    <a:pt x="1391210" y="945785"/>
                    <a:pt x="1382456" y="945325"/>
                  </a:cubicBezTo>
                  <a:cubicBezTo>
                    <a:pt x="1358552" y="946811"/>
                    <a:pt x="1337650" y="965736"/>
                    <a:pt x="1315988" y="955470"/>
                  </a:cubicBezTo>
                  <a:cubicBezTo>
                    <a:pt x="1291397" y="943879"/>
                    <a:pt x="1263872" y="940012"/>
                    <a:pt x="1237040" y="944378"/>
                  </a:cubicBezTo>
                  <a:cubicBezTo>
                    <a:pt x="1231525" y="945684"/>
                    <a:pt x="1225852" y="946189"/>
                    <a:pt x="1220194" y="945880"/>
                  </a:cubicBezTo>
                  <a:cubicBezTo>
                    <a:pt x="1215352" y="945044"/>
                    <a:pt x="1210682" y="943408"/>
                    <a:pt x="1206377" y="941040"/>
                  </a:cubicBezTo>
                  <a:cubicBezTo>
                    <a:pt x="1196629" y="935328"/>
                    <a:pt x="1186061" y="931148"/>
                    <a:pt x="1175042" y="928647"/>
                  </a:cubicBezTo>
                  <a:cubicBezTo>
                    <a:pt x="1163722" y="926283"/>
                    <a:pt x="1152072" y="930807"/>
                    <a:pt x="1145313" y="940191"/>
                  </a:cubicBezTo>
                  <a:cubicBezTo>
                    <a:pt x="1137727" y="931829"/>
                    <a:pt x="1133206" y="921120"/>
                    <a:pt x="1126295" y="912187"/>
                  </a:cubicBezTo>
                  <a:cubicBezTo>
                    <a:pt x="1120075" y="902489"/>
                    <a:pt x="1108911" y="897134"/>
                    <a:pt x="1097455" y="898352"/>
                  </a:cubicBezTo>
                  <a:cubicBezTo>
                    <a:pt x="1104657" y="891903"/>
                    <a:pt x="1097285" y="879067"/>
                    <a:pt x="1087927" y="876721"/>
                  </a:cubicBezTo>
                  <a:cubicBezTo>
                    <a:pt x="1078328" y="875928"/>
                    <a:pt x="1068670" y="876280"/>
                    <a:pt x="1059155" y="877769"/>
                  </a:cubicBezTo>
                  <a:cubicBezTo>
                    <a:pt x="1034136" y="877636"/>
                    <a:pt x="1014940" y="854801"/>
                    <a:pt x="990638" y="848823"/>
                  </a:cubicBezTo>
                  <a:cubicBezTo>
                    <a:pt x="968301" y="843330"/>
                    <a:pt x="938529" y="849881"/>
                    <a:pt x="927078" y="829834"/>
                  </a:cubicBezTo>
                  <a:cubicBezTo>
                    <a:pt x="923420" y="823430"/>
                    <a:pt x="922372" y="815007"/>
                    <a:pt x="917154" y="810211"/>
                  </a:cubicBezTo>
                  <a:cubicBezTo>
                    <a:pt x="915923" y="804773"/>
                    <a:pt x="913444" y="799696"/>
                    <a:pt x="909914" y="795381"/>
                  </a:cubicBezTo>
                  <a:cubicBezTo>
                    <a:pt x="900747" y="784944"/>
                    <a:pt x="885250" y="783451"/>
                    <a:pt x="871407" y="783885"/>
                  </a:cubicBezTo>
                  <a:cubicBezTo>
                    <a:pt x="856196" y="784264"/>
                    <a:pt x="841121" y="786859"/>
                    <a:pt x="826658" y="791587"/>
                  </a:cubicBezTo>
                  <a:cubicBezTo>
                    <a:pt x="826254" y="789776"/>
                    <a:pt x="825774" y="787879"/>
                    <a:pt x="825164" y="785828"/>
                  </a:cubicBezTo>
                  <a:cubicBezTo>
                    <a:pt x="816394" y="760275"/>
                    <a:pt x="798807" y="738682"/>
                    <a:pt x="775558" y="724921"/>
                  </a:cubicBezTo>
                  <a:cubicBezTo>
                    <a:pt x="757304" y="713996"/>
                    <a:pt x="737481" y="705937"/>
                    <a:pt x="716782" y="701026"/>
                  </a:cubicBezTo>
                  <a:cubicBezTo>
                    <a:pt x="716686" y="699200"/>
                    <a:pt x="716492" y="697384"/>
                    <a:pt x="716446" y="695553"/>
                  </a:cubicBezTo>
                  <a:cubicBezTo>
                    <a:pt x="716110" y="669706"/>
                    <a:pt x="720123" y="643985"/>
                    <a:pt x="728319" y="619469"/>
                  </a:cubicBezTo>
                  <a:cubicBezTo>
                    <a:pt x="729178" y="616782"/>
                    <a:pt x="730174" y="614126"/>
                    <a:pt x="731107" y="611455"/>
                  </a:cubicBezTo>
                  <a:cubicBezTo>
                    <a:pt x="876662" y="573177"/>
                    <a:pt x="963628" y="424150"/>
                    <a:pt x="925349" y="278594"/>
                  </a:cubicBezTo>
                  <a:cubicBezTo>
                    <a:pt x="912967" y="231510"/>
                    <a:pt x="888197" y="188603"/>
                    <a:pt x="853616" y="154334"/>
                  </a:cubicBezTo>
                  <a:cubicBezTo>
                    <a:pt x="853487" y="148816"/>
                    <a:pt x="852771" y="143327"/>
                    <a:pt x="851478" y="137960"/>
                  </a:cubicBezTo>
                  <a:cubicBezTo>
                    <a:pt x="848482" y="126214"/>
                    <a:pt x="842847" y="115306"/>
                    <a:pt x="835001" y="106065"/>
                  </a:cubicBezTo>
                  <a:cubicBezTo>
                    <a:pt x="822561" y="78154"/>
                    <a:pt x="803054" y="65842"/>
                    <a:pt x="778219" y="54216"/>
                  </a:cubicBezTo>
                  <a:cubicBezTo>
                    <a:pt x="771081" y="50848"/>
                    <a:pt x="763505" y="47552"/>
                    <a:pt x="755492" y="43891"/>
                  </a:cubicBezTo>
                  <a:cubicBezTo>
                    <a:pt x="715863" y="26023"/>
                    <a:pt x="677545" y="-193"/>
                    <a:pt x="632527" y="-120"/>
                  </a:cubicBezTo>
                  <a:cubicBezTo>
                    <a:pt x="591441" y="-120"/>
                    <a:pt x="552104" y="22581"/>
                    <a:pt x="511529" y="21702"/>
                  </a:cubicBezTo>
                  <a:lnTo>
                    <a:pt x="508469" y="21555"/>
                  </a:lnTo>
                  <a:cubicBezTo>
                    <a:pt x="507449" y="21510"/>
                    <a:pt x="506430" y="21519"/>
                    <a:pt x="505410" y="21409"/>
                  </a:cubicBezTo>
                  <a:cubicBezTo>
                    <a:pt x="504172" y="21336"/>
                    <a:pt x="503006" y="21189"/>
                    <a:pt x="501768" y="21043"/>
                  </a:cubicBezTo>
                  <a:cubicBezTo>
                    <a:pt x="490404" y="19652"/>
                    <a:pt x="476781" y="17016"/>
                    <a:pt x="469278" y="25730"/>
                  </a:cubicBezTo>
                  <a:cubicBezTo>
                    <a:pt x="466903" y="29211"/>
                    <a:pt x="464970" y="32975"/>
                    <a:pt x="463524" y="36933"/>
                  </a:cubicBezTo>
                  <a:cubicBezTo>
                    <a:pt x="462960" y="38238"/>
                    <a:pt x="462278" y="39488"/>
                    <a:pt x="461484" y="40668"/>
                  </a:cubicBezTo>
                  <a:lnTo>
                    <a:pt x="461484" y="40668"/>
                  </a:lnTo>
                  <a:cubicBezTo>
                    <a:pt x="460036" y="43203"/>
                    <a:pt x="458300" y="45562"/>
                    <a:pt x="456312" y="47698"/>
                  </a:cubicBezTo>
                  <a:lnTo>
                    <a:pt x="456312" y="47698"/>
                  </a:lnTo>
                  <a:cubicBezTo>
                    <a:pt x="443200" y="62124"/>
                    <a:pt x="421200" y="68495"/>
                    <a:pt x="403061" y="77869"/>
                  </a:cubicBezTo>
                  <a:cubicBezTo>
                    <a:pt x="362121" y="98885"/>
                    <a:pt x="335241" y="141651"/>
                    <a:pt x="324532" y="186540"/>
                  </a:cubicBezTo>
                  <a:cubicBezTo>
                    <a:pt x="313824" y="231503"/>
                    <a:pt x="317613" y="278735"/>
                    <a:pt x="325625" y="324210"/>
                  </a:cubicBezTo>
                  <a:cubicBezTo>
                    <a:pt x="329668" y="346953"/>
                    <a:pt x="338554" y="372769"/>
                    <a:pt x="354726" y="387041"/>
                  </a:cubicBezTo>
                  <a:lnTo>
                    <a:pt x="354729" y="387125"/>
                  </a:lnTo>
                  <a:lnTo>
                    <a:pt x="354368" y="386850"/>
                  </a:lnTo>
                  <a:cubicBezTo>
                    <a:pt x="354368" y="386850"/>
                    <a:pt x="217449" y="484288"/>
                    <a:pt x="242435" y="498129"/>
                  </a:cubicBezTo>
                  <a:cubicBezTo>
                    <a:pt x="256026" y="505640"/>
                    <a:pt x="312750" y="469721"/>
                    <a:pt x="361648" y="435424"/>
                  </a:cubicBezTo>
                  <a:cubicBezTo>
                    <a:pt x="362144" y="437506"/>
                    <a:pt x="362603" y="439595"/>
                    <a:pt x="363141" y="441669"/>
                  </a:cubicBezTo>
                  <a:cubicBezTo>
                    <a:pt x="369008" y="463526"/>
                    <a:pt x="376482" y="484918"/>
                    <a:pt x="385505" y="505671"/>
                  </a:cubicBezTo>
                  <a:cubicBezTo>
                    <a:pt x="395922" y="530203"/>
                    <a:pt x="410492" y="556639"/>
                    <a:pt x="435987" y="563961"/>
                  </a:cubicBezTo>
                  <a:cubicBezTo>
                    <a:pt x="441630" y="565500"/>
                    <a:pt x="447474" y="566168"/>
                    <a:pt x="453319" y="565943"/>
                  </a:cubicBezTo>
                  <a:cubicBezTo>
                    <a:pt x="454827" y="565930"/>
                    <a:pt x="456330" y="565808"/>
                    <a:pt x="457839" y="565708"/>
                  </a:cubicBezTo>
                  <a:cubicBezTo>
                    <a:pt x="459132" y="603180"/>
                    <a:pt x="455165" y="640648"/>
                    <a:pt x="446055" y="677019"/>
                  </a:cubicBezTo>
                  <a:cubicBezTo>
                    <a:pt x="431197" y="676210"/>
                    <a:pt x="416481" y="680278"/>
                    <a:pt x="404147" y="688604"/>
                  </a:cubicBezTo>
                  <a:cubicBezTo>
                    <a:pt x="399500" y="693206"/>
                    <a:pt x="393610" y="696350"/>
                    <a:pt x="387200" y="697652"/>
                  </a:cubicBezTo>
                  <a:cubicBezTo>
                    <a:pt x="380552" y="696839"/>
                    <a:pt x="374375" y="693794"/>
                    <a:pt x="369682" y="689015"/>
                  </a:cubicBezTo>
                  <a:cubicBezTo>
                    <a:pt x="331815" y="661741"/>
                    <a:pt x="280072" y="664482"/>
                    <a:pt x="245299" y="695605"/>
                  </a:cubicBezTo>
                  <a:cubicBezTo>
                    <a:pt x="195703" y="742353"/>
                    <a:pt x="201316" y="833697"/>
                    <a:pt x="143191" y="869154"/>
                  </a:cubicBezTo>
                  <a:cubicBezTo>
                    <a:pt x="127169" y="878928"/>
                    <a:pt x="106687" y="884098"/>
                    <a:pt x="97334" y="900423"/>
                  </a:cubicBezTo>
                  <a:cubicBezTo>
                    <a:pt x="95070" y="905622"/>
                    <a:pt x="92427" y="910647"/>
                    <a:pt x="89426" y="915458"/>
                  </a:cubicBezTo>
                  <a:cubicBezTo>
                    <a:pt x="85537" y="919756"/>
                    <a:pt x="80772" y="923169"/>
                    <a:pt x="75452" y="925468"/>
                  </a:cubicBezTo>
                  <a:cubicBezTo>
                    <a:pt x="58580" y="933039"/>
                    <a:pt x="42526" y="942316"/>
                    <a:pt x="27541" y="953154"/>
                  </a:cubicBezTo>
                  <a:cubicBezTo>
                    <a:pt x="12411" y="964246"/>
                    <a:pt x="2454" y="981025"/>
                    <a:pt x="-34" y="999620"/>
                  </a:cubicBezTo>
                  <a:cubicBezTo>
                    <a:pt x="-249" y="1013123"/>
                    <a:pt x="2648" y="1026495"/>
                    <a:pt x="8434" y="1038698"/>
                  </a:cubicBezTo>
                  <a:cubicBezTo>
                    <a:pt x="17108" y="1060026"/>
                    <a:pt x="27783" y="1080484"/>
                    <a:pt x="40317" y="1099798"/>
                  </a:cubicBezTo>
                  <a:cubicBezTo>
                    <a:pt x="33548" y="1108622"/>
                    <a:pt x="29116" y="1119012"/>
                    <a:pt x="27433" y="1130006"/>
                  </a:cubicBezTo>
                  <a:cubicBezTo>
                    <a:pt x="23297" y="1158835"/>
                    <a:pt x="37087" y="1187166"/>
                    <a:pt x="38612" y="1216252"/>
                  </a:cubicBezTo>
                  <a:cubicBezTo>
                    <a:pt x="39943" y="1241665"/>
                    <a:pt x="31896" y="1266487"/>
                    <a:pt x="27292" y="1291511"/>
                  </a:cubicBezTo>
                  <a:cubicBezTo>
                    <a:pt x="9324" y="1389174"/>
                    <a:pt x="43846" y="1488100"/>
                    <a:pt x="78979" y="1580927"/>
                  </a:cubicBezTo>
                  <a:cubicBezTo>
                    <a:pt x="85663" y="1596009"/>
                    <a:pt x="89810" y="1612092"/>
                    <a:pt x="91251" y="1628525"/>
                  </a:cubicBezTo>
                  <a:cubicBezTo>
                    <a:pt x="92190" y="1658823"/>
                    <a:pt x="74830" y="1686583"/>
                    <a:pt x="70077" y="1716517"/>
                  </a:cubicBezTo>
                  <a:cubicBezTo>
                    <a:pt x="60087" y="1779417"/>
                    <a:pt x="106242" y="1838585"/>
                    <a:pt x="107198" y="1902274"/>
                  </a:cubicBezTo>
                  <a:cubicBezTo>
                    <a:pt x="107638" y="1931597"/>
                    <a:pt x="98452" y="1961442"/>
                    <a:pt x="105750" y="1989837"/>
                  </a:cubicBezTo>
                  <a:cubicBezTo>
                    <a:pt x="110621" y="2008787"/>
                    <a:pt x="122387" y="2025071"/>
                    <a:pt x="130737" y="2042751"/>
                  </a:cubicBezTo>
                  <a:cubicBezTo>
                    <a:pt x="145532" y="2074080"/>
                    <a:pt x="149501" y="2109624"/>
                    <a:pt x="163624" y="2141265"/>
                  </a:cubicBezTo>
                  <a:cubicBezTo>
                    <a:pt x="180520" y="2175727"/>
                    <a:pt x="205558" y="2205553"/>
                    <a:pt x="236572" y="2228163"/>
                  </a:cubicBezTo>
                  <a:cubicBezTo>
                    <a:pt x="254350" y="2284370"/>
                    <a:pt x="229127" y="2352240"/>
                    <a:pt x="236300" y="2412053"/>
                  </a:cubicBezTo>
                  <a:cubicBezTo>
                    <a:pt x="245952" y="2408302"/>
                    <a:pt x="255679" y="2404746"/>
                    <a:pt x="265444" y="2401299"/>
                  </a:cubicBezTo>
                  <a:cubicBezTo>
                    <a:pt x="259340" y="2490826"/>
                    <a:pt x="281961" y="2579965"/>
                    <a:pt x="330016" y="2655748"/>
                  </a:cubicBezTo>
                  <a:cubicBezTo>
                    <a:pt x="345907" y="2680498"/>
                    <a:pt x="364528" y="2703733"/>
                    <a:pt x="376474" y="2730632"/>
                  </a:cubicBezTo>
                  <a:cubicBezTo>
                    <a:pt x="384304" y="2749822"/>
                    <a:pt x="390373" y="2769685"/>
                    <a:pt x="394604" y="2789975"/>
                  </a:cubicBezTo>
                  <a:cubicBezTo>
                    <a:pt x="411766" y="2861384"/>
                    <a:pt x="428928" y="2932792"/>
                    <a:pt x="446089" y="3004200"/>
                  </a:cubicBezTo>
                  <a:cubicBezTo>
                    <a:pt x="459988" y="3062033"/>
                    <a:pt x="473988" y="3120985"/>
                    <a:pt x="469814" y="3180333"/>
                  </a:cubicBezTo>
                  <a:cubicBezTo>
                    <a:pt x="466905" y="3221687"/>
                    <a:pt x="456536" y="3268184"/>
                    <a:pt x="481889" y="3300881"/>
                  </a:cubicBezTo>
                  <a:cubicBezTo>
                    <a:pt x="488006" y="3307131"/>
                    <a:pt x="493168" y="3314250"/>
                    <a:pt x="497206" y="3322008"/>
                  </a:cubicBezTo>
                  <a:cubicBezTo>
                    <a:pt x="499734" y="3331104"/>
                    <a:pt x="499821" y="3340705"/>
                    <a:pt x="497458" y="3349846"/>
                  </a:cubicBezTo>
                  <a:cubicBezTo>
                    <a:pt x="485085" y="3418933"/>
                    <a:pt x="476597" y="3488660"/>
                    <a:pt x="472035" y="3558699"/>
                  </a:cubicBezTo>
                  <a:cubicBezTo>
                    <a:pt x="466299" y="3566438"/>
                    <a:pt x="460633" y="3574145"/>
                    <a:pt x="455363" y="3581867"/>
                  </a:cubicBezTo>
                  <a:cubicBezTo>
                    <a:pt x="413258" y="3643453"/>
                    <a:pt x="393008" y="3717121"/>
                    <a:pt x="376617" y="3789983"/>
                  </a:cubicBezTo>
                  <a:cubicBezTo>
                    <a:pt x="344710" y="3932487"/>
                    <a:pt x="330360" y="4078724"/>
                    <a:pt x="323803" y="4224670"/>
                  </a:cubicBezTo>
                  <a:cubicBezTo>
                    <a:pt x="302695" y="4243788"/>
                    <a:pt x="284530" y="4265923"/>
                    <a:pt x="269897" y="4290356"/>
                  </a:cubicBezTo>
                  <a:cubicBezTo>
                    <a:pt x="247824" y="4331217"/>
                    <a:pt x="244984" y="4379402"/>
                    <a:pt x="242653" y="4425902"/>
                  </a:cubicBezTo>
                  <a:cubicBezTo>
                    <a:pt x="241667" y="4433438"/>
                    <a:pt x="242517" y="4441101"/>
                    <a:pt x="245130" y="4448237"/>
                  </a:cubicBezTo>
                  <a:cubicBezTo>
                    <a:pt x="250425" y="4457176"/>
                    <a:pt x="258628" y="4464027"/>
                    <a:pt x="268367" y="4467643"/>
                  </a:cubicBezTo>
                  <a:cubicBezTo>
                    <a:pt x="272570" y="4469705"/>
                    <a:pt x="276802" y="4471705"/>
                    <a:pt x="281062" y="4473643"/>
                  </a:cubicBezTo>
                  <a:cubicBezTo>
                    <a:pt x="278285" y="4483867"/>
                    <a:pt x="275855" y="4494348"/>
                    <a:pt x="273678" y="4504884"/>
                  </a:cubicBezTo>
                  <a:cubicBezTo>
                    <a:pt x="257530" y="4486659"/>
                    <a:pt x="228677" y="4457757"/>
                    <a:pt x="223785" y="4478920"/>
                  </a:cubicBezTo>
                  <a:cubicBezTo>
                    <a:pt x="207600" y="4549531"/>
                    <a:pt x="198812" y="4621636"/>
                    <a:pt x="197562" y="4694067"/>
                  </a:cubicBezTo>
                  <a:cubicBezTo>
                    <a:pt x="197053" y="4698735"/>
                    <a:pt x="197940" y="4703449"/>
                    <a:pt x="200110" y="4707613"/>
                  </a:cubicBezTo>
                  <a:cubicBezTo>
                    <a:pt x="204357" y="4712580"/>
                    <a:pt x="210482" y="4715552"/>
                    <a:pt x="217011" y="4715815"/>
                  </a:cubicBezTo>
                  <a:cubicBezTo>
                    <a:pt x="287384" y="4728385"/>
                    <a:pt x="358747" y="4734586"/>
                    <a:pt x="430232" y="4734343"/>
                  </a:cubicBezTo>
                  <a:cubicBezTo>
                    <a:pt x="488145" y="4734123"/>
                    <a:pt x="545912" y="4729656"/>
                    <a:pt x="603607" y="4725262"/>
                  </a:cubicBezTo>
                  <a:cubicBezTo>
                    <a:pt x="623275" y="4723724"/>
                    <a:pt x="643016" y="4722186"/>
                    <a:pt x="662684" y="4720722"/>
                  </a:cubicBezTo>
                  <a:cubicBezTo>
                    <a:pt x="723452" y="4717460"/>
                    <a:pt x="783917" y="4709948"/>
                    <a:pt x="843635" y="4698241"/>
                  </a:cubicBezTo>
                  <a:cubicBezTo>
                    <a:pt x="869788" y="4692529"/>
                    <a:pt x="896740" y="4684474"/>
                    <a:pt x="916335" y="4666093"/>
                  </a:cubicBezTo>
                  <a:cubicBezTo>
                    <a:pt x="935858" y="4647786"/>
                    <a:pt x="945693" y="4616444"/>
                    <a:pt x="932144" y="4593231"/>
                  </a:cubicBezTo>
                  <a:cubicBezTo>
                    <a:pt x="932154" y="4593150"/>
                    <a:pt x="932127" y="4593070"/>
                    <a:pt x="932070" y="4593011"/>
                  </a:cubicBezTo>
                  <a:cubicBezTo>
                    <a:pt x="915534" y="4564965"/>
                    <a:pt x="877072" y="4562840"/>
                    <a:pt x="844873" y="4558374"/>
                  </a:cubicBezTo>
                  <a:cubicBezTo>
                    <a:pt x="813002" y="4553903"/>
                    <a:pt x="782117" y="4544074"/>
                    <a:pt x="753524" y="4529302"/>
                  </a:cubicBezTo>
                  <a:cubicBezTo>
                    <a:pt x="747087" y="4525966"/>
                    <a:pt x="740813" y="4522336"/>
                    <a:pt x="734593" y="4518606"/>
                  </a:cubicBezTo>
                  <a:cubicBezTo>
                    <a:pt x="736242" y="4518148"/>
                    <a:pt x="737907" y="4517766"/>
                    <a:pt x="739537" y="4517219"/>
                  </a:cubicBezTo>
                  <a:cubicBezTo>
                    <a:pt x="767146" y="4507919"/>
                    <a:pt x="789146" y="4486683"/>
                    <a:pt x="815225" y="4473721"/>
                  </a:cubicBezTo>
                  <a:cubicBezTo>
                    <a:pt x="845456" y="4458783"/>
                    <a:pt x="879766" y="4455488"/>
                    <a:pt x="913204" y="4451240"/>
                  </a:cubicBezTo>
                  <a:cubicBezTo>
                    <a:pt x="946567" y="4446919"/>
                    <a:pt x="981023" y="4440988"/>
                    <a:pt x="1008777" y="4421948"/>
                  </a:cubicBezTo>
                  <a:cubicBezTo>
                    <a:pt x="1034784" y="4404081"/>
                    <a:pt x="1053214" y="4371640"/>
                    <a:pt x="1047167" y="4341177"/>
                  </a:cubicBezTo>
                  <a:cubicBezTo>
                    <a:pt x="1046772" y="4339021"/>
                    <a:pt x="1046236" y="4336893"/>
                    <a:pt x="1045565" y="4334806"/>
                  </a:cubicBezTo>
                  <a:cubicBezTo>
                    <a:pt x="1035222" y="4301707"/>
                    <a:pt x="999454" y="4284132"/>
                    <a:pt x="966018" y="4275418"/>
                  </a:cubicBezTo>
                  <a:cubicBezTo>
                    <a:pt x="932654" y="4266703"/>
                    <a:pt x="896376" y="4262310"/>
                    <a:pt x="869350" y="4240780"/>
                  </a:cubicBezTo>
                  <a:cubicBezTo>
                    <a:pt x="868039" y="4239755"/>
                    <a:pt x="866727" y="4238657"/>
                    <a:pt x="865416" y="4237558"/>
                  </a:cubicBezTo>
                  <a:cubicBezTo>
                    <a:pt x="863105" y="4235668"/>
                    <a:pt x="860725" y="4233748"/>
                    <a:pt x="858312" y="4231890"/>
                  </a:cubicBezTo>
                  <a:cubicBezTo>
                    <a:pt x="864279" y="4221816"/>
                    <a:pt x="867032" y="4210162"/>
                    <a:pt x="866202" y="4198483"/>
                  </a:cubicBezTo>
                  <a:cubicBezTo>
                    <a:pt x="864780" y="4180079"/>
                    <a:pt x="854086" y="4163949"/>
                    <a:pt x="846828" y="4146993"/>
                  </a:cubicBezTo>
                  <a:cubicBezTo>
                    <a:pt x="832591" y="4113737"/>
                    <a:pt x="831447" y="4076588"/>
                    <a:pt x="827606" y="4040589"/>
                  </a:cubicBezTo>
                  <a:cubicBezTo>
                    <a:pt x="817962" y="3950199"/>
                    <a:pt x="790241" y="3862921"/>
                    <a:pt x="769290" y="3774485"/>
                  </a:cubicBezTo>
                  <a:cubicBezTo>
                    <a:pt x="766914" y="3764457"/>
                    <a:pt x="764642" y="3754380"/>
                    <a:pt x="762475" y="3744253"/>
                  </a:cubicBezTo>
                  <a:cubicBezTo>
                    <a:pt x="782857" y="3701898"/>
                    <a:pt x="807827" y="3661907"/>
                    <a:pt x="836934" y="3624999"/>
                  </a:cubicBezTo>
                  <a:cubicBezTo>
                    <a:pt x="870118" y="3583369"/>
                    <a:pt x="894392" y="3535363"/>
                    <a:pt x="908250" y="3483961"/>
                  </a:cubicBezTo>
                  <a:cubicBezTo>
                    <a:pt x="912548" y="3468216"/>
                    <a:pt x="915754" y="3452179"/>
                    <a:pt x="919032" y="3436142"/>
                  </a:cubicBezTo>
                  <a:cubicBezTo>
                    <a:pt x="956256" y="3251313"/>
                    <a:pt x="991344" y="3066068"/>
                    <a:pt x="1024295" y="2880409"/>
                  </a:cubicBezTo>
                  <a:cubicBezTo>
                    <a:pt x="1029738" y="2853950"/>
                    <a:pt x="1032871" y="2827069"/>
                    <a:pt x="1033661" y="2800068"/>
                  </a:cubicBezTo>
                  <a:cubicBezTo>
                    <a:pt x="1042279" y="2775612"/>
                    <a:pt x="1046942" y="2749937"/>
                    <a:pt x="1047473" y="2724013"/>
                  </a:cubicBezTo>
                  <a:cubicBezTo>
                    <a:pt x="1057058" y="2686426"/>
                    <a:pt x="1066821" y="2647000"/>
                    <a:pt x="1058970" y="2622350"/>
                  </a:cubicBezTo>
                  <a:cubicBezTo>
                    <a:pt x="1053417" y="2604945"/>
                    <a:pt x="1050620" y="2545408"/>
                    <a:pt x="1047617" y="2488368"/>
                  </a:cubicBezTo>
                  <a:cubicBezTo>
                    <a:pt x="1048457" y="2457784"/>
                    <a:pt x="1046588" y="2427185"/>
                    <a:pt x="1042031" y="2396930"/>
                  </a:cubicBezTo>
                  <a:cubicBezTo>
                    <a:pt x="1041176" y="2391759"/>
                    <a:pt x="1040122" y="2386584"/>
                    <a:pt x="1038963" y="2381416"/>
                  </a:cubicBezTo>
                  <a:cubicBezTo>
                    <a:pt x="1038502" y="2378851"/>
                    <a:pt x="1037890" y="2376315"/>
                    <a:pt x="1037129" y="2373822"/>
                  </a:cubicBezTo>
                  <a:cubicBezTo>
                    <a:pt x="1032796" y="2356670"/>
                    <a:pt x="1026755" y="2339994"/>
                    <a:pt x="1019095" y="2324047"/>
                  </a:cubicBezTo>
                  <a:cubicBezTo>
                    <a:pt x="1015187" y="2314505"/>
                    <a:pt x="1010671" y="2305225"/>
                    <a:pt x="1005573" y="2296263"/>
                  </a:cubicBezTo>
                  <a:cubicBezTo>
                    <a:pt x="1002505" y="2290975"/>
                    <a:pt x="999051" y="2285921"/>
                    <a:pt x="995240" y="2281142"/>
                  </a:cubicBezTo>
                  <a:cubicBezTo>
                    <a:pt x="1016552" y="2281989"/>
                    <a:pt x="1037805" y="2283945"/>
                    <a:pt x="1058914" y="2287002"/>
                  </a:cubicBezTo>
                  <a:cubicBezTo>
                    <a:pt x="1064109" y="2287780"/>
                    <a:pt x="1070438" y="2288199"/>
                    <a:pt x="1073548" y="2283943"/>
                  </a:cubicBezTo>
                  <a:cubicBezTo>
                    <a:pt x="1074935" y="2281626"/>
                    <a:pt x="1075613" y="2278953"/>
                    <a:pt x="1075497" y="2276255"/>
                  </a:cubicBezTo>
                  <a:cubicBezTo>
                    <a:pt x="1076487" y="2252089"/>
                    <a:pt x="1070744" y="2228123"/>
                    <a:pt x="1058910" y="2207029"/>
                  </a:cubicBezTo>
                  <a:cubicBezTo>
                    <a:pt x="1050730" y="2192516"/>
                    <a:pt x="1039366" y="2178321"/>
                    <a:pt x="1039680" y="2161643"/>
                  </a:cubicBezTo>
                  <a:cubicBezTo>
                    <a:pt x="1040270" y="2153869"/>
                    <a:pt x="1042170" y="2146250"/>
                    <a:pt x="1045298" y="2139108"/>
                  </a:cubicBezTo>
                  <a:cubicBezTo>
                    <a:pt x="1054776" y="2113701"/>
                    <a:pt x="1064253" y="2088294"/>
                    <a:pt x="1073729" y="2062887"/>
                  </a:cubicBezTo>
                  <a:cubicBezTo>
                    <a:pt x="1097730" y="1998543"/>
                    <a:pt x="1086309" y="1923804"/>
                    <a:pt x="1098774" y="1856238"/>
                  </a:cubicBezTo>
                  <a:cubicBezTo>
                    <a:pt x="1108515" y="1803420"/>
                    <a:pt x="1114758" y="1750016"/>
                    <a:pt x="1117459" y="1696376"/>
                  </a:cubicBezTo>
                  <a:cubicBezTo>
                    <a:pt x="1119767" y="1650525"/>
                    <a:pt x="1118332" y="1600871"/>
                    <a:pt x="1090811" y="1564235"/>
                  </a:cubicBezTo>
                  <a:cubicBezTo>
                    <a:pt x="1082759" y="1555397"/>
                    <a:pt x="1075779" y="1545640"/>
                    <a:pt x="1070016" y="1535166"/>
                  </a:cubicBezTo>
                  <a:cubicBezTo>
                    <a:pt x="1066065" y="1524024"/>
                    <a:pt x="1064381" y="1512204"/>
                    <a:pt x="1065064" y="1500401"/>
                  </a:cubicBezTo>
                  <a:cubicBezTo>
                    <a:pt x="1064584" y="1428655"/>
                    <a:pt x="1066033" y="1356931"/>
                    <a:pt x="1069409" y="1285230"/>
                  </a:cubicBezTo>
                  <a:cubicBezTo>
                    <a:pt x="1190013" y="1281985"/>
                    <a:pt x="1310117" y="1268408"/>
                    <a:pt x="1428401" y="1244648"/>
                  </a:cubicBezTo>
                  <a:cubicBezTo>
                    <a:pt x="1442332" y="1242237"/>
                    <a:pt x="1456011" y="1238551"/>
                    <a:pt x="1469267" y="1233637"/>
                  </a:cubicBezTo>
                  <a:cubicBezTo>
                    <a:pt x="1483972" y="1226598"/>
                    <a:pt x="1497828" y="1217910"/>
                    <a:pt x="1510569" y="1207741"/>
                  </a:cubicBezTo>
                  <a:cubicBezTo>
                    <a:pt x="1550814" y="1178656"/>
                    <a:pt x="1591632" y="1149028"/>
                    <a:pt x="1622232" y="1109831"/>
                  </a:cubicBezTo>
                  <a:cubicBezTo>
                    <a:pt x="1658666" y="1062432"/>
                    <a:pt x="1681545" y="1006028"/>
                    <a:pt x="1688425" y="946642"/>
                  </a:cubicBezTo>
                  <a:cubicBezTo>
                    <a:pt x="1717534" y="919682"/>
                    <a:pt x="1732990" y="881361"/>
                    <a:pt x="1747562" y="844368"/>
                  </a:cubicBezTo>
                  <a:cubicBezTo>
                    <a:pt x="1754761" y="828666"/>
                    <a:pt x="1759316" y="811883"/>
                    <a:pt x="1761043" y="794696"/>
                  </a:cubicBezTo>
                  <a:cubicBezTo>
                    <a:pt x="1761825" y="777107"/>
                    <a:pt x="1750231" y="758668"/>
                    <a:pt x="1753437" y="741358"/>
                  </a:cubicBezTo>
                  <a:cubicBezTo>
                    <a:pt x="1759034" y="711546"/>
                    <a:pt x="1774085" y="684329"/>
                    <a:pt x="1796361" y="663739"/>
                  </a:cubicBezTo>
                  <a:cubicBezTo>
                    <a:pt x="1801084" y="660350"/>
                    <a:pt x="1804649" y="655588"/>
                    <a:pt x="1806570" y="650101"/>
                  </a:cubicBezTo>
                  <a:cubicBezTo>
                    <a:pt x="1807169" y="645525"/>
                    <a:pt x="1806319" y="640877"/>
                    <a:pt x="1804140" y="636808"/>
                  </a:cubicBezTo>
                  <a:cubicBezTo>
                    <a:pt x="1803900" y="636270"/>
                    <a:pt x="1803559" y="635797"/>
                    <a:pt x="1803307" y="635266"/>
                  </a:cubicBezTo>
                  <a:cubicBezTo>
                    <a:pt x="1806083" y="633507"/>
                    <a:pt x="1808835" y="631696"/>
                    <a:pt x="1811545" y="629796"/>
                  </a:cubicBezTo>
                  <a:cubicBezTo>
                    <a:pt x="1821087" y="623058"/>
                    <a:pt x="1830193" y="615589"/>
                    <a:pt x="1839081" y="608266"/>
                  </a:cubicBezTo>
                  <a:cubicBezTo>
                    <a:pt x="1852739" y="598028"/>
                    <a:pt x="1864794" y="585811"/>
                    <a:pt x="1874848" y="572018"/>
                  </a:cubicBezTo>
                  <a:cubicBezTo>
                    <a:pt x="1884973" y="557978"/>
                    <a:pt x="1888409" y="540195"/>
                    <a:pt x="1884245" y="523393"/>
                  </a:cubicBezTo>
                  <a:close/>
                  <a:moveTo>
                    <a:pt x="570346" y="4449227"/>
                  </a:moveTo>
                  <a:cubicBezTo>
                    <a:pt x="567928" y="4449397"/>
                    <a:pt x="565501" y="4449516"/>
                    <a:pt x="563104" y="4449848"/>
                  </a:cubicBezTo>
                  <a:cubicBezTo>
                    <a:pt x="554121" y="4451073"/>
                    <a:pt x="545361" y="4453589"/>
                    <a:pt x="537097" y="4457317"/>
                  </a:cubicBezTo>
                  <a:cubicBezTo>
                    <a:pt x="536428" y="4457626"/>
                    <a:pt x="535797" y="4458009"/>
                    <a:pt x="535135" y="4458333"/>
                  </a:cubicBezTo>
                  <a:cubicBezTo>
                    <a:pt x="546450" y="4433898"/>
                    <a:pt x="557033" y="4409119"/>
                    <a:pt x="566672" y="4383942"/>
                  </a:cubicBezTo>
                  <a:cubicBezTo>
                    <a:pt x="567820" y="4380970"/>
                    <a:pt x="568903" y="4377961"/>
                    <a:pt x="570026" y="4374975"/>
                  </a:cubicBezTo>
                  <a:cubicBezTo>
                    <a:pt x="569608" y="4380572"/>
                    <a:pt x="569207" y="4386185"/>
                    <a:pt x="568786" y="4391777"/>
                  </a:cubicBezTo>
                  <a:cubicBezTo>
                    <a:pt x="566614" y="4410906"/>
                    <a:pt x="567139" y="4430245"/>
                    <a:pt x="570346" y="4449227"/>
                  </a:cubicBezTo>
                  <a:close/>
                </a:path>
              </a:pathLst>
            </a:custGeom>
            <a:solidFill>
              <a:srgbClr val="808080"/>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6" name="任意多边形: 形状 65">
              <a:extLst>
                <a:ext uri="{FF2B5EF4-FFF2-40B4-BE49-F238E27FC236}">
                  <a16:creationId xmlns:a16="http://schemas.microsoft.com/office/drawing/2014/main" id="{89C2C994-7B76-4B4C-A915-0049D10985D9}"/>
                </a:ext>
              </a:extLst>
            </p:cNvPr>
            <p:cNvSpPr/>
            <p:nvPr/>
          </p:nvSpPr>
          <p:spPr>
            <a:xfrm>
              <a:off x="2887339" y="1216911"/>
              <a:ext cx="400727" cy="364159"/>
            </a:xfrm>
            <a:custGeom>
              <a:avLst/>
              <a:gdLst>
                <a:gd name="connsiteX0" fmla="*/ 331989 w 400727"/>
                <a:gd name="connsiteY0" fmla="*/ 245607 h 364159"/>
                <a:gd name="connsiteX1" fmla="*/ 348598 w 400727"/>
                <a:gd name="connsiteY1" fmla="*/ 363618 h 364159"/>
                <a:gd name="connsiteX2" fmla="*/ -45 w 400727"/>
                <a:gd name="connsiteY2" fmla="*/ 330036 h 364159"/>
                <a:gd name="connsiteX3" fmla="*/ 59907 w 400727"/>
                <a:gd name="connsiteY3" fmla="*/ 234024 h 364159"/>
                <a:gd name="connsiteX4" fmla="*/ 71344 w 400727"/>
                <a:gd name="connsiteY4" fmla="*/ 86511 h 364159"/>
                <a:gd name="connsiteX5" fmla="*/ 69888 w 400727"/>
                <a:gd name="connsiteY5" fmla="*/ 78352 h 364159"/>
                <a:gd name="connsiteX6" fmla="*/ 57431 w 400727"/>
                <a:gd name="connsiteY6" fmla="*/ 16068 h 364159"/>
                <a:gd name="connsiteX7" fmla="*/ 97642 w 400727"/>
                <a:gd name="connsiteY7" fmla="*/ 989 h 364159"/>
                <a:gd name="connsiteX8" fmla="*/ 253971 w 400727"/>
                <a:gd name="connsiteY8" fmla="*/ 21167 h 364159"/>
                <a:gd name="connsiteX9" fmla="*/ 400683 w 400727"/>
                <a:gd name="connsiteY9" fmla="*/ 52856 h 364159"/>
                <a:gd name="connsiteX10" fmla="*/ 343863 w 400727"/>
                <a:gd name="connsiteY10" fmla="*/ 169920 h 364159"/>
                <a:gd name="connsiteX11" fmla="*/ 331989 w 400727"/>
                <a:gd name="connsiteY11" fmla="*/ 245607 h 364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727" h="364159">
                  <a:moveTo>
                    <a:pt x="331989" y="245607"/>
                  </a:moveTo>
                  <a:cubicBezTo>
                    <a:pt x="333009" y="285382"/>
                    <a:pt x="346486" y="323917"/>
                    <a:pt x="348598" y="363618"/>
                  </a:cubicBezTo>
                  <a:cubicBezTo>
                    <a:pt x="231461" y="369446"/>
                    <a:pt x="115927" y="312626"/>
                    <a:pt x="-45" y="330036"/>
                  </a:cubicBezTo>
                  <a:cubicBezTo>
                    <a:pt x="32371" y="309057"/>
                    <a:pt x="49710" y="271249"/>
                    <a:pt x="59907" y="234024"/>
                  </a:cubicBezTo>
                  <a:cubicBezTo>
                    <a:pt x="72902" y="186000"/>
                    <a:pt x="76782" y="135964"/>
                    <a:pt x="71344" y="86511"/>
                  </a:cubicBezTo>
                  <a:cubicBezTo>
                    <a:pt x="71033" y="83763"/>
                    <a:pt x="70547" y="81038"/>
                    <a:pt x="69888" y="78352"/>
                  </a:cubicBezTo>
                  <a:cubicBezTo>
                    <a:pt x="65589" y="58902"/>
                    <a:pt x="54444" y="31366"/>
                    <a:pt x="57431" y="16068"/>
                  </a:cubicBezTo>
                  <a:cubicBezTo>
                    <a:pt x="61365" y="-4183"/>
                    <a:pt x="80451" y="-176"/>
                    <a:pt x="97642" y="989"/>
                  </a:cubicBezTo>
                  <a:cubicBezTo>
                    <a:pt x="150068" y="4982"/>
                    <a:pt x="202249" y="11718"/>
                    <a:pt x="253971" y="21167"/>
                  </a:cubicBezTo>
                  <a:cubicBezTo>
                    <a:pt x="267447" y="23499"/>
                    <a:pt x="398716" y="56280"/>
                    <a:pt x="400683" y="52856"/>
                  </a:cubicBezTo>
                  <a:cubicBezTo>
                    <a:pt x="377674" y="89768"/>
                    <a:pt x="358628" y="129007"/>
                    <a:pt x="343863" y="169920"/>
                  </a:cubicBezTo>
                  <a:cubicBezTo>
                    <a:pt x="335668" y="194300"/>
                    <a:pt x="331654" y="219889"/>
                    <a:pt x="331989" y="2456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7" name="任意多边形: 形状 66">
              <a:extLst>
                <a:ext uri="{FF2B5EF4-FFF2-40B4-BE49-F238E27FC236}">
                  <a16:creationId xmlns:a16="http://schemas.microsoft.com/office/drawing/2014/main" id="{1DDBC3DB-4E18-49EB-9EEC-7C3B09A2A96C}"/>
                </a:ext>
              </a:extLst>
            </p:cNvPr>
            <p:cNvSpPr/>
            <p:nvPr/>
          </p:nvSpPr>
          <p:spPr>
            <a:xfrm>
              <a:off x="4141347" y="1093162"/>
              <a:ext cx="247553" cy="328030"/>
            </a:xfrm>
            <a:custGeom>
              <a:avLst/>
              <a:gdLst>
                <a:gd name="connsiteX0" fmla="*/ 236384 w 247553"/>
                <a:gd name="connsiteY0" fmla="*/ 246465 h 328030"/>
                <a:gd name="connsiteX1" fmla="*/ 200617 w 247553"/>
                <a:gd name="connsiteY1" fmla="*/ 282524 h 328030"/>
                <a:gd name="connsiteX2" fmla="*/ 173080 w 247553"/>
                <a:gd name="connsiteY2" fmla="*/ 303941 h 328030"/>
                <a:gd name="connsiteX3" fmla="*/ 114512 w 247553"/>
                <a:gd name="connsiteY3" fmla="*/ 327761 h 328030"/>
                <a:gd name="connsiteX4" fmla="*/ 10050 w 247553"/>
                <a:gd name="connsiteY4" fmla="*/ 289371 h 328030"/>
                <a:gd name="connsiteX5" fmla="*/ 70 w 247553"/>
                <a:gd name="connsiteY5" fmla="*/ 249379 h 328030"/>
                <a:gd name="connsiteX6" fmla="*/ 9685 w 247553"/>
                <a:gd name="connsiteY6" fmla="*/ 193432 h 328030"/>
                <a:gd name="connsiteX7" fmla="*/ 54850 w 247553"/>
                <a:gd name="connsiteY7" fmla="*/ 111699 h 328030"/>
                <a:gd name="connsiteX8" fmla="*/ 127478 w 247553"/>
                <a:gd name="connsiteY8" fmla="*/ 39071 h 328030"/>
                <a:gd name="connsiteX9" fmla="*/ 158364 w 247553"/>
                <a:gd name="connsiteY9" fmla="*/ 24866 h 328030"/>
                <a:gd name="connsiteX10" fmla="*/ 212927 w 247553"/>
                <a:gd name="connsiteY10" fmla="*/ 2503 h 328030"/>
                <a:gd name="connsiteX11" fmla="*/ 222833 w 247553"/>
                <a:gd name="connsiteY11" fmla="*/ -120 h 328030"/>
                <a:gd name="connsiteX12" fmla="*/ 231866 w 247553"/>
                <a:gd name="connsiteY12" fmla="*/ 34482 h 328030"/>
                <a:gd name="connsiteX13" fmla="*/ 167398 w 247553"/>
                <a:gd name="connsiteY13" fmla="*/ 93196 h 328030"/>
                <a:gd name="connsiteX14" fmla="*/ 206297 w 247553"/>
                <a:gd name="connsiteY14" fmla="*/ 123354 h 328030"/>
                <a:gd name="connsiteX15" fmla="*/ 211543 w 247553"/>
                <a:gd name="connsiteY15" fmla="*/ 135520 h 328030"/>
                <a:gd name="connsiteX16" fmla="*/ 229318 w 247553"/>
                <a:gd name="connsiteY16" fmla="*/ 140109 h 328030"/>
                <a:gd name="connsiteX17" fmla="*/ 235800 w 247553"/>
                <a:gd name="connsiteY17" fmla="*/ 170632 h 328030"/>
                <a:gd name="connsiteX18" fmla="*/ 245780 w 247553"/>
                <a:gd name="connsiteY18" fmla="*/ 198095 h 328030"/>
                <a:gd name="connsiteX19" fmla="*/ 236384 w 247553"/>
                <a:gd name="connsiteY19" fmla="*/ 246465 h 328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47553" h="328030">
                  <a:moveTo>
                    <a:pt x="236384" y="246465"/>
                  </a:moveTo>
                  <a:cubicBezTo>
                    <a:pt x="226320" y="260196"/>
                    <a:pt x="214265" y="272349"/>
                    <a:pt x="200617" y="282524"/>
                  </a:cubicBezTo>
                  <a:cubicBezTo>
                    <a:pt x="191728" y="289809"/>
                    <a:pt x="182622" y="297239"/>
                    <a:pt x="173080" y="303941"/>
                  </a:cubicBezTo>
                  <a:cubicBezTo>
                    <a:pt x="156086" y="317057"/>
                    <a:pt x="135837" y="325293"/>
                    <a:pt x="114512" y="327761"/>
                  </a:cubicBezTo>
                  <a:cubicBezTo>
                    <a:pt x="86611" y="329655"/>
                    <a:pt x="27387" y="313265"/>
                    <a:pt x="10050" y="289371"/>
                  </a:cubicBezTo>
                  <a:cubicBezTo>
                    <a:pt x="2741" y="277362"/>
                    <a:pt x="-740" y="263414"/>
                    <a:pt x="70" y="249379"/>
                  </a:cubicBezTo>
                  <a:cubicBezTo>
                    <a:pt x="361" y="230345"/>
                    <a:pt x="3605" y="211471"/>
                    <a:pt x="9685" y="193432"/>
                  </a:cubicBezTo>
                  <a:cubicBezTo>
                    <a:pt x="20552" y="164075"/>
                    <a:pt x="35778" y="136522"/>
                    <a:pt x="54850" y="111699"/>
                  </a:cubicBezTo>
                  <a:cubicBezTo>
                    <a:pt x="75028" y="83653"/>
                    <a:pt x="97465" y="56045"/>
                    <a:pt x="127478" y="39071"/>
                  </a:cubicBezTo>
                  <a:cubicBezTo>
                    <a:pt x="137478" y="33719"/>
                    <a:pt x="147792" y="28975"/>
                    <a:pt x="158364" y="24866"/>
                  </a:cubicBezTo>
                  <a:cubicBezTo>
                    <a:pt x="176577" y="17436"/>
                    <a:pt x="194716" y="9932"/>
                    <a:pt x="212927" y="2503"/>
                  </a:cubicBezTo>
                  <a:cubicBezTo>
                    <a:pt x="216026" y="988"/>
                    <a:pt x="219392" y="97"/>
                    <a:pt x="222833" y="-120"/>
                  </a:cubicBezTo>
                  <a:cubicBezTo>
                    <a:pt x="237476" y="25"/>
                    <a:pt x="240172" y="22389"/>
                    <a:pt x="231866" y="34482"/>
                  </a:cubicBezTo>
                  <a:cubicBezTo>
                    <a:pt x="215257" y="58812"/>
                    <a:pt x="177888" y="65587"/>
                    <a:pt x="167398" y="93196"/>
                  </a:cubicBezTo>
                  <a:cubicBezTo>
                    <a:pt x="185530" y="93757"/>
                    <a:pt x="201236" y="105934"/>
                    <a:pt x="206297" y="123354"/>
                  </a:cubicBezTo>
                  <a:cubicBezTo>
                    <a:pt x="206709" y="127864"/>
                    <a:pt x="208546" y="132125"/>
                    <a:pt x="211543" y="135520"/>
                  </a:cubicBezTo>
                  <a:cubicBezTo>
                    <a:pt x="216351" y="139381"/>
                    <a:pt x="223854" y="137195"/>
                    <a:pt x="229318" y="140109"/>
                  </a:cubicBezTo>
                  <a:cubicBezTo>
                    <a:pt x="239005" y="145281"/>
                    <a:pt x="234781" y="159705"/>
                    <a:pt x="235800" y="170632"/>
                  </a:cubicBezTo>
                  <a:cubicBezTo>
                    <a:pt x="238179" y="180103"/>
                    <a:pt x="241523" y="189306"/>
                    <a:pt x="245780" y="198095"/>
                  </a:cubicBezTo>
                  <a:cubicBezTo>
                    <a:pt x="249943" y="214815"/>
                    <a:pt x="246503" y="232519"/>
                    <a:pt x="236384" y="246465"/>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8" name="任意多边形: 形状 67">
              <a:extLst>
                <a:ext uri="{FF2B5EF4-FFF2-40B4-BE49-F238E27FC236}">
                  <a16:creationId xmlns:a16="http://schemas.microsoft.com/office/drawing/2014/main" id="{9C1FB5D5-4BBF-4C81-9C61-5E6D4D416A4A}"/>
                </a:ext>
              </a:extLst>
            </p:cNvPr>
            <p:cNvSpPr/>
            <p:nvPr/>
          </p:nvSpPr>
          <p:spPr>
            <a:xfrm>
              <a:off x="2763102" y="5142476"/>
              <a:ext cx="242428" cy="196149"/>
            </a:xfrm>
            <a:custGeom>
              <a:avLst/>
              <a:gdLst>
                <a:gd name="connsiteX0" fmla="*/ -45 w 242428"/>
                <a:gd name="connsiteY0" fmla="*/ 184990 h 196149"/>
                <a:gd name="connsiteX1" fmla="*/ 36294 w 242428"/>
                <a:gd name="connsiteY1" fmla="*/ 179502 h 196149"/>
                <a:gd name="connsiteX2" fmla="*/ 240613 w 242428"/>
                <a:gd name="connsiteY2" fmla="*/ 196030 h 196149"/>
                <a:gd name="connsiteX3" fmla="*/ 216299 w 242428"/>
                <a:gd name="connsiteY3" fmla="*/ 71594 h 196149"/>
                <a:gd name="connsiteX4" fmla="*/ 208206 w 242428"/>
                <a:gd name="connsiteY4" fmla="*/ 40131 h 196149"/>
                <a:gd name="connsiteX5" fmla="*/ 156434 w 242428"/>
                <a:gd name="connsiteY5" fmla="*/ 8883 h 196149"/>
                <a:gd name="connsiteX6" fmla="*/ 41493 w 242428"/>
                <a:gd name="connsiteY6" fmla="*/ 24640 h 196149"/>
                <a:gd name="connsiteX7" fmla="*/ -45 w 242428"/>
                <a:gd name="connsiteY7" fmla="*/ 184990 h 196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2428" h="196149">
                  <a:moveTo>
                    <a:pt x="-45" y="184990"/>
                  </a:moveTo>
                  <a:cubicBezTo>
                    <a:pt x="8972" y="175980"/>
                    <a:pt x="23703" y="177511"/>
                    <a:pt x="36294" y="179502"/>
                  </a:cubicBezTo>
                  <a:cubicBezTo>
                    <a:pt x="103882" y="190188"/>
                    <a:pt x="172186" y="195713"/>
                    <a:pt x="240613" y="196030"/>
                  </a:cubicBezTo>
                  <a:cubicBezTo>
                    <a:pt x="249179" y="154196"/>
                    <a:pt x="224310" y="113537"/>
                    <a:pt x="216299" y="71594"/>
                  </a:cubicBezTo>
                  <a:cubicBezTo>
                    <a:pt x="215141" y="60769"/>
                    <a:pt x="212415" y="50171"/>
                    <a:pt x="208206" y="40131"/>
                  </a:cubicBezTo>
                  <a:cubicBezTo>
                    <a:pt x="198571" y="21643"/>
                    <a:pt x="176834" y="13186"/>
                    <a:pt x="156434" y="8883"/>
                  </a:cubicBezTo>
                  <a:cubicBezTo>
                    <a:pt x="119614" y="1117"/>
                    <a:pt x="62057" y="-12587"/>
                    <a:pt x="41493" y="24640"/>
                  </a:cubicBezTo>
                  <a:cubicBezTo>
                    <a:pt x="16818" y="69307"/>
                    <a:pt x="8924" y="135279"/>
                    <a:pt x="-45" y="184990"/>
                  </a:cubicBezTo>
                  <a:close/>
                </a:path>
              </a:pathLst>
            </a:custGeom>
            <a:solidFill>
              <a:srgbClr val="65617D"/>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9" name="任意多边形: 形状 68">
              <a:extLst>
                <a:ext uri="{FF2B5EF4-FFF2-40B4-BE49-F238E27FC236}">
                  <a16:creationId xmlns:a16="http://schemas.microsoft.com/office/drawing/2014/main" id="{98BD33C9-6CAD-4181-8003-9507C4C8550F}"/>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0" name="任意多边形: 形状 69">
              <a:extLst>
                <a:ext uri="{FF2B5EF4-FFF2-40B4-BE49-F238E27FC236}">
                  <a16:creationId xmlns:a16="http://schemas.microsoft.com/office/drawing/2014/main" id="{35E8D719-9102-4787-917D-69F9FD392F3A}"/>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1" name="任意多边形: 形状 70">
              <a:extLst>
                <a:ext uri="{FF2B5EF4-FFF2-40B4-BE49-F238E27FC236}">
                  <a16:creationId xmlns:a16="http://schemas.microsoft.com/office/drawing/2014/main" id="{3944B659-C85C-46EA-9BF7-8AF62DCC224A}"/>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2" name="任意多边形: 形状 71">
              <a:extLst>
                <a:ext uri="{FF2B5EF4-FFF2-40B4-BE49-F238E27FC236}">
                  <a16:creationId xmlns:a16="http://schemas.microsoft.com/office/drawing/2014/main" id="{0C652073-D0C8-469D-8B49-08E4952441D6}"/>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3" name="任意多边形: 形状 72">
              <a:extLst>
                <a:ext uri="{FF2B5EF4-FFF2-40B4-BE49-F238E27FC236}">
                  <a16:creationId xmlns:a16="http://schemas.microsoft.com/office/drawing/2014/main" id="{2BC150E9-E595-4C46-844C-DAB9606BE515}"/>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4" name="任意多边形: 形状 73">
              <a:extLst>
                <a:ext uri="{FF2B5EF4-FFF2-40B4-BE49-F238E27FC236}">
                  <a16:creationId xmlns:a16="http://schemas.microsoft.com/office/drawing/2014/main" id="{9B9ED302-9976-488F-A8D7-983CB369D28F}"/>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5" name="任意多边形: 形状 74">
              <a:extLst>
                <a:ext uri="{FF2B5EF4-FFF2-40B4-BE49-F238E27FC236}">
                  <a16:creationId xmlns:a16="http://schemas.microsoft.com/office/drawing/2014/main" id="{94A48EDC-CCF7-4819-BF91-BB67EFCD0758}"/>
                </a:ext>
              </a:extLst>
            </p:cNvPr>
            <p:cNvSpPr/>
            <p:nvPr/>
          </p:nvSpPr>
          <p:spPr>
            <a:xfrm>
              <a:off x="2745182" y="3016810"/>
              <a:ext cx="819579" cy="2248079"/>
            </a:xfrm>
            <a:custGeom>
              <a:avLst/>
              <a:gdLst>
                <a:gd name="connsiteX0" fmla="*/ 791393 w 819579"/>
                <a:gd name="connsiteY0" fmla="*/ 536471 h 2248079"/>
                <a:gd name="connsiteX1" fmla="*/ 781995 w 819579"/>
                <a:gd name="connsiteY1" fmla="*/ 619152 h 2248079"/>
                <a:gd name="connsiteX2" fmla="*/ 676732 w 819579"/>
                <a:gd name="connsiteY2" fmla="*/ 1171983 h 2248079"/>
                <a:gd name="connsiteX3" fmla="*/ 665951 w 819579"/>
                <a:gd name="connsiteY3" fmla="*/ 1219552 h 2248079"/>
                <a:gd name="connsiteX4" fmla="*/ 594635 w 819579"/>
                <a:gd name="connsiteY4" fmla="*/ 1359854 h 2248079"/>
                <a:gd name="connsiteX5" fmla="*/ 341784 w 819579"/>
                <a:gd name="connsiteY5" fmla="*/ 2067629 h 2248079"/>
                <a:gd name="connsiteX6" fmla="*/ 324374 w 819579"/>
                <a:gd name="connsiteY6" fmla="*/ 2114833 h 2248079"/>
                <a:gd name="connsiteX7" fmla="*/ 272434 w 819579"/>
                <a:gd name="connsiteY7" fmla="*/ 2230732 h 2248079"/>
                <a:gd name="connsiteX8" fmla="*/ 261726 w 819579"/>
                <a:gd name="connsiteY8" fmla="*/ 2244572 h 2248079"/>
                <a:gd name="connsiteX9" fmla="*/ 244826 w 819579"/>
                <a:gd name="connsiteY9" fmla="*/ 2247851 h 2248079"/>
                <a:gd name="connsiteX10" fmla="*/ 26068 w 819579"/>
                <a:gd name="connsiteY10" fmla="*/ 2198097 h 2248079"/>
                <a:gd name="connsiteX11" fmla="*/ 2831 w 819579"/>
                <a:gd name="connsiteY11" fmla="*/ 2178793 h 2248079"/>
                <a:gd name="connsiteX12" fmla="*/ 354 w 819579"/>
                <a:gd name="connsiteY12" fmla="*/ 2156574 h 2248079"/>
                <a:gd name="connsiteX13" fmla="*/ 27598 w 819579"/>
                <a:gd name="connsiteY13" fmla="*/ 2021736 h 2248079"/>
                <a:gd name="connsiteX14" fmla="*/ 81504 w 819579"/>
                <a:gd name="connsiteY14" fmla="*/ 1956392 h 2248079"/>
                <a:gd name="connsiteX15" fmla="*/ 134317 w 819579"/>
                <a:gd name="connsiteY15" fmla="*/ 1523976 h 2248079"/>
                <a:gd name="connsiteX16" fmla="*/ 213064 w 819579"/>
                <a:gd name="connsiteY16" fmla="*/ 1316947 h 2248079"/>
                <a:gd name="connsiteX17" fmla="*/ 283143 w 819579"/>
                <a:gd name="connsiteY17" fmla="*/ 1172493 h 2248079"/>
                <a:gd name="connsiteX18" fmla="*/ 290209 w 819579"/>
                <a:gd name="connsiteY18" fmla="*/ 1104600 h 2248079"/>
                <a:gd name="connsiteX19" fmla="*/ 317088 w 819579"/>
                <a:gd name="connsiteY19" fmla="*/ 1088792 h 2248079"/>
                <a:gd name="connsiteX20" fmla="*/ 320876 w 819579"/>
                <a:gd name="connsiteY20" fmla="*/ 1075243 h 2248079"/>
                <a:gd name="connsiteX21" fmla="*/ 313957 w 819579"/>
                <a:gd name="connsiteY21" fmla="*/ 963278 h 2248079"/>
                <a:gd name="connsiteX22" fmla="*/ 297274 w 819579"/>
                <a:gd name="connsiteY22" fmla="*/ 890286 h 2248079"/>
                <a:gd name="connsiteX23" fmla="*/ 315632 w 819579"/>
                <a:gd name="connsiteY23" fmla="*/ 819771 h 2248079"/>
                <a:gd name="connsiteX24" fmla="*/ 316287 w 819579"/>
                <a:gd name="connsiteY24" fmla="*/ 668469 h 2248079"/>
                <a:gd name="connsiteX25" fmla="*/ 309293 w 819579"/>
                <a:gd name="connsiteY25" fmla="*/ 583967 h 2248079"/>
                <a:gd name="connsiteX26" fmla="*/ 296837 w 819579"/>
                <a:gd name="connsiteY26" fmla="*/ 545140 h 2248079"/>
                <a:gd name="connsiteX27" fmla="*/ 281467 w 819579"/>
                <a:gd name="connsiteY27" fmla="*/ 401997 h 2248079"/>
                <a:gd name="connsiteX28" fmla="*/ 231786 w 819579"/>
                <a:gd name="connsiteY28" fmla="*/ 367030 h 2248079"/>
                <a:gd name="connsiteX29" fmla="*/ 163601 w 819579"/>
                <a:gd name="connsiteY29" fmla="*/ 268979 h 2248079"/>
                <a:gd name="connsiteX30" fmla="*/ 144297 w 819579"/>
                <a:gd name="connsiteY30" fmla="*/ 148929 h 2248079"/>
                <a:gd name="connsiteX31" fmla="*/ 144005 w 819579"/>
                <a:gd name="connsiteY31" fmla="*/ 122995 h 2248079"/>
                <a:gd name="connsiteX32" fmla="*/ 147502 w 819579"/>
                <a:gd name="connsiteY32" fmla="*/ 110029 h 2248079"/>
                <a:gd name="connsiteX33" fmla="*/ 205998 w 819579"/>
                <a:gd name="connsiteY33" fmla="*/ 74480 h 2248079"/>
                <a:gd name="connsiteX34" fmla="*/ 652692 w 819579"/>
                <a:gd name="connsiteY34" fmla="*/ 22249 h 2248079"/>
                <a:gd name="connsiteX35" fmla="*/ 763272 w 819579"/>
                <a:gd name="connsiteY35" fmla="*/ 38057 h 2248079"/>
                <a:gd name="connsiteX36" fmla="*/ 794743 w 819579"/>
                <a:gd name="connsiteY36" fmla="*/ 114910 h 2248079"/>
                <a:gd name="connsiteX37" fmla="*/ 816669 w 819579"/>
                <a:gd name="connsiteY37" fmla="*/ 362441 h 2248079"/>
                <a:gd name="connsiteX38" fmla="*/ 791393 w 819579"/>
                <a:gd name="connsiteY38" fmla="*/ 536471 h 2248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819579" h="2248079">
                  <a:moveTo>
                    <a:pt x="791393" y="536471"/>
                  </a:moveTo>
                  <a:cubicBezTo>
                    <a:pt x="790840" y="564264"/>
                    <a:pt x="787694" y="591944"/>
                    <a:pt x="781995" y="619152"/>
                  </a:cubicBezTo>
                  <a:cubicBezTo>
                    <a:pt x="749069" y="803818"/>
                    <a:pt x="713981" y="988095"/>
                    <a:pt x="676732" y="1171983"/>
                  </a:cubicBezTo>
                  <a:cubicBezTo>
                    <a:pt x="673454" y="1187936"/>
                    <a:pt x="670249" y="1203890"/>
                    <a:pt x="665951" y="1219552"/>
                  </a:cubicBezTo>
                  <a:cubicBezTo>
                    <a:pt x="652073" y="1270723"/>
                    <a:pt x="627796" y="1318484"/>
                    <a:pt x="594635" y="1359854"/>
                  </a:cubicBezTo>
                  <a:cubicBezTo>
                    <a:pt x="439399" y="1553334"/>
                    <a:pt x="425994" y="1834302"/>
                    <a:pt x="341784" y="2067629"/>
                  </a:cubicBezTo>
                  <a:cubicBezTo>
                    <a:pt x="336103" y="2083436"/>
                    <a:pt x="330421" y="2099244"/>
                    <a:pt x="324374" y="2114833"/>
                  </a:cubicBezTo>
                  <a:cubicBezTo>
                    <a:pt x="309156" y="2154372"/>
                    <a:pt x="291817" y="2193060"/>
                    <a:pt x="272434" y="2230732"/>
                  </a:cubicBezTo>
                  <a:cubicBezTo>
                    <a:pt x="270170" y="2236222"/>
                    <a:pt x="266472" y="2241002"/>
                    <a:pt x="261726" y="2244572"/>
                  </a:cubicBezTo>
                  <a:cubicBezTo>
                    <a:pt x="256502" y="2247200"/>
                    <a:pt x="250654" y="2248335"/>
                    <a:pt x="244826" y="2247851"/>
                  </a:cubicBezTo>
                  <a:cubicBezTo>
                    <a:pt x="169053" y="2248286"/>
                    <a:pt x="94198" y="2231262"/>
                    <a:pt x="26068" y="2198097"/>
                  </a:cubicBezTo>
                  <a:cubicBezTo>
                    <a:pt x="16342" y="2194510"/>
                    <a:pt x="8140" y="2187697"/>
                    <a:pt x="2831" y="2178793"/>
                  </a:cubicBezTo>
                  <a:cubicBezTo>
                    <a:pt x="218" y="2171697"/>
                    <a:pt x="-632" y="2164071"/>
                    <a:pt x="354" y="2156574"/>
                  </a:cubicBezTo>
                  <a:cubicBezTo>
                    <a:pt x="2685" y="2110317"/>
                    <a:pt x="5525" y="2062384"/>
                    <a:pt x="27598" y="2021736"/>
                  </a:cubicBezTo>
                  <a:cubicBezTo>
                    <a:pt x="42245" y="1997415"/>
                    <a:pt x="60410" y="1975395"/>
                    <a:pt x="81504" y="1956392"/>
                  </a:cubicBezTo>
                  <a:cubicBezTo>
                    <a:pt x="88060" y="1811210"/>
                    <a:pt x="102411" y="1665736"/>
                    <a:pt x="134317" y="1523976"/>
                  </a:cubicBezTo>
                  <a:cubicBezTo>
                    <a:pt x="150708" y="1451494"/>
                    <a:pt x="170959" y="1378211"/>
                    <a:pt x="213064" y="1316947"/>
                  </a:cubicBezTo>
                  <a:cubicBezTo>
                    <a:pt x="244097" y="1271710"/>
                    <a:pt x="288607" y="1227055"/>
                    <a:pt x="283143" y="1172493"/>
                  </a:cubicBezTo>
                  <a:cubicBezTo>
                    <a:pt x="280739" y="1148526"/>
                    <a:pt x="270686" y="1118659"/>
                    <a:pt x="290209" y="1104600"/>
                  </a:cubicBezTo>
                  <a:cubicBezTo>
                    <a:pt x="298731" y="1098409"/>
                    <a:pt x="311334" y="1097607"/>
                    <a:pt x="317088" y="1088792"/>
                  </a:cubicBezTo>
                  <a:cubicBezTo>
                    <a:pt x="319407" y="1084640"/>
                    <a:pt x="320706" y="1079996"/>
                    <a:pt x="320876" y="1075243"/>
                  </a:cubicBezTo>
                  <a:cubicBezTo>
                    <a:pt x="324888" y="1037798"/>
                    <a:pt x="322548" y="999944"/>
                    <a:pt x="313957" y="963278"/>
                  </a:cubicBezTo>
                  <a:cubicBezTo>
                    <a:pt x="306858" y="939325"/>
                    <a:pt x="301286" y="914945"/>
                    <a:pt x="297274" y="890286"/>
                  </a:cubicBezTo>
                  <a:cubicBezTo>
                    <a:pt x="294797" y="865372"/>
                    <a:pt x="299023" y="838420"/>
                    <a:pt x="315632" y="819771"/>
                  </a:cubicBezTo>
                  <a:cubicBezTo>
                    <a:pt x="316651" y="769944"/>
                    <a:pt x="315267" y="718223"/>
                    <a:pt x="316287" y="668469"/>
                  </a:cubicBezTo>
                  <a:cubicBezTo>
                    <a:pt x="318250" y="640110"/>
                    <a:pt x="315892" y="611618"/>
                    <a:pt x="309293" y="583967"/>
                  </a:cubicBezTo>
                  <a:cubicBezTo>
                    <a:pt x="305506" y="570927"/>
                    <a:pt x="299751" y="558471"/>
                    <a:pt x="296837" y="545140"/>
                  </a:cubicBezTo>
                  <a:cubicBezTo>
                    <a:pt x="286420" y="497280"/>
                    <a:pt x="312427" y="439950"/>
                    <a:pt x="281467" y="401997"/>
                  </a:cubicBezTo>
                  <a:cubicBezTo>
                    <a:pt x="268573" y="386262"/>
                    <a:pt x="248687" y="378395"/>
                    <a:pt x="231786" y="367030"/>
                  </a:cubicBezTo>
                  <a:cubicBezTo>
                    <a:pt x="198058" y="344521"/>
                    <a:pt x="175912" y="307661"/>
                    <a:pt x="163601" y="268979"/>
                  </a:cubicBezTo>
                  <a:cubicBezTo>
                    <a:pt x="152677" y="229815"/>
                    <a:pt x="146201" y="189544"/>
                    <a:pt x="144297" y="148929"/>
                  </a:cubicBezTo>
                  <a:cubicBezTo>
                    <a:pt x="143290" y="140318"/>
                    <a:pt x="143193" y="131626"/>
                    <a:pt x="144005" y="122995"/>
                  </a:cubicBezTo>
                  <a:cubicBezTo>
                    <a:pt x="144551" y="118529"/>
                    <a:pt x="145728" y="114164"/>
                    <a:pt x="147502" y="110029"/>
                  </a:cubicBezTo>
                  <a:cubicBezTo>
                    <a:pt x="157118" y="88393"/>
                    <a:pt x="182979" y="80015"/>
                    <a:pt x="205998" y="74480"/>
                  </a:cubicBezTo>
                  <a:cubicBezTo>
                    <a:pt x="352294" y="39393"/>
                    <a:pt x="502248" y="21859"/>
                    <a:pt x="652692" y="22249"/>
                  </a:cubicBezTo>
                  <a:cubicBezTo>
                    <a:pt x="708346" y="-15631"/>
                    <a:pt x="739670" y="-2082"/>
                    <a:pt x="763272" y="38057"/>
                  </a:cubicBezTo>
                  <a:cubicBezTo>
                    <a:pt x="776307" y="62557"/>
                    <a:pt x="786850" y="88304"/>
                    <a:pt x="794743" y="114910"/>
                  </a:cubicBezTo>
                  <a:cubicBezTo>
                    <a:pt x="805524" y="147472"/>
                    <a:pt x="806179" y="329733"/>
                    <a:pt x="816669" y="362441"/>
                  </a:cubicBezTo>
                  <a:cubicBezTo>
                    <a:pt x="830292" y="404984"/>
                    <a:pt x="790883" y="491816"/>
                    <a:pt x="791393" y="536471"/>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6" name="任意多边形: 形状 75">
              <a:extLst>
                <a:ext uri="{FF2B5EF4-FFF2-40B4-BE49-F238E27FC236}">
                  <a16:creationId xmlns:a16="http://schemas.microsoft.com/office/drawing/2014/main" id="{7384B757-CC27-480B-AF40-2B4C3B8F6EFA}"/>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7" name="任意多边形: 形状 76">
              <a:extLst>
                <a:ext uri="{FF2B5EF4-FFF2-40B4-BE49-F238E27FC236}">
                  <a16:creationId xmlns:a16="http://schemas.microsoft.com/office/drawing/2014/main" id="{48BAFC38-A079-4018-85FC-4979C8D810D0}"/>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8" name="任意多边形: 形状 77">
              <a:extLst>
                <a:ext uri="{FF2B5EF4-FFF2-40B4-BE49-F238E27FC236}">
                  <a16:creationId xmlns:a16="http://schemas.microsoft.com/office/drawing/2014/main" id="{BB7FEBE2-180C-4515-9DC6-1E9F224F7811}"/>
                </a:ext>
              </a:extLst>
            </p:cNvPr>
            <p:cNvSpPr/>
            <p:nvPr/>
          </p:nvSpPr>
          <p:spPr>
            <a:xfrm>
              <a:off x="2944583" y="1216911"/>
              <a:ext cx="343483" cy="177834"/>
            </a:xfrm>
            <a:custGeom>
              <a:avLst/>
              <a:gdLst>
                <a:gd name="connsiteX0" fmla="*/ 343439 w 343483"/>
                <a:gd name="connsiteY0" fmla="*/ 52856 h 177834"/>
                <a:gd name="connsiteX1" fmla="*/ 286619 w 343483"/>
                <a:gd name="connsiteY1" fmla="*/ 169920 h 177834"/>
                <a:gd name="connsiteX2" fmla="*/ 222078 w 343483"/>
                <a:gd name="connsiteY2" fmla="*/ 177714 h 177834"/>
                <a:gd name="connsiteX3" fmla="*/ 28239 w 343483"/>
                <a:gd name="connsiteY3" fmla="*/ 68993 h 177834"/>
                <a:gd name="connsiteX4" fmla="*/ 187 w 343483"/>
                <a:gd name="connsiteY4" fmla="*/ 16068 h 177834"/>
                <a:gd name="connsiteX5" fmla="*/ 40399 w 343483"/>
                <a:gd name="connsiteY5" fmla="*/ 989 h 177834"/>
                <a:gd name="connsiteX6" fmla="*/ 196728 w 343483"/>
                <a:gd name="connsiteY6" fmla="*/ 21167 h 177834"/>
                <a:gd name="connsiteX7" fmla="*/ 343439 w 343483"/>
                <a:gd name="connsiteY7" fmla="*/ 52856 h 1778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483" h="177834">
                  <a:moveTo>
                    <a:pt x="343439" y="52856"/>
                  </a:moveTo>
                  <a:cubicBezTo>
                    <a:pt x="320430" y="89768"/>
                    <a:pt x="301385" y="129007"/>
                    <a:pt x="286619" y="169920"/>
                  </a:cubicBezTo>
                  <a:cubicBezTo>
                    <a:pt x="265498" y="175113"/>
                    <a:pt x="243827" y="177730"/>
                    <a:pt x="222078" y="177714"/>
                  </a:cubicBezTo>
                  <a:cubicBezTo>
                    <a:pt x="137648" y="177714"/>
                    <a:pt x="77847" y="129674"/>
                    <a:pt x="28239" y="68993"/>
                  </a:cubicBezTo>
                  <a:cubicBezTo>
                    <a:pt x="23940" y="49543"/>
                    <a:pt x="-2800" y="31366"/>
                    <a:pt x="187" y="16068"/>
                  </a:cubicBezTo>
                  <a:cubicBezTo>
                    <a:pt x="4121" y="-4183"/>
                    <a:pt x="23207" y="-176"/>
                    <a:pt x="40399" y="989"/>
                  </a:cubicBezTo>
                  <a:cubicBezTo>
                    <a:pt x="92825" y="4982"/>
                    <a:pt x="145006" y="11718"/>
                    <a:pt x="196728" y="21167"/>
                  </a:cubicBezTo>
                  <a:cubicBezTo>
                    <a:pt x="210203" y="23499"/>
                    <a:pt x="341472" y="56280"/>
                    <a:pt x="343439" y="5285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9" name="任意多边形: 形状 78">
              <a:extLst>
                <a:ext uri="{FF2B5EF4-FFF2-40B4-BE49-F238E27FC236}">
                  <a16:creationId xmlns:a16="http://schemas.microsoft.com/office/drawing/2014/main" id="{CCDA6AB9-672F-496B-A64B-4C4B940D1B29}"/>
                </a:ext>
              </a:extLst>
            </p:cNvPr>
            <p:cNvSpPr/>
            <p:nvPr/>
          </p:nvSpPr>
          <p:spPr>
            <a:xfrm>
              <a:off x="2896225" y="846413"/>
              <a:ext cx="541013" cy="541013"/>
            </a:xfrm>
            <a:custGeom>
              <a:avLst/>
              <a:gdLst>
                <a:gd name="connsiteX0" fmla="*/ 541013 w 541013"/>
                <a:gd name="connsiteY0" fmla="*/ 270507 h 541013"/>
                <a:gd name="connsiteX1" fmla="*/ 270507 w 541013"/>
                <a:gd name="connsiteY1" fmla="*/ 541013 h 541013"/>
                <a:gd name="connsiteX2" fmla="*/ 0 w 541013"/>
                <a:gd name="connsiteY2" fmla="*/ 270507 h 541013"/>
                <a:gd name="connsiteX3" fmla="*/ 270507 w 541013"/>
                <a:gd name="connsiteY3" fmla="*/ 0 h 541013"/>
                <a:gd name="connsiteX4" fmla="*/ 541013 w 541013"/>
                <a:gd name="connsiteY4" fmla="*/ 270507 h 541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13" h="541013">
                  <a:moveTo>
                    <a:pt x="541013" y="270507"/>
                  </a:moveTo>
                  <a:cubicBezTo>
                    <a:pt x="541013" y="419903"/>
                    <a:pt x="419903" y="541013"/>
                    <a:pt x="270507" y="541013"/>
                  </a:cubicBezTo>
                  <a:cubicBezTo>
                    <a:pt x="121110" y="541013"/>
                    <a:pt x="0" y="419903"/>
                    <a:pt x="0" y="270507"/>
                  </a:cubicBezTo>
                  <a:cubicBezTo>
                    <a:pt x="0" y="121110"/>
                    <a:pt x="121110" y="0"/>
                    <a:pt x="270507" y="0"/>
                  </a:cubicBezTo>
                  <a:cubicBezTo>
                    <a:pt x="419903" y="0"/>
                    <a:pt x="541013" y="121110"/>
                    <a:pt x="541013" y="2705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0" name="任意多边形: 形状 79">
              <a:extLst>
                <a:ext uri="{FF2B5EF4-FFF2-40B4-BE49-F238E27FC236}">
                  <a16:creationId xmlns:a16="http://schemas.microsoft.com/office/drawing/2014/main" id="{60352DBC-AD46-4A3A-9F04-FDC8EF9A0A65}"/>
                </a:ext>
              </a:extLst>
            </p:cNvPr>
            <p:cNvSpPr/>
            <p:nvPr/>
          </p:nvSpPr>
          <p:spPr>
            <a:xfrm>
              <a:off x="2889233" y="3016810"/>
              <a:ext cx="619266" cy="123114"/>
            </a:xfrm>
            <a:custGeom>
              <a:avLst/>
              <a:gdLst>
                <a:gd name="connsiteX0" fmla="*/ 619222 w 619266"/>
                <a:gd name="connsiteY0" fmla="*/ 38057 h 123114"/>
                <a:gd name="connsiteX1" fmla="*/ 478265 w 619266"/>
                <a:gd name="connsiteY1" fmla="*/ 39076 h 123114"/>
                <a:gd name="connsiteX2" fmla="*/ 390777 w 619266"/>
                <a:gd name="connsiteY2" fmla="*/ 48036 h 123114"/>
                <a:gd name="connsiteX3" fmla="*/ 286970 w 619266"/>
                <a:gd name="connsiteY3" fmla="*/ 82420 h 123114"/>
                <a:gd name="connsiteX4" fmla="*/ 113523 w 619266"/>
                <a:gd name="connsiteY4" fmla="*/ 105220 h 123114"/>
                <a:gd name="connsiteX5" fmla="*/ -45 w 619266"/>
                <a:gd name="connsiteY5" fmla="*/ 122995 h 123114"/>
                <a:gd name="connsiteX6" fmla="*/ 3451 w 619266"/>
                <a:gd name="connsiteY6" fmla="*/ 110028 h 123114"/>
                <a:gd name="connsiteX7" fmla="*/ 61947 w 619266"/>
                <a:gd name="connsiteY7" fmla="*/ 74479 h 123114"/>
                <a:gd name="connsiteX8" fmla="*/ 508641 w 619266"/>
                <a:gd name="connsiteY8" fmla="*/ 22248 h 123114"/>
                <a:gd name="connsiteX9" fmla="*/ 619222 w 619266"/>
                <a:gd name="connsiteY9" fmla="*/ 38057 h 12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266" h="123114">
                  <a:moveTo>
                    <a:pt x="619222" y="38057"/>
                  </a:moveTo>
                  <a:cubicBezTo>
                    <a:pt x="572382" y="35288"/>
                    <a:pt x="525251" y="37182"/>
                    <a:pt x="478265" y="39076"/>
                  </a:cubicBezTo>
                  <a:cubicBezTo>
                    <a:pt x="448888" y="39355"/>
                    <a:pt x="419600" y="42355"/>
                    <a:pt x="390777" y="48036"/>
                  </a:cubicBezTo>
                  <a:cubicBezTo>
                    <a:pt x="355227" y="56122"/>
                    <a:pt x="322009" y="72293"/>
                    <a:pt x="286970" y="82420"/>
                  </a:cubicBezTo>
                  <a:cubicBezTo>
                    <a:pt x="230877" y="98737"/>
                    <a:pt x="171654" y="99466"/>
                    <a:pt x="113523" y="105220"/>
                  </a:cubicBezTo>
                  <a:cubicBezTo>
                    <a:pt x="75352" y="108921"/>
                    <a:pt x="37431" y="114856"/>
                    <a:pt x="-45" y="122995"/>
                  </a:cubicBezTo>
                  <a:cubicBezTo>
                    <a:pt x="501" y="118529"/>
                    <a:pt x="1678" y="114164"/>
                    <a:pt x="3451" y="110028"/>
                  </a:cubicBezTo>
                  <a:cubicBezTo>
                    <a:pt x="13068" y="88393"/>
                    <a:pt x="38929" y="80015"/>
                    <a:pt x="61947" y="74479"/>
                  </a:cubicBezTo>
                  <a:cubicBezTo>
                    <a:pt x="208243" y="39392"/>
                    <a:pt x="358197" y="21859"/>
                    <a:pt x="508641" y="22248"/>
                  </a:cubicBezTo>
                  <a:cubicBezTo>
                    <a:pt x="564296" y="-15631"/>
                    <a:pt x="595620" y="-2082"/>
                    <a:pt x="619222" y="38057"/>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1" name="任意多边形: 形状 80">
              <a:extLst>
                <a:ext uri="{FF2B5EF4-FFF2-40B4-BE49-F238E27FC236}">
                  <a16:creationId xmlns:a16="http://schemas.microsoft.com/office/drawing/2014/main" id="{9D77CF2D-4AC7-4DD7-856C-98F4312209AE}"/>
                </a:ext>
              </a:extLst>
            </p:cNvPr>
            <p:cNvSpPr/>
            <p:nvPr/>
          </p:nvSpPr>
          <p:spPr>
            <a:xfrm>
              <a:off x="2566790" y="1481999"/>
              <a:ext cx="1054353" cy="1688174"/>
            </a:xfrm>
            <a:custGeom>
              <a:avLst/>
              <a:gdLst>
                <a:gd name="connsiteX0" fmla="*/ 757318 w 1054353"/>
                <a:gd name="connsiteY0" fmla="*/ 77622 h 1688174"/>
                <a:gd name="connsiteX1" fmla="*/ 712210 w 1054353"/>
                <a:gd name="connsiteY1" fmla="*/ 101906 h 1688174"/>
                <a:gd name="connsiteX2" fmla="*/ 694656 w 1054353"/>
                <a:gd name="connsiteY2" fmla="*/ 92510 h 1688174"/>
                <a:gd name="connsiteX3" fmla="*/ 588514 w 1054353"/>
                <a:gd name="connsiteY3" fmla="*/ 62170 h 1688174"/>
                <a:gd name="connsiteX4" fmla="*/ 369922 w 1054353"/>
                <a:gd name="connsiteY4" fmla="*/ 13026 h 1688174"/>
                <a:gd name="connsiteX5" fmla="*/ 305267 w 1054353"/>
                <a:gd name="connsiteY5" fmla="*/ -120 h 1688174"/>
                <a:gd name="connsiteX6" fmla="*/ 190055 w 1054353"/>
                <a:gd name="connsiteY6" fmla="*/ 66323 h 1688174"/>
                <a:gd name="connsiteX7" fmla="*/ 112774 w 1054353"/>
                <a:gd name="connsiteY7" fmla="*/ 180016 h 1688174"/>
                <a:gd name="connsiteX8" fmla="*/ 50006 w 1054353"/>
                <a:gd name="connsiteY8" fmla="*/ 255218 h 1688174"/>
                <a:gd name="connsiteX9" fmla="*/ 4693 w 1054353"/>
                <a:gd name="connsiteY9" fmla="*/ 492376 h 1688174"/>
                <a:gd name="connsiteX10" fmla="*/ 81795 w 1054353"/>
                <a:gd name="connsiteY10" fmla="*/ 726721 h 1688174"/>
                <a:gd name="connsiteX11" fmla="*/ 144747 w 1054353"/>
                <a:gd name="connsiteY11" fmla="*/ 853648 h 1688174"/>
                <a:gd name="connsiteX12" fmla="*/ 169069 w 1054353"/>
                <a:gd name="connsiteY12" fmla="*/ 1042073 h 1688174"/>
                <a:gd name="connsiteX13" fmla="*/ 193599 w 1054353"/>
                <a:gd name="connsiteY13" fmla="*/ 1098076 h 1688174"/>
                <a:gd name="connsiteX14" fmla="*/ 191899 w 1054353"/>
                <a:gd name="connsiteY14" fmla="*/ 1139148 h 1688174"/>
                <a:gd name="connsiteX15" fmla="*/ 178131 w 1054353"/>
                <a:gd name="connsiteY15" fmla="*/ 1237082 h 1688174"/>
                <a:gd name="connsiteX16" fmla="*/ 164316 w 1054353"/>
                <a:gd name="connsiteY16" fmla="*/ 1326355 h 1688174"/>
                <a:gd name="connsiteX17" fmla="*/ 166004 w 1054353"/>
                <a:gd name="connsiteY17" fmla="*/ 1488469 h 1688174"/>
                <a:gd name="connsiteX18" fmla="*/ 172392 w 1054353"/>
                <a:gd name="connsiteY18" fmla="*/ 1688054 h 1688174"/>
                <a:gd name="connsiteX19" fmla="*/ 435986 w 1054353"/>
                <a:gd name="connsiteY19" fmla="*/ 1625429 h 1688174"/>
                <a:gd name="connsiteX20" fmla="*/ 609413 w 1054353"/>
                <a:gd name="connsiteY20" fmla="*/ 1602692 h 1688174"/>
                <a:gd name="connsiteX21" fmla="*/ 713216 w 1054353"/>
                <a:gd name="connsiteY21" fmla="*/ 1568243 h 1688174"/>
                <a:gd name="connsiteX22" fmla="*/ 800744 w 1054353"/>
                <a:gd name="connsiteY22" fmla="*/ 1559308 h 1688174"/>
                <a:gd name="connsiteX23" fmla="*/ 995006 w 1054353"/>
                <a:gd name="connsiteY23" fmla="*/ 1563656 h 1688174"/>
                <a:gd name="connsiteX24" fmla="*/ 1009640 w 1054353"/>
                <a:gd name="connsiteY24" fmla="*/ 1560613 h 1688174"/>
                <a:gd name="connsiteX25" fmla="*/ 1011589 w 1054353"/>
                <a:gd name="connsiteY25" fmla="*/ 1552965 h 1688174"/>
                <a:gd name="connsiteX26" fmla="*/ 995002 w 1054353"/>
                <a:gd name="connsiteY26" fmla="*/ 1484101 h 1688174"/>
                <a:gd name="connsiteX27" fmla="*/ 975772 w 1054353"/>
                <a:gd name="connsiteY27" fmla="*/ 1438952 h 1688174"/>
                <a:gd name="connsiteX28" fmla="*/ 981391 w 1054353"/>
                <a:gd name="connsiteY28" fmla="*/ 1416534 h 1688174"/>
                <a:gd name="connsiteX29" fmla="*/ 1009822 w 1054353"/>
                <a:gd name="connsiteY29" fmla="*/ 1340712 h 1688174"/>
                <a:gd name="connsiteX30" fmla="*/ 1034865 w 1054353"/>
                <a:gd name="connsiteY30" fmla="*/ 1135142 h 1688174"/>
                <a:gd name="connsiteX31" fmla="*/ 1053551 w 1054353"/>
                <a:gd name="connsiteY31" fmla="*/ 976114 h 1688174"/>
                <a:gd name="connsiteX32" fmla="*/ 1026902 w 1054353"/>
                <a:gd name="connsiteY32" fmla="*/ 844663 h 1688174"/>
                <a:gd name="connsiteX33" fmla="*/ 1006107 w 1054353"/>
                <a:gd name="connsiteY33" fmla="*/ 815745 h 1688174"/>
                <a:gd name="connsiteX34" fmla="*/ 1001155 w 1054353"/>
                <a:gd name="connsiteY34" fmla="*/ 781163 h 1688174"/>
                <a:gd name="connsiteX35" fmla="*/ 1008667 w 1054353"/>
                <a:gd name="connsiteY35" fmla="*/ 507496 h 1688174"/>
                <a:gd name="connsiteX36" fmla="*/ 935645 w 1054353"/>
                <a:gd name="connsiteY36" fmla="*/ 377204 h 1688174"/>
                <a:gd name="connsiteX37" fmla="*/ 868116 w 1054353"/>
                <a:gd name="connsiteY37" fmla="*/ 219544 h 1688174"/>
                <a:gd name="connsiteX38" fmla="*/ 855570 w 1054353"/>
                <a:gd name="connsiteY38" fmla="*/ 106277 h 1688174"/>
                <a:gd name="connsiteX39" fmla="*/ 846005 w 1054353"/>
                <a:gd name="connsiteY39" fmla="*/ 79826 h 1688174"/>
                <a:gd name="connsiteX40" fmla="*/ 807500 w 1054353"/>
                <a:gd name="connsiteY40" fmla="*/ 68390 h 1688174"/>
                <a:gd name="connsiteX41" fmla="*/ 757318 w 1054353"/>
                <a:gd name="connsiteY41" fmla="*/ 77622 h 1688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054353" h="1688174">
                  <a:moveTo>
                    <a:pt x="757318" y="77622"/>
                  </a:moveTo>
                  <a:cubicBezTo>
                    <a:pt x="745525" y="91268"/>
                    <a:pt x="729701" y="106306"/>
                    <a:pt x="712210" y="101906"/>
                  </a:cubicBezTo>
                  <a:cubicBezTo>
                    <a:pt x="705888" y="99746"/>
                    <a:pt x="699960" y="96573"/>
                    <a:pt x="694656" y="92510"/>
                  </a:cubicBezTo>
                  <a:cubicBezTo>
                    <a:pt x="663473" y="72413"/>
                    <a:pt x="625198" y="67697"/>
                    <a:pt x="588514" y="62170"/>
                  </a:cubicBezTo>
                  <a:cubicBezTo>
                    <a:pt x="514570" y="51028"/>
                    <a:pt x="441519" y="34605"/>
                    <a:pt x="369922" y="13026"/>
                  </a:cubicBezTo>
                  <a:cubicBezTo>
                    <a:pt x="349141" y="5462"/>
                    <a:pt x="327351" y="1031"/>
                    <a:pt x="305267" y="-120"/>
                  </a:cubicBezTo>
                  <a:cubicBezTo>
                    <a:pt x="259418" y="117"/>
                    <a:pt x="218786" y="30594"/>
                    <a:pt x="190055" y="66323"/>
                  </a:cubicBezTo>
                  <a:cubicBezTo>
                    <a:pt x="161323" y="102052"/>
                    <a:pt x="140968" y="143860"/>
                    <a:pt x="112774" y="180016"/>
                  </a:cubicBezTo>
                  <a:cubicBezTo>
                    <a:pt x="92686" y="205776"/>
                    <a:pt x="68765" y="228475"/>
                    <a:pt x="50006" y="255218"/>
                  </a:cubicBezTo>
                  <a:cubicBezTo>
                    <a:pt x="2646" y="322734"/>
                    <a:pt x="-7533" y="410817"/>
                    <a:pt x="4693" y="492376"/>
                  </a:cubicBezTo>
                  <a:cubicBezTo>
                    <a:pt x="16920" y="573934"/>
                    <a:pt x="49505" y="650836"/>
                    <a:pt x="81795" y="726721"/>
                  </a:cubicBezTo>
                  <a:cubicBezTo>
                    <a:pt x="99052" y="770778"/>
                    <a:pt x="120115" y="813248"/>
                    <a:pt x="144747" y="853648"/>
                  </a:cubicBezTo>
                  <a:cubicBezTo>
                    <a:pt x="133854" y="915615"/>
                    <a:pt x="139603" y="986481"/>
                    <a:pt x="169069" y="1042073"/>
                  </a:cubicBezTo>
                  <a:cubicBezTo>
                    <a:pt x="178666" y="1060178"/>
                    <a:pt x="190426" y="1077833"/>
                    <a:pt x="193599" y="1098076"/>
                  </a:cubicBezTo>
                  <a:cubicBezTo>
                    <a:pt x="195053" y="1111776"/>
                    <a:pt x="194481" y="1125615"/>
                    <a:pt x="191899" y="1139148"/>
                  </a:cubicBezTo>
                  <a:lnTo>
                    <a:pt x="178131" y="1237082"/>
                  </a:lnTo>
                  <a:cubicBezTo>
                    <a:pt x="173939" y="1266903"/>
                    <a:pt x="169745" y="1296735"/>
                    <a:pt x="164316" y="1326355"/>
                  </a:cubicBezTo>
                  <a:cubicBezTo>
                    <a:pt x="154379" y="1380568"/>
                    <a:pt x="140898" y="1439404"/>
                    <a:pt x="166004" y="1488469"/>
                  </a:cubicBezTo>
                  <a:cubicBezTo>
                    <a:pt x="196071" y="1547226"/>
                    <a:pt x="164492" y="1622526"/>
                    <a:pt x="172392" y="1688054"/>
                  </a:cubicBezTo>
                  <a:cubicBezTo>
                    <a:pt x="257023" y="1655365"/>
                    <a:pt x="345695" y="1634298"/>
                    <a:pt x="435986" y="1625429"/>
                  </a:cubicBezTo>
                  <a:cubicBezTo>
                    <a:pt x="494116" y="1619730"/>
                    <a:pt x="553331" y="1619010"/>
                    <a:pt x="609413" y="1602692"/>
                  </a:cubicBezTo>
                  <a:cubicBezTo>
                    <a:pt x="644439" y="1592501"/>
                    <a:pt x="677654" y="1576368"/>
                    <a:pt x="713216" y="1568243"/>
                  </a:cubicBezTo>
                  <a:cubicBezTo>
                    <a:pt x="742055" y="1562583"/>
                    <a:pt x="771355" y="1559592"/>
                    <a:pt x="800744" y="1559308"/>
                  </a:cubicBezTo>
                  <a:cubicBezTo>
                    <a:pt x="865563" y="1556693"/>
                    <a:pt x="930841" y="1554101"/>
                    <a:pt x="995006" y="1563656"/>
                  </a:cubicBezTo>
                  <a:cubicBezTo>
                    <a:pt x="1000202" y="1564429"/>
                    <a:pt x="1006531" y="1564847"/>
                    <a:pt x="1009640" y="1560613"/>
                  </a:cubicBezTo>
                  <a:cubicBezTo>
                    <a:pt x="1011027" y="1558311"/>
                    <a:pt x="1011705" y="1555651"/>
                    <a:pt x="1011589" y="1552965"/>
                  </a:cubicBezTo>
                  <a:cubicBezTo>
                    <a:pt x="1012575" y="1528914"/>
                    <a:pt x="1006831" y="1505065"/>
                    <a:pt x="995002" y="1484101"/>
                  </a:cubicBezTo>
                  <a:cubicBezTo>
                    <a:pt x="986822" y="1469664"/>
                    <a:pt x="975457" y="1455542"/>
                    <a:pt x="975772" y="1438952"/>
                  </a:cubicBezTo>
                  <a:cubicBezTo>
                    <a:pt x="976364" y="1431215"/>
                    <a:pt x="978264" y="1423635"/>
                    <a:pt x="981391" y="1416534"/>
                  </a:cubicBezTo>
                  <a:lnTo>
                    <a:pt x="1009822" y="1340712"/>
                  </a:lnTo>
                  <a:cubicBezTo>
                    <a:pt x="1033822" y="1276704"/>
                    <a:pt x="1022401" y="1202355"/>
                    <a:pt x="1034865" y="1135142"/>
                  </a:cubicBezTo>
                  <a:cubicBezTo>
                    <a:pt x="1044607" y="1082605"/>
                    <a:pt x="1050849" y="1029479"/>
                    <a:pt x="1053551" y="976114"/>
                  </a:cubicBezTo>
                  <a:cubicBezTo>
                    <a:pt x="1055859" y="930503"/>
                    <a:pt x="1054425" y="881109"/>
                    <a:pt x="1026902" y="844663"/>
                  </a:cubicBezTo>
                  <a:cubicBezTo>
                    <a:pt x="1018855" y="835878"/>
                    <a:pt x="1011875" y="826171"/>
                    <a:pt x="1006107" y="815745"/>
                  </a:cubicBezTo>
                  <a:cubicBezTo>
                    <a:pt x="1002156" y="804666"/>
                    <a:pt x="1000472" y="792906"/>
                    <a:pt x="1001155" y="781163"/>
                  </a:cubicBezTo>
                  <a:cubicBezTo>
                    <a:pt x="1000542" y="689891"/>
                    <a:pt x="1003046" y="598668"/>
                    <a:pt x="1008667" y="507496"/>
                  </a:cubicBezTo>
                  <a:cubicBezTo>
                    <a:pt x="984667" y="464392"/>
                    <a:pt x="959644" y="420309"/>
                    <a:pt x="935645" y="377204"/>
                  </a:cubicBezTo>
                  <a:cubicBezTo>
                    <a:pt x="907713" y="327040"/>
                    <a:pt x="879393" y="275842"/>
                    <a:pt x="868116" y="219544"/>
                  </a:cubicBezTo>
                  <a:cubicBezTo>
                    <a:pt x="860651" y="182279"/>
                    <a:pt x="860910" y="143905"/>
                    <a:pt x="855570" y="106277"/>
                  </a:cubicBezTo>
                  <a:cubicBezTo>
                    <a:pt x="855009" y="96720"/>
                    <a:pt x="851686" y="87532"/>
                    <a:pt x="846005" y="79826"/>
                  </a:cubicBezTo>
                  <a:cubicBezTo>
                    <a:pt x="836840" y="69444"/>
                    <a:pt x="821342" y="67958"/>
                    <a:pt x="807500" y="68390"/>
                  </a:cubicBezTo>
                  <a:cubicBezTo>
                    <a:pt x="790404" y="68932"/>
                    <a:pt x="773487" y="72044"/>
                    <a:pt x="757318" y="7762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2" name="任意多边形: 形状 81">
              <a:extLst>
                <a:ext uri="{FF2B5EF4-FFF2-40B4-BE49-F238E27FC236}">
                  <a16:creationId xmlns:a16="http://schemas.microsoft.com/office/drawing/2014/main" id="{F1B4C3FA-3C15-456B-9C56-5403E0001ABF}"/>
                </a:ext>
              </a:extLst>
            </p:cNvPr>
            <p:cNvSpPr/>
            <p:nvPr/>
          </p:nvSpPr>
          <p:spPr>
            <a:xfrm>
              <a:off x="4141347" y="1338559"/>
              <a:ext cx="173124" cy="82633"/>
            </a:xfrm>
            <a:custGeom>
              <a:avLst/>
              <a:gdLst>
                <a:gd name="connsiteX0" fmla="*/ 173080 w 173124"/>
                <a:gd name="connsiteY0" fmla="*/ 58544 h 82633"/>
                <a:gd name="connsiteX1" fmla="*/ 114512 w 173124"/>
                <a:gd name="connsiteY1" fmla="*/ 82364 h 82633"/>
                <a:gd name="connsiteX2" fmla="*/ 10050 w 173124"/>
                <a:gd name="connsiteY2" fmla="*/ 43975 h 82633"/>
                <a:gd name="connsiteX3" fmla="*/ 70 w 173124"/>
                <a:gd name="connsiteY3" fmla="*/ 3982 h 82633"/>
                <a:gd name="connsiteX4" fmla="*/ 11725 w 173124"/>
                <a:gd name="connsiteY4" fmla="*/ 1724 h 82633"/>
                <a:gd name="connsiteX5" fmla="*/ 102491 w 173124"/>
                <a:gd name="connsiteY5" fmla="*/ 5366 h 82633"/>
                <a:gd name="connsiteX6" fmla="*/ 172934 w 173124"/>
                <a:gd name="connsiteY6" fmla="*/ 58252 h 82633"/>
                <a:gd name="connsiteX7" fmla="*/ 173080 w 173124"/>
                <a:gd name="connsiteY7" fmla="*/ 58544 h 8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124" h="82633">
                  <a:moveTo>
                    <a:pt x="173080" y="58544"/>
                  </a:moveTo>
                  <a:cubicBezTo>
                    <a:pt x="156086" y="71660"/>
                    <a:pt x="135837" y="79896"/>
                    <a:pt x="114512" y="82364"/>
                  </a:cubicBezTo>
                  <a:cubicBezTo>
                    <a:pt x="86611" y="84259"/>
                    <a:pt x="27386" y="67868"/>
                    <a:pt x="10050" y="43975"/>
                  </a:cubicBezTo>
                  <a:cubicBezTo>
                    <a:pt x="2741" y="31966"/>
                    <a:pt x="-740" y="18017"/>
                    <a:pt x="70" y="3982"/>
                  </a:cubicBezTo>
                  <a:cubicBezTo>
                    <a:pt x="3848" y="2756"/>
                    <a:pt x="7763" y="1998"/>
                    <a:pt x="11725" y="1724"/>
                  </a:cubicBezTo>
                  <a:cubicBezTo>
                    <a:pt x="41992" y="-1631"/>
                    <a:pt x="72591" y="-403"/>
                    <a:pt x="102491" y="5366"/>
                  </a:cubicBezTo>
                  <a:cubicBezTo>
                    <a:pt x="131994" y="12578"/>
                    <a:pt x="160478" y="30498"/>
                    <a:pt x="172934" y="58252"/>
                  </a:cubicBezTo>
                  <a:cubicBezTo>
                    <a:pt x="173007" y="58325"/>
                    <a:pt x="173007" y="58471"/>
                    <a:pt x="173080" y="5854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3" name="任意多边形: 形状 82">
              <a:extLst>
                <a:ext uri="{FF2B5EF4-FFF2-40B4-BE49-F238E27FC236}">
                  <a16:creationId xmlns:a16="http://schemas.microsoft.com/office/drawing/2014/main" id="{ED682B86-1675-4C66-B21F-FCDBE84B981A}"/>
                </a:ext>
              </a:extLst>
            </p:cNvPr>
            <p:cNvSpPr/>
            <p:nvPr/>
          </p:nvSpPr>
          <p:spPr>
            <a:xfrm>
              <a:off x="3344611" y="1345824"/>
              <a:ext cx="965073" cy="703983"/>
            </a:xfrm>
            <a:custGeom>
              <a:avLst/>
              <a:gdLst>
                <a:gd name="connsiteX0" fmla="*/ 69846 w 965073"/>
                <a:gd name="connsiteY0" fmla="*/ 636299 h 703983"/>
                <a:gd name="connsiteX1" fmla="*/ 126827 w 965073"/>
                <a:gd name="connsiteY1" fmla="*/ 690058 h 703983"/>
                <a:gd name="connsiteX2" fmla="*/ 215622 w 965073"/>
                <a:gd name="connsiteY2" fmla="*/ 703680 h 703983"/>
                <a:gd name="connsiteX3" fmla="*/ 586674 w 965073"/>
                <a:gd name="connsiteY3" fmla="*/ 662920 h 703983"/>
                <a:gd name="connsiteX4" fmla="*/ 627540 w 965073"/>
                <a:gd name="connsiteY4" fmla="*/ 651966 h 703983"/>
                <a:gd name="connsiteX5" fmla="*/ 668842 w 965073"/>
                <a:gd name="connsiteY5" fmla="*/ 626206 h 703983"/>
                <a:gd name="connsiteX6" fmla="*/ 780505 w 965073"/>
                <a:gd name="connsiteY6" fmla="*/ 528808 h 703983"/>
                <a:gd name="connsiteX7" fmla="*/ 846698 w 965073"/>
                <a:gd name="connsiteY7" fmla="*/ 366471 h 703983"/>
                <a:gd name="connsiteX8" fmla="*/ 905835 w 965073"/>
                <a:gd name="connsiteY8" fmla="*/ 264731 h 703983"/>
                <a:gd name="connsiteX9" fmla="*/ 919315 w 965073"/>
                <a:gd name="connsiteY9" fmla="*/ 215319 h 703983"/>
                <a:gd name="connsiteX10" fmla="*/ 911710 w 965073"/>
                <a:gd name="connsiteY10" fmla="*/ 162260 h 703983"/>
                <a:gd name="connsiteX11" fmla="*/ 954633 w 965073"/>
                <a:gd name="connsiteY11" fmla="*/ 85046 h 703983"/>
                <a:gd name="connsiteX12" fmla="*/ 964842 w 965073"/>
                <a:gd name="connsiteY12" fmla="*/ 71479 h 703983"/>
                <a:gd name="connsiteX13" fmla="*/ 962411 w 965073"/>
                <a:gd name="connsiteY13" fmla="*/ 58255 h 703983"/>
                <a:gd name="connsiteX14" fmla="*/ 891942 w 965073"/>
                <a:gd name="connsiteY14" fmla="*/ 5350 h 703983"/>
                <a:gd name="connsiteX15" fmla="*/ 801146 w 965073"/>
                <a:gd name="connsiteY15" fmla="*/ 1745 h 703983"/>
                <a:gd name="connsiteX16" fmla="*/ 771406 w 965073"/>
                <a:gd name="connsiteY16" fmla="*/ 9644 h 703983"/>
                <a:gd name="connsiteX17" fmla="*/ 750252 w 965073"/>
                <a:gd name="connsiteY17" fmla="*/ 65347 h 703983"/>
                <a:gd name="connsiteX18" fmla="*/ 736430 w 965073"/>
                <a:gd name="connsiteY18" fmla="*/ 90757 h 703983"/>
                <a:gd name="connsiteX19" fmla="*/ 721412 w 965073"/>
                <a:gd name="connsiteY19" fmla="*/ 102500 h 703983"/>
                <a:gd name="connsiteX20" fmla="*/ 691646 w 965073"/>
                <a:gd name="connsiteY20" fmla="*/ 177573 h 703983"/>
                <a:gd name="connsiteX21" fmla="*/ 643943 w 965073"/>
                <a:gd name="connsiteY21" fmla="*/ 277160 h 703983"/>
                <a:gd name="connsiteX22" fmla="*/ 574192 w 965073"/>
                <a:gd name="connsiteY22" fmla="*/ 338566 h 703983"/>
                <a:gd name="connsiteX23" fmla="*/ 565082 w 965073"/>
                <a:gd name="connsiteY23" fmla="*/ 357678 h 703983"/>
                <a:gd name="connsiteX24" fmla="*/ 540727 w 965073"/>
                <a:gd name="connsiteY24" fmla="*/ 365162 h 703983"/>
                <a:gd name="connsiteX25" fmla="*/ 474259 w 965073"/>
                <a:gd name="connsiteY25" fmla="*/ 375254 h 703983"/>
                <a:gd name="connsiteX26" fmla="*/ 395312 w 965073"/>
                <a:gd name="connsiteY26" fmla="*/ 364220 h 703983"/>
                <a:gd name="connsiteX27" fmla="*/ 378466 w 965073"/>
                <a:gd name="connsiteY27" fmla="*/ 365714 h 703983"/>
                <a:gd name="connsiteX28" fmla="*/ 364650 w 965073"/>
                <a:gd name="connsiteY28" fmla="*/ 360899 h 703983"/>
                <a:gd name="connsiteX29" fmla="*/ 333314 w 965073"/>
                <a:gd name="connsiteY29" fmla="*/ 348571 h 703983"/>
                <a:gd name="connsiteX30" fmla="*/ 303585 w 965073"/>
                <a:gd name="connsiteY30" fmla="*/ 360054 h 703983"/>
                <a:gd name="connsiteX31" fmla="*/ 284567 w 965073"/>
                <a:gd name="connsiteY31" fmla="*/ 332197 h 703983"/>
                <a:gd name="connsiteX32" fmla="*/ 255727 w 965073"/>
                <a:gd name="connsiteY32" fmla="*/ 318435 h 703983"/>
                <a:gd name="connsiteX33" fmla="*/ 246199 w 965073"/>
                <a:gd name="connsiteY33" fmla="*/ 296916 h 703983"/>
                <a:gd name="connsiteX34" fmla="*/ 217426 w 965073"/>
                <a:gd name="connsiteY34" fmla="*/ 297958 h 703983"/>
                <a:gd name="connsiteX35" fmla="*/ 148910 w 965073"/>
                <a:gd name="connsiteY35" fmla="*/ 269165 h 703983"/>
                <a:gd name="connsiteX36" fmla="*/ 85350 w 965073"/>
                <a:gd name="connsiteY36" fmla="*/ 250274 h 703983"/>
                <a:gd name="connsiteX37" fmla="*/ 73587 w 965073"/>
                <a:gd name="connsiteY37" fmla="*/ 229286 h 703983"/>
                <a:gd name="connsiteX38" fmla="*/ 58495 w 965073"/>
                <a:gd name="connsiteY38" fmla="*/ 227537 h 703983"/>
                <a:gd name="connsiteX39" fmla="*/ 12854 w 965073"/>
                <a:gd name="connsiteY39" fmla="*/ 241389 h 703983"/>
                <a:gd name="connsiteX40" fmla="*/ 19568 w 965073"/>
                <a:gd name="connsiteY40" fmla="*/ 521032 h 703983"/>
                <a:gd name="connsiteX41" fmla="*/ 69846 w 965073"/>
                <a:gd name="connsiteY41" fmla="*/ 636299 h 703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965073" h="703983">
                  <a:moveTo>
                    <a:pt x="69846" y="636299"/>
                  </a:moveTo>
                  <a:cubicBezTo>
                    <a:pt x="86311" y="656826"/>
                    <a:pt x="103471" y="677935"/>
                    <a:pt x="126827" y="690058"/>
                  </a:cubicBezTo>
                  <a:cubicBezTo>
                    <a:pt x="153699" y="704006"/>
                    <a:pt x="185352" y="704324"/>
                    <a:pt x="215622" y="703680"/>
                  </a:cubicBezTo>
                  <a:cubicBezTo>
                    <a:pt x="340263" y="701021"/>
                    <a:pt x="464427" y="687381"/>
                    <a:pt x="586674" y="662920"/>
                  </a:cubicBezTo>
                  <a:cubicBezTo>
                    <a:pt x="600602" y="660522"/>
                    <a:pt x="614280" y="656856"/>
                    <a:pt x="627540" y="651966"/>
                  </a:cubicBezTo>
                  <a:cubicBezTo>
                    <a:pt x="642237" y="644969"/>
                    <a:pt x="656093" y="636327"/>
                    <a:pt x="668842" y="626206"/>
                  </a:cubicBezTo>
                  <a:cubicBezTo>
                    <a:pt x="709086" y="597273"/>
                    <a:pt x="749903" y="567799"/>
                    <a:pt x="780505" y="528808"/>
                  </a:cubicBezTo>
                  <a:cubicBezTo>
                    <a:pt x="816913" y="481717"/>
                    <a:pt x="839797" y="425593"/>
                    <a:pt x="846698" y="366471"/>
                  </a:cubicBezTo>
                  <a:cubicBezTo>
                    <a:pt x="875806" y="339652"/>
                    <a:pt x="891263" y="301531"/>
                    <a:pt x="905835" y="264731"/>
                  </a:cubicBezTo>
                  <a:cubicBezTo>
                    <a:pt x="913031" y="249120"/>
                    <a:pt x="917586" y="232422"/>
                    <a:pt x="919315" y="215319"/>
                  </a:cubicBezTo>
                  <a:cubicBezTo>
                    <a:pt x="920098" y="197822"/>
                    <a:pt x="908503" y="179479"/>
                    <a:pt x="911710" y="162260"/>
                  </a:cubicBezTo>
                  <a:cubicBezTo>
                    <a:pt x="917325" y="132569"/>
                    <a:pt x="932380" y="105487"/>
                    <a:pt x="954633" y="85046"/>
                  </a:cubicBezTo>
                  <a:cubicBezTo>
                    <a:pt x="959351" y="81681"/>
                    <a:pt x="962917" y="76944"/>
                    <a:pt x="964842" y="71479"/>
                  </a:cubicBezTo>
                  <a:cubicBezTo>
                    <a:pt x="965441" y="66925"/>
                    <a:pt x="964590" y="62298"/>
                    <a:pt x="962411" y="58255"/>
                  </a:cubicBezTo>
                  <a:cubicBezTo>
                    <a:pt x="949955" y="30510"/>
                    <a:pt x="921473" y="12621"/>
                    <a:pt x="891942" y="5350"/>
                  </a:cubicBezTo>
                  <a:cubicBezTo>
                    <a:pt x="862031" y="-418"/>
                    <a:pt x="831420" y="-1633"/>
                    <a:pt x="801146" y="1745"/>
                  </a:cubicBezTo>
                  <a:cubicBezTo>
                    <a:pt x="791054" y="3655"/>
                    <a:pt x="781116" y="6295"/>
                    <a:pt x="771406" y="9644"/>
                  </a:cubicBezTo>
                  <a:lnTo>
                    <a:pt x="750252" y="65347"/>
                  </a:lnTo>
                  <a:cubicBezTo>
                    <a:pt x="747410" y="74664"/>
                    <a:pt x="742708" y="83308"/>
                    <a:pt x="736430" y="90757"/>
                  </a:cubicBezTo>
                  <a:cubicBezTo>
                    <a:pt x="731719" y="95034"/>
                    <a:pt x="726700" y="98959"/>
                    <a:pt x="721412" y="102500"/>
                  </a:cubicBezTo>
                  <a:cubicBezTo>
                    <a:pt x="699612" y="121010"/>
                    <a:pt x="688453" y="149154"/>
                    <a:pt x="691646" y="177573"/>
                  </a:cubicBezTo>
                  <a:cubicBezTo>
                    <a:pt x="651958" y="192980"/>
                    <a:pt x="631074" y="236577"/>
                    <a:pt x="643943" y="277160"/>
                  </a:cubicBezTo>
                  <a:cubicBezTo>
                    <a:pt x="611591" y="284096"/>
                    <a:pt x="585173" y="307354"/>
                    <a:pt x="574192" y="338566"/>
                  </a:cubicBezTo>
                  <a:cubicBezTo>
                    <a:pt x="572686" y="345559"/>
                    <a:pt x="569566" y="352104"/>
                    <a:pt x="565082" y="357678"/>
                  </a:cubicBezTo>
                  <a:cubicBezTo>
                    <a:pt x="558102" y="362970"/>
                    <a:pt x="549474" y="365621"/>
                    <a:pt x="540727" y="365162"/>
                  </a:cubicBezTo>
                  <a:cubicBezTo>
                    <a:pt x="516823" y="366641"/>
                    <a:pt x="495922" y="385466"/>
                    <a:pt x="474259" y="375254"/>
                  </a:cubicBezTo>
                  <a:cubicBezTo>
                    <a:pt x="449651" y="363721"/>
                    <a:pt x="422139" y="359876"/>
                    <a:pt x="395312" y="364220"/>
                  </a:cubicBezTo>
                  <a:cubicBezTo>
                    <a:pt x="389796" y="365518"/>
                    <a:pt x="384123" y="366021"/>
                    <a:pt x="378466" y="365714"/>
                  </a:cubicBezTo>
                  <a:cubicBezTo>
                    <a:pt x="373626" y="364883"/>
                    <a:pt x="368958" y="363256"/>
                    <a:pt x="364650" y="360899"/>
                  </a:cubicBezTo>
                  <a:cubicBezTo>
                    <a:pt x="354895" y="355214"/>
                    <a:pt x="344327" y="351056"/>
                    <a:pt x="333314" y="348571"/>
                  </a:cubicBezTo>
                  <a:cubicBezTo>
                    <a:pt x="322007" y="346213"/>
                    <a:pt x="310370" y="350708"/>
                    <a:pt x="303585" y="360054"/>
                  </a:cubicBezTo>
                  <a:cubicBezTo>
                    <a:pt x="295999" y="351736"/>
                    <a:pt x="291479" y="341083"/>
                    <a:pt x="284567" y="332197"/>
                  </a:cubicBezTo>
                  <a:cubicBezTo>
                    <a:pt x="278319" y="322537"/>
                    <a:pt x="267167" y="317215"/>
                    <a:pt x="255727" y="318435"/>
                  </a:cubicBezTo>
                  <a:cubicBezTo>
                    <a:pt x="262928" y="312019"/>
                    <a:pt x="255557" y="299250"/>
                    <a:pt x="246199" y="296916"/>
                  </a:cubicBezTo>
                  <a:cubicBezTo>
                    <a:pt x="236600" y="296127"/>
                    <a:pt x="226942" y="296477"/>
                    <a:pt x="217426" y="297958"/>
                  </a:cubicBezTo>
                  <a:cubicBezTo>
                    <a:pt x="192408" y="297827"/>
                    <a:pt x="173212" y="275111"/>
                    <a:pt x="148910" y="269165"/>
                  </a:cubicBezTo>
                  <a:cubicBezTo>
                    <a:pt x="126573" y="263699"/>
                    <a:pt x="96801" y="270217"/>
                    <a:pt x="85350" y="250274"/>
                  </a:cubicBezTo>
                  <a:cubicBezTo>
                    <a:pt x="81291" y="243204"/>
                    <a:pt x="80497" y="233615"/>
                    <a:pt x="73587" y="229286"/>
                  </a:cubicBezTo>
                  <a:cubicBezTo>
                    <a:pt x="68907" y="226987"/>
                    <a:pt x="63577" y="226369"/>
                    <a:pt x="58495" y="227537"/>
                  </a:cubicBezTo>
                  <a:cubicBezTo>
                    <a:pt x="42631" y="229648"/>
                    <a:pt x="27216" y="234327"/>
                    <a:pt x="12854" y="241389"/>
                  </a:cubicBezTo>
                  <a:cubicBezTo>
                    <a:pt x="-10569" y="333011"/>
                    <a:pt x="1720" y="428162"/>
                    <a:pt x="19568" y="521032"/>
                  </a:cubicBezTo>
                  <a:cubicBezTo>
                    <a:pt x="26089" y="563152"/>
                    <a:pt x="43411" y="602865"/>
                    <a:pt x="69846" y="636299"/>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4" name="任意多边形: 形状 83">
              <a:extLst>
                <a:ext uri="{FF2B5EF4-FFF2-40B4-BE49-F238E27FC236}">
                  <a16:creationId xmlns:a16="http://schemas.microsoft.com/office/drawing/2014/main" id="{871C7184-3AC9-403D-A77A-9CE7020C8649}"/>
                </a:ext>
              </a:extLst>
            </p:cNvPr>
            <p:cNvSpPr/>
            <p:nvPr/>
          </p:nvSpPr>
          <p:spPr>
            <a:xfrm>
              <a:off x="3297316" y="2279710"/>
              <a:ext cx="143431" cy="265743"/>
            </a:xfrm>
            <a:custGeom>
              <a:avLst/>
              <a:gdLst>
                <a:gd name="connsiteX0" fmla="*/ 116437 w 143431"/>
                <a:gd name="connsiteY0" fmla="*/ 30743 h 265743"/>
                <a:gd name="connsiteX1" fmla="*/ -45 w 143431"/>
                <a:gd name="connsiteY1" fmla="*/ 265623 h 265743"/>
                <a:gd name="connsiteX2" fmla="*/ 60036 w 143431"/>
                <a:gd name="connsiteY2" fmla="*/ 221538 h 265743"/>
                <a:gd name="connsiteX3" fmla="*/ 117520 w 143431"/>
                <a:gd name="connsiteY3" fmla="*/ 144315 h 265743"/>
                <a:gd name="connsiteX4" fmla="*/ 139516 w 143431"/>
                <a:gd name="connsiteY4" fmla="*/ 49171 h 265743"/>
                <a:gd name="connsiteX5" fmla="*/ 139630 w 143431"/>
                <a:gd name="connsiteY5" fmla="*/ -120 h 265743"/>
                <a:gd name="connsiteX6" fmla="*/ 116437 w 143431"/>
                <a:gd name="connsiteY6" fmla="*/ 30743 h 265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3431" h="265743">
                  <a:moveTo>
                    <a:pt x="116437" y="30743"/>
                  </a:moveTo>
                  <a:lnTo>
                    <a:pt x="-45" y="265623"/>
                  </a:lnTo>
                  <a:cubicBezTo>
                    <a:pt x="12544" y="243859"/>
                    <a:pt x="39095" y="235455"/>
                    <a:pt x="60036" y="221538"/>
                  </a:cubicBezTo>
                  <a:cubicBezTo>
                    <a:pt x="86706" y="202345"/>
                    <a:pt x="106785" y="175371"/>
                    <a:pt x="117520" y="144315"/>
                  </a:cubicBezTo>
                  <a:cubicBezTo>
                    <a:pt x="128105" y="113442"/>
                    <a:pt x="135476" y="81558"/>
                    <a:pt x="139516" y="49171"/>
                  </a:cubicBezTo>
                  <a:cubicBezTo>
                    <a:pt x="141897" y="34264"/>
                    <a:pt x="146825" y="13378"/>
                    <a:pt x="139630" y="-120"/>
                  </a:cubicBezTo>
                  <a:cubicBezTo>
                    <a:pt x="126240" y="2634"/>
                    <a:pt x="121910" y="19708"/>
                    <a:pt x="116437" y="30743"/>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5" name="任意多边形: 形状 84">
              <a:extLst>
                <a:ext uri="{FF2B5EF4-FFF2-40B4-BE49-F238E27FC236}">
                  <a16:creationId xmlns:a16="http://schemas.microsoft.com/office/drawing/2014/main" id="{8D7CD228-36EC-4989-9701-4C66E34AB5AF}"/>
                </a:ext>
              </a:extLst>
            </p:cNvPr>
            <p:cNvSpPr/>
            <p:nvPr/>
          </p:nvSpPr>
          <p:spPr>
            <a:xfrm>
              <a:off x="2795254" y="2464108"/>
              <a:ext cx="331780" cy="376626"/>
            </a:xfrm>
            <a:custGeom>
              <a:avLst/>
              <a:gdLst>
                <a:gd name="connsiteX0" fmla="*/ 283330 w 331780"/>
                <a:gd name="connsiteY0" fmla="*/ 45739 h 376626"/>
                <a:gd name="connsiteX1" fmla="*/ 195944 w 331780"/>
                <a:gd name="connsiteY1" fmla="*/ 113931 h 376626"/>
                <a:gd name="connsiteX2" fmla="*/ 33208 w 331780"/>
                <a:gd name="connsiteY2" fmla="*/ 314007 h 376626"/>
                <a:gd name="connsiteX3" fmla="*/ -45 w 331780"/>
                <a:gd name="connsiteY3" fmla="*/ 374593 h 376626"/>
                <a:gd name="connsiteX4" fmla="*/ 19143 w 331780"/>
                <a:gd name="connsiteY4" fmla="*/ 369628 h 376626"/>
                <a:gd name="connsiteX5" fmla="*/ 110616 w 331780"/>
                <a:gd name="connsiteY5" fmla="*/ 289238 h 376626"/>
                <a:gd name="connsiteX6" fmla="*/ 141123 w 331780"/>
                <a:gd name="connsiteY6" fmla="*/ 258364 h 376626"/>
                <a:gd name="connsiteX7" fmla="*/ 178461 w 331780"/>
                <a:gd name="connsiteY7" fmla="*/ 187884 h 376626"/>
                <a:gd name="connsiteX8" fmla="*/ 234049 w 331780"/>
                <a:gd name="connsiteY8" fmla="*/ 131233 h 376626"/>
                <a:gd name="connsiteX9" fmla="*/ 328064 w 331780"/>
                <a:gd name="connsiteY9" fmla="*/ -120 h 376626"/>
                <a:gd name="connsiteX10" fmla="*/ 283330 w 331780"/>
                <a:gd name="connsiteY10" fmla="*/ 45739 h 376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1780" h="376626">
                  <a:moveTo>
                    <a:pt x="283330" y="45739"/>
                  </a:moveTo>
                  <a:cubicBezTo>
                    <a:pt x="257049" y="71756"/>
                    <a:pt x="224865" y="90883"/>
                    <a:pt x="195944" y="113931"/>
                  </a:cubicBezTo>
                  <a:cubicBezTo>
                    <a:pt x="128403" y="167757"/>
                    <a:pt x="80209" y="241550"/>
                    <a:pt x="33208" y="314007"/>
                  </a:cubicBezTo>
                  <a:cubicBezTo>
                    <a:pt x="19932" y="332919"/>
                    <a:pt x="8780" y="353238"/>
                    <a:pt x="-45" y="374593"/>
                  </a:cubicBezTo>
                  <a:cubicBezTo>
                    <a:pt x="5456" y="379306"/>
                    <a:pt x="13703" y="374410"/>
                    <a:pt x="19143" y="369628"/>
                  </a:cubicBezTo>
                  <a:lnTo>
                    <a:pt x="110616" y="289238"/>
                  </a:lnTo>
                  <a:cubicBezTo>
                    <a:pt x="121843" y="280049"/>
                    <a:pt x="132069" y="269700"/>
                    <a:pt x="141123" y="258364"/>
                  </a:cubicBezTo>
                  <a:cubicBezTo>
                    <a:pt x="156995" y="236983"/>
                    <a:pt x="164037" y="210267"/>
                    <a:pt x="178461" y="187884"/>
                  </a:cubicBezTo>
                  <a:cubicBezTo>
                    <a:pt x="194167" y="166423"/>
                    <a:pt x="212889" y="147343"/>
                    <a:pt x="234049" y="131233"/>
                  </a:cubicBezTo>
                  <a:cubicBezTo>
                    <a:pt x="255037" y="113224"/>
                    <a:pt x="351609" y="31576"/>
                    <a:pt x="328064" y="-120"/>
                  </a:cubicBezTo>
                  <a:cubicBezTo>
                    <a:pt x="311090" y="8432"/>
                    <a:pt x="297217" y="31992"/>
                    <a:pt x="283330" y="45739"/>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6" name="任意多边形: 形状 85">
              <a:extLst>
                <a:ext uri="{FF2B5EF4-FFF2-40B4-BE49-F238E27FC236}">
                  <a16:creationId xmlns:a16="http://schemas.microsoft.com/office/drawing/2014/main" id="{C4593343-5A0C-4C9C-8FFF-988BE92EFB8E}"/>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7" name="任意多边形: 形状 86">
              <a:extLst>
                <a:ext uri="{FF2B5EF4-FFF2-40B4-BE49-F238E27FC236}">
                  <a16:creationId xmlns:a16="http://schemas.microsoft.com/office/drawing/2014/main" id="{205CF16B-06A1-4AF3-B3BE-1B00DCAD26FE}"/>
                </a:ext>
              </a:extLst>
            </p:cNvPr>
            <p:cNvSpPr/>
            <p:nvPr/>
          </p:nvSpPr>
          <p:spPr>
            <a:xfrm>
              <a:off x="2502883" y="1437487"/>
              <a:ext cx="827989"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8" name="任意多边形: 形状 87">
              <a:extLst>
                <a:ext uri="{FF2B5EF4-FFF2-40B4-BE49-F238E27FC236}">
                  <a16:creationId xmlns:a16="http://schemas.microsoft.com/office/drawing/2014/main" id="{4D073F9F-7837-45C7-B076-9A5C0D3A64C8}"/>
                </a:ext>
              </a:extLst>
            </p:cNvPr>
            <p:cNvSpPr/>
            <p:nvPr/>
          </p:nvSpPr>
          <p:spPr>
            <a:xfrm>
              <a:off x="2700122" y="5196663"/>
              <a:ext cx="741221" cy="283677"/>
            </a:xfrm>
            <a:custGeom>
              <a:avLst/>
              <a:gdLst>
                <a:gd name="connsiteX0" fmla="*/ 719097 w 741221"/>
                <a:gd name="connsiteY0" fmla="*/ 215658 h 283677"/>
                <a:gd name="connsiteX1" fmla="*/ 646396 w 741221"/>
                <a:gd name="connsiteY1" fmla="*/ 247637 h 283677"/>
                <a:gd name="connsiteX2" fmla="*/ 465445 w 741221"/>
                <a:gd name="connsiteY2" fmla="*/ 270001 h 283677"/>
                <a:gd name="connsiteX3" fmla="*/ 406367 w 741221"/>
                <a:gd name="connsiteY3" fmla="*/ 274517 h 283677"/>
                <a:gd name="connsiteX4" fmla="*/ 232993 w 741221"/>
                <a:gd name="connsiteY4" fmla="*/ 283551 h 283677"/>
                <a:gd name="connsiteX5" fmla="*/ 19772 w 741221"/>
                <a:gd name="connsiteY5" fmla="*/ 265120 h 283677"/>
                <a:gd name="connsiteX6" fmla="*/ 38 w 741221"/>
                <a:gd name="connsiteY6" fmla="*/ 248840 h 283677"/>
                <a:gd name="connsiteX7" fmla="*/ 322 w 741221"/>
                <a:gd name="connsiteY7" fmla="*/ 243486 h 283677"/>
                <a:gd name="connsiteX8" fmla="*/ 26546 w 741221"/>
                <a:gd name="connsiteY8" fmla="*/ 29463 h 283677"/>
                <a:gd name="connsiteX9" fmla="*/ 87300 w 741221"/>
                <a:gd name="connsiteY9" fmla="*/ 67998 h 283677"/>
                <a:gd name="connsiteX10" fmla="*/ 134286 w 741221"/>
                <a:gd name="connsiteY10" fmla="*/ 92984 h 283677"/>
                <a:gd name="connsiteX11" fmla="*/ 307733 w 741221"/>
                <a:gd name="connsiteY11" fmla="*/ 27860 h 283677"/>
                <a:gd name="connsiteX12" fmla="*/ 339858 w 741221"/>
                <a:gd name="connsiteY12" fmla="*/ 7973 h 283677"/>
                <a:gd name="connsiteX13" fmla="*/ 365865 w 741221"/>
                <a:gd name="connsiteY13" fmla="*/ 543 h 283677"/>
                <a:gd name="connsiteX14" fmla="*/ 454373 w 741221"/>
                <a:gd name="connsiteY14" fmla="*/ 18463 h 283677"/>
                <a:gd name="connsiteX15" fmla="*/ 556285 w 741221"/>
                <a:gd name="connsiteY15" fmla="*/ 79581 h 283677"/>
                <a:gd name="connsiteX16" fmla="*/ 647634 w 741221"/>
                <a:gd name="connsiteY16" fmla="*/ 108501 h 283677"/>
                <a:gd name="connsiteX17" fmla="*/ 734832 w 741221"/>
                <a:gd name="connsiteY17" fmla="*/ 142957 h 283677"/>
                <a:gd name="connsiteX18" fmla="*/ 734905 w 741221"/>
                <a:gd name="connsiteY18" fmla="*/ 143176 h 283677"/>
                <a:gd name="connsiteX19" fmla="*/ 719097 w 741221"/>
                <a:gd name="connsiteY19" fmla="*/ 215658 h 283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41221" h="283677">
                  <a:moveTo>
                    <a:pt x="719097" y="215658"/>
                  </a:moveTo>
                  <a:cubicBezTo>
                    <a:pt x="699501" y="233943"/>
                    <a:pt x="672548" y="241955"/>
                    <a:pt x="646396" y="247637"/>
                  </a:cubicBezTo>
                  <a:cubicBezTo>
                    <a:pt x="586671" y="259284"/>
                    <a:pt x="526208" y="266757"/>
                    <a:pt x="465445" y="270001"/>
                  </a:cubicBezTo>
                  <a:cubicBezTo>
                    <a:pt x="445777" y="271458"/>
                    <a:pt x="426035" y="272988"/>
                    <a:pt x="406367" y="274517"/>
                  </a:cubicBezTo>
                  <a:cubicBezTo>
                    <a:pt x="348673" y="278889"/>
                    <a:pt x="290905" y="283332"/>
                    <a:pt x="232993" y="283551"/>
                  </a:cubicBezTo>
                  <a:cubicBezTo>
                    <a:pt x="161511" y="283793"/>
                    <a:pt x="90152" y="277625"/>
                    <a:pt x="19772" y="265120"/>
                  </a:cubicBezTo>
                  <a:cubicBezTo>
                    <a:pt x="9827" y="266074"/>
                    <a:pt x="991" y="258785"/>
                    <a:pt x="38" y="248840"/>
                  </a:cubicBezTo>
                  <a:cubicBezTo>
                    <a:pt x="-134" y="247051"/>
                    <a:pt x="-38" y="245246"/>
                    <a:pt x="322" y="243486"/>
                  </a:cubicBezTo>
                  <a:cubicBezTo>
                    <a:pt x="1574" y="171425"/>
                    <a:pt x="10363" y="99694"/>
                    <a:pt x="26546" y="29463"/>
                  </a:cubicBezTo>
                  <a:cubicBezTo>
                    <a:pt x="33249" y="616"/>
                    <a:pt x="84968" y="65303"/>
                    <a:pt x="87300" y="67998"/>
                  </a:cubicBezTo>
                  <a:cubicBezTo>
                    <a:pt x="101651" y="84316"/>
                    <a:pt x="112505" y="91819"/>
                    <a:pt x="134286" y="92984"/>
                  </a:cubicBezTo>
                  <a:cubicBezTo>
                    <a:pt x="193801" y="96263"/>
                    <a:pt x="260456" y="60058"/>
                    <a:pt x="307733" y="27860"/>
                  </a:cubicBezTo>
                  <a:cubicBezTo>
                    <a:pt x="317857" y="20330"/>
                    <a:pt x="328604" y="13677"/>
                    <a:pt x="339858" y="7973"/>
                  </a:cubicBezTo>
                  <a:cubicBezTo>
                    <a:pt x="348126" y="4263"/>
                    <a:pt x="356884" y="1761"/>
                    <a:pt x="365865" y="543"/>
                  </a:cubicBezTo>
                  <a:cubicBezTo>
                    <a:pt x="396486" y="-2280"/>
                    <a:pt x="427262" y="3952"/>
                    <a:pt x="454373" y="18463"/>
                  </a:cubicBezTo>
                  <a:cubicBezTo>
                    <a:pt x="489922" y="36091"/>
                    <a:pt x="521101" y="61442"/>
                    <a:pt x="556285" y="79581"/>
                  </a:cubicBezTo>
                  <a:cubicBezTo>
                    <a:pt x="584895" y="94281"/>
                    <a:pt x="615776" y="104058"/>
                    <a:pt x="647634" y="108501"/>
                  </a:cubicBezTo>
                  <a:cubicBezTo>
                    <a:pt x="679833" y="112944"/>
                    <a:pt x="718295" y="115057"/>
                    <a:pt x="734832" y="142957"/>
                  </a:cubicBezTo>
                  <a:cubicBezTo>
                    <a:pt x="734888" y="143015"/>
                    <a:pt x="734915" y="143096"/>
                    <a:pt x="734905" y="143176"/>
                  </a:cubicBezTo>
                  <a:cubicBezTo>
                    <a:pt x="748454" y="166268"/>
                    <a:pt x="738619" y="197446"/>
                    <a:pt x="719097" y="215658"/>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9" name="任意多边形: 形状 88">
              <a:extLst>
                <a:ext uri="{FF2B5EF4-FFF2-40B4-BE49-F238E27FC236}">
                  <a16:creationId xmlns:a16="http://schemas.microsoft.com/office/drawing/2014/main" id="{319BDA30-BD92-49E1-B0A4-CC36423F0233}"/>
                </a:ext>
              </a:extLst>
            </p:cNvPr>
            <p:cNvSpPr/>
            <p:nvPr/>
          </p:nvSpPr>
          <p:spPr>
            <a:xfrm>
              <a:off x="2689828" y="5197325"/>
              <a:ext cx="755498" cy="293676"/>
            </a:xfrm>
            <a:custGeom>
              <a:avLst/>
              <a:gdLst>
                <a:gd name="connsiteX0" fmla="*/ 729391 w 755498"/>
                <a:gd name="connsiteY0" fmla="*/ 225656 h 293676"/>
                <a:gd name="connsiteX1" fmla="*/ 656690 w 755498"/>
                <a:gd name="connsiteY1" fmla="*/ 257636 h 293676"/>
                <a:gd name="connsiteX2" fmla="*/ 475739 w 755498"/>
                <a:gd name="connsiteY2" fmla="*/ 280000 h 293676"/>
                <a:gd name="connsiteX3" fmla="*/ 416662 w 755498"/>
                <a:gd name="connsiteY3" fmla="*/ 284516 h 293676"/>
                <a:gd name="connsiteX4" fmla="*/ 243287 w 755498"/>
                <a:gd name="connsiteY4" fmla="*/ 293549 h 293676"/>
                <a:gd name="connsiteX5" fmla="*/ 30066 w 755498"/>
                <a:gd name="connsiteY5" fmla="*/ 275119 h 293676"/>
                <a:gd name="connsiteX6" fmla="*/ 13165 w 755498"/>
                <a:gd name="connsiteY6" fmla="*/ 266960 h 293676"/>
                <a:gd name="connsiteX7" fmla="*/ -45 w 755498"/>
                <a:gd name="connsiteY7" fmla="*/ 242822 h 293676"/>
                <a:gd name="connsiteX8" fmla="*/ 36840 w 755498"/>
                <a:gd name="connsiteY8" fmla="*/ 28800 h 293676"/>
                <a:gd name="connsiteX9" fmla="*/ 97594 w 755498"/>
                <a:gd name="connsiteY9" fmla="*/ 67335 h 293676"/>
                <a:gd name="connsiteX10" fmla="*/ 144580 w 755498"/>
                <a:gd name="connsiteY10" fmla="*/ 92321 h 293676"/>
                <a:gd name="connsiteX11" fmla="*/ 318027 w 755498"/>
                <a:gd name="connsiteY11" fmla="*/ 27197 h 293676"/>
                <a:gd name="connsiteX12" fmla="*/ 350152 w 755498"/>
                <a:gd name="connsiteY12" fmla="*/ 7310 h 293676"/>
                <a:gd name="connsiteX13" fmla="*/ 376159 w 755498"/>
                <a:gd name="connsiteY13" fmla="*/ -120 h 293676"/>
                <a:gd name="connsiteX14" fmla="*/ 275411 w 755498"/>
                <a:gd name="connsiteY14" fmla="*/ 110169 h 293676"/>
                <a:gd name="connsiteX15" fmla="*/ 63576 w 755498"/>
                <a:gd name="connsiteY15" fmla="*/ 129838 h 293676"/>
                <a:gd name="connsiteX16" fmla="*/ 48569 w 755498"/>
                <a:gd name="connsiteY16" fmla="*/ 133480 h 293676"/>
                <a:gd name="connsiteX17" fmla="*/ 39755 w 755498"/>
                <a:gd name="connsiteY17" fmla="*/ 161599 h 293676"/>
                <a:gd name="connsiteX18" fmla="*/ 57310 w 755498"/>
                <a:gd name="connsiteY18" fmla="*/ 207346 h 293676"/>
                <a:gd name="connsiteX19" fmla="*/ 81058 w 755498"/>
                <a:gd name="connsiteY19" fmla="*/ 212300 h 293676"/>
                <a:gd name="connsiteX20" fmla="*/ 609267 w 755498"/>
                <a:gd name="connsiteY20" fmla="*/ 193796 h 293676"/>
                <a:gd name="connsiteX21" fmla="*/ 695299 w 755498"/>
                <a:gd name="connsiteY21" fmla="*/ 174637 h 293676"/>
                <a:gd name="connsiteX22" fmla="*/ 745198 w 755498"/>
                <a:gd name="connsiteY22" fmla="*/ 142513 h 293676"/>
                <a:gd name="connsiteX23" fmla="*/ 729391 w 755498"/>
                <a:gd name="connsiteY23" fmla="*/ 225656 h 293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55498" h="293676">
                  <a:moveTo>
                    <a:pt x="729391" y="225656"/>
                  </a:moveTo>
                  <a:cubicBezTo>
                    <a:pt x="709795" y="243941"/>
                    <a:pt x="682842" y="251954"/>
                    <a:pt x="656690" y="257636"/>
                  </a:cubicBezTo>
                  <a:cubicBezTo>
                    <a:pt x="596965" y="269283"/>
                    <a:pt x="536502" y="276756"/>
                    <a:pt x="475739" y="280000"/>
                  </a:cubicBezTo>
                  <a:cubicBezTo>
                    <a:pt x="456071" y="281457"/>
                    <a:pt x="436330" y="282987"/>
                    <a:pt x="416662" y="284516"/>
                  </a:cubicBezTo>
                  <a:cubicBezTo>
                    <a:pt x="358967" y="288887"/>
                    <a:pt x="301199" y="293331"/>
                    <a:pt x="243287" y="293549"/>
                  </a:cubicBezTo>
                  <a:cubicBezTo>
                    <a:pt x="171806" y="293792"/>
                    <a:pt x="100446" y="287623"/>
                    <a:pt x="30066" y="275119"/>
                  </a:cubicBezTo>
                  <a:cubicBezTo>
                    <a:pt x="23544" y="274861"/>
                    <a:pt x="17423" y="271906"/>
                    <a:pt x="13165" y="266960"/>
                  </a:cubicBezTo>
                  <a:cubicBezTo>
                    <a:pt x="7608" y="259602"/>
                    <a:pt x="3158" y="251469"/>
                    <a:pt x="-45" y="242822"/>
                  </a:cubicBezTo>
                  <a:cubicBezTo>
                    <a:pt x="1193" y="170850"/>
                    <a:pt x="20668" y="98951"/>
                    <a:pt x="36840" y="28800"/>
                  </a:cubicBezTo>
                  <a:cubicBezTo>
                    <a:pt x="43543" y="-47"/>
                    <a:pt x="95263" y="64640"/>
                    <a:pt x="97594" y="67335"/>
                  </a:cubicBezTo>
                  <a:cubicBezTo>
                    <a:pt x="111945" y="83653"/>
                    <a:pt x="122799" y="91156"/>
                    <a:pt x="144580" y="92321"/>
                  </a:cubicBezTo>
                  <a:cubicBezTo>
                    <a:pt x="204095" y="95600"/>
                    <a:pt x="270750" y="59395"/>
                    <a:pt x="318027" y="27197"/>
                  </a:cubicBezTo>
                  <a:cubicBezTo>
                    <a:pt x="328151" y="19667"/>
                    <a:pt x="338898" y="13014"/>
                    <a:pt x="350152" y="7310"/>
                  </a:cubicBezTo>
                  <a:cubicBezTo>
                    <a:pt x="358420" y="3600"/>
                    <a:pt x="367179" y="1098"/>
                    <a:pt x="376159" y="-120"/>
                  </a:cubicBezTo>
                  <a:cubicBezTo>
                    <a:pt x="368509" y="42713"/>
                    <a:pt x="307100" y="94434"/>
                    <a:pt x="275411" y="110169"/>
                  </a:cubicBezTo>
                  <a:cubicBezTo>
                    <a:pt x="211307" y="142003"/>
                    <a:pt x="135110" y="126122"/>
                    <a:pt x="63576" y="129838"/>
                  </a:cubicBezTo>
                  <a:cubicBezTo>
                    <a:pt x="58339" y="129700"/>
                    <a:pt x="53160" y="130957"/>
                    <a:pt x="48569" y="133480"/>
                  </a:cubicBezTo>
                  <a:cubicBezTo>
                    <a:pt x="39973" y="139162"/>
                    <a:pt x="39463" y="151327"/>
                    <a:pt x="39755" y="161599"/>
                  </a:cubicBezTo>
                  <a:cubicBezTo>
                    <a:pt x="40337" y="178645"/>
                    <a:pt x="42522" y="198677"/>
                    <a:pt x="57310" y="207346"/>
                  </a:cubicBezTo>
                  <a:cubicBezTo>
                    <a:pt x="64708" y="210897"/>
                    <a:pt x="72858" y="212597"/>
                    <a:pt x="81058" y="212300"/>
                  </a:cubicBezTo>
                  <a:cubicBezTo>
                    <a:pt x="257340" y="220017"/>
                    <a:pt x="433957" y="213830"/>
                    <a:pt x="609267" y="193796"/>
                  </a:cubicBezTo>
                  <a:cubicBezTo>
                    <a:pt x="638752" y="191824"/>
                    <a:pt x="667764" y="185363"/>
                    <a:pt x="695299" y="174637"/>
                  </a:cubicBezTo>
                  <a:cubicBezTo>
                    <a:pt x="713291" y="166204"/>
                    <a:pt x="730073" y="155399"/>
                    <a:pt x="745198" y="142513"/>
                  </a:cubicBezTo>
                  <a:cubicBezTo>
                    <a:pt x="767717" y="160206"/>
                    <a:pt x="748913" y="207445"/>
                    <a:pt x="729391" y="225656"/>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90" name="任意多边形: 形状 89">
              <a:extLst>
                <a:ext uri="{FF2B5EF4-FFF2-40B4-BE49-F238E27FC236}">
                  <a16:creationId xmlns:a16="http://schemas.microsoft.com/office/drawing/2014/main" id="{D52914A1-42B2-4DB0-9BCF-387627157A36}"/>
                </a:ext>
              </a:extLst>
            </p:cNvPr>
            <p:cNvSpPr/>
            <p:nvPr/>
          </p:nvSpPr>
          <p:spPr>
            <a:xfrm>
              <a:off x="2857280" y="828932"/>
              <a:ext cx="498126" cy="504805"/>
            </a:xfrm>
            <a:custGeom>
              <a:avLst/>
              <a:gdLst>
                <a:gd name="connsiteX0" fmla="*/ 414644 w 498126"/>
                <a:gd name="connsiteY0" fmla="*/ 284945 h 504805"/>
                <a:gd name="connsiteX1" fmla="*/ 380406 w 498126"/>
                <a:gd name="connsiteY1" fmla="*/ 352036 h 504805"/>
                <a:gd name="connsiteX2" fmla="*/ 300857 w 498126"/>
                <a:gd name="connsiteY2" fmla="*/ 314301 h 504805"/>
                <a:gd name="connsiteX3" fmla="*/ 238793 w 498126"/>
                <a:gd name="connsiteY3" fmla="*/ 403174 h 504805"/>
                <a:gd name="connsiteX4" fmla="*/ 115536 w 498126"/>
                <a:gd name="connsiteY4" fmla="*/ 502755 h 504805"/>
                <a:gd name="connsiteX5" fmla="*/ 81591 w 498126"/>
                <a:gd name="connsiteY5" fmla="*/ 502682 h 504805"/>
                <a:gd name="connsiteX6" fmla="*/ 31108 w 498126"/>
                <a:gd name="connsiteY6" fmla="*/ 444696 h 504805"/>
                <a:gd name="connsiteX7" fmla="*/ 8744 w 498126"/>
                <a:gd name="connsiteY7" fmla="*/ 381029 h 504805"/>
                <a:gd name="connsiteX8" fmla="*/ 657 w 498126"/>
                <a:gd name="connsiteY8" fmla="*/ 334334 h 504805"/>
                <a:gd name="connsiteX9" fmla="*/ 658 w 498126"/>
                <a:gd name="connsiteY9" fmla="*/ 334261 h 504805"/>
                <a:gd name="connsiteX10" fmla="*/ 512 w 498126"/>
                <a:gd name="connsiteY10" fmla="*/ 301990 h 504805"/>
                <a:gd name="connsiteX11" fmla="*/ 87783 w 498126"/>
                <a:gd name="connsiteY11" fmla="*/ 136557 h 504805"/>
                <a:gd name="connsiteX12" fmla="*/ 246004 w 498126"/>
                <a:gd name="connsiteY12" fmla="*/ 29764 h 504805"/>
                <a:gd name="connsiteX13" fmla="*/ 304354 w 498126"/>
                <a:gd name="connsiteY13" fmla="*/ 3757 h 504805"/>
                <a:gd name="connsiteX14" fmla="*/ 365983 w 498126"/>
                <a:gd name="connsiteY14" fmla="*/ 1208 h 504805"/>
                <a:gd name="connsiteX15" fmla="*/ 444366 w 498126"/>
                <a:gd name="connsiteY15" fmla="*/ 19638 h 504805"/>
                <a:gd name="connsiteX16" fmla="*/ 471974 w 498126"/>
                <a:gd name="connsiteY16" fmla="*/ 39015 h 504805"/>
                <a:gd name="connsiteX17" fmla="*/ 495867 w 498126"/>
                <a:gd name="connsiteY17" fmla="*/ 78935 h 504805"/>
                <a:gd name="connsiteX18" fmla="*/ 458425 w 498126"/>
                <a:gd name="connsiteY18" fmla="*/ 189515 h 504805"/>
                <a:gd name="connsiteX19" fmla="*/ 414644 w 498126"/>
                <a:gd name="connsiteY19" fmla="*/ 284945 h 504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98126" h="504805">
                  <a:moveTo>
                    <a:pt x="414644" y="284945"/>
                  </a:moveTo>
                  <a:cubicBezTo>
                    <a:pt x="413623" y="312917"/>
                    <a:pt x="432709" y="367188"/>
                    <a:pt x="380406" y="352036"/>
                  </a:cubicBezTo>
                  <a:cubicBezTo>
                    <a:pt x="349227" y="343003"/>
                    <a:pt x="340413" y="306070"/>
                    <a:pt x="300857" y="314301"/>
                  </a:cubicBezTo>
                  <a:cubicBezTo>
                    <a:pt x="260937" y="322679"/>
                    <a:pt x="252196" y="371267"/>
                    <a:pt x="238793" y="403174"/>
                  </a:cubicBezTo>
                  <a:cubicBezTo>
                    <a:pt x="216626" y="454650"/>
                    <a:pt x="170521" y="491899"/>
                    <a:pt x="115536" y="502755"/>
                  </a:cubicBezTo>
                  <a:cubicBezTo>
                    <a:pt x="104367" y="505354"/>
                    <a:pt x="92748" y="505329"/>
                    <a:pt x="81591" y="502682"/>
                  </a:cubicBezTo>
                  <a:cubicBezTo>
                    <a:pt x="56094" y="495398"/>
                    <a:pt x="41525" y="469100"/>
                    <a:pt x="31108" y="444696"/>
                  </a:cubicBezTo>
                  <a:cubicBezTo>
                    <a:pt x="22087" y="424057"/>
                    <a:pt x="14612" y="402776"/>
                    <a:pt x="8744" y="381029"/>
                  </a:cubicBezTo>
                  <a:cubicBezTo>
                    <a:pt x="4679" y="365732"/>
                    <a:pt x="1973" y="350107"/>
                    <a:pt x="657" y="334334"/>
                  </a:cubicBezTo>
                  <a:lnTo>
                    <a:pt x="658" y="334261"/>
                  </a:lnTo>
                  <a:cubicBezTo>
                    <a:pt x="-228" y="323524"/>
                    <a:pt x="-277" y="312735"/>
                    <a:pt x="512" y="301990"/>
                  </a:cubicBezTo>
                  <a:cubicBezTo>
                    <a:pt x="5248" y="238396"/>
                    <a:pt x="41452" y="180410"/>
                    <a:pt x="87783" y="136557"/>
                  </a:cubicBezTo>
                  <a:cubicBezTo>
                    <a:pt x="134112" y="92703"/>
                    <a:pt x="190423" y="61015"/>
                    <a:pt x="246004" y="29764"/>
                  </a:cubicBezTo>
                  <a:cubicBezTo>
                    <a:pt x="264156" y="18435"/>
                    <a:pt x="283794" y="9682"/>
                    <a:pt x="304354" y="3757"/>
                  </a:cubicBezTo>
                  <a:cubicBezTo>
                    <a:pt x="324634" y="-334"/>
                    <a:pt x="345434" y="-1194"/>
                    <a:pt x="365983" y="1208"/>
                  </a:cubicBezTo>
                  <a:cubicBezTo>
                    <a:pt x="393038" y="2363"/>
                    <a:pt x="419631" y="8616"/>
                    <a:pt x="444366" y="19638"/>
                  </a:cubicBezTo>
                  <a:cubicBezTo>
                    <a:pt x="454507" y="24645"/>
                    <a:pt x="463818" y="31180"/>
                    <a:pt x="471974" y="39015"/>
                  </a:cubicBezTo>
                  <a:cubicBezTo>
                    <a:pt x="483581" y="49772"/>
                    <a:pt x="491871" y="63623"/>
                    <a:pt x="495867" y="78935"/>
                  </a:cubicBezTo>
                  <a:cubicBezTo>
                    <a:pt x="505921" y="120020"/>
                    <a:pt x="479695" y="157026"/>
                    <a:pt x="458425" y="189515"/>
                  </a:cubicBezTo>
                  <a:cubicBezTo>
                    <a:pt x="439483" y="218363"/>
                    <a:pt x="416027" y="248958"/>
                    <a:pt x="414644" y="284945"/>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91" name="任意多边形: 形状 90">
              <a:extLst>
                <a:ext uri="{FF2B5EF4-FFF2-40B4-BE49-F238E27FC236}">
                  <a16:creationId xmlns:a16="http://schemas.microsoft.com/office/drawing/2014/main" id="{91FEEA98-75D5-4674-8220-6449D5FD1CF7}"/>
                </a:ext>
              </a:extLst>
            </p:cNvPr>
            <p:cNvSpPr/>
            <p:nvPr/>
          </p:nvSpPr>
          <p:spPr>
            <a:xfrm>
              <a:off x="4105167" y="1581430"/>
              <a:ext cx="47026" cy="132906"/>
            </a:xfrm>
            <a:custGeom>
              <a:avLst/>
              <a:gdLst>
                <a:gd name="connsiteX0" fmla="*/ 46981 w 47026"/>
                <a:gd name="connsiteY0" fmla="*/ 132786 h 132906"/>
                <a:gd name="connsiteX1" fmla="*/ 2402 w 47026"/>
                <a:gd name="connsiteY1" fmla="*/ -120 h 132906"/>
                <a:gd name="connsiteX2" fmla="*/ 38146 w 47026"/>
                <a:gd name="connsiteY2" fmla="*/ 63809 h 132906"/>
                <a:gd name="connsiteX3" fmla="*/ 46981 w 47026"/>
                <a:gd name="connsiteY3" fmla="*/ 132786 h 132906"/>
              </a:gdLst>
              <a:ahLst/>
              <a:cxnLst>
                <a:cxn ang="0">
                  <a:pos x="connsiteX0" y="connsiteY0"/>
                </a:cxn>
                <a:cxn ang="0">
                  <a:pos x="connsiteX1" y="connsiteY1"/>
                </a:cxn>
                <a:cxn ang="0">
                  <a:pos x="connsiteX2" y="connsiteY2"/>
                </a:cxn>
                <a:cxn ang="0">
                  <a:pos x="connsiteX3" y="connsiteY3"/>
                </a:cxn>
              </a:cxnLst>
              <a:rect l="l" t="t" r="r" b="b"/>
              <a:pathLst>
                <a:path w="47026" h="132906">
                  <a:moveTo>
                    <a:pt x="46981" y="132786"/>
                  </a:moveTo>
                  <a:cubicBezTo>
                    <a:pt x="35786" y="104594"/>
                    <a:pt x="-11194" y="26680"/>
                    <a:pt x="2402" y="-120"/>
                  </a:cubicBezTo>
                  <a:cubicBezTo>
                    <a:pt x="16515" y="19884"/>
                    <a:pt x="28495" y="41310"/>
                    <a:pt x="38146" y="63809"/>
                  </a:cubicBezTo>
                  <a:cubicBezTo>
                    <a:pt x="47024" y="85604"/>
                    <a:pt x="39772" y="114826"/>
                    <a:pt x="46981" y="13278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92" name="任意多边形: 形状 91">
              <a:extLst>
                <a:ext uri="{FF2B5EF4-FFF2-40B4-BE49-F238E27FC236}">
                  <a16:creationId xmlns:a16="http://schemas.microsoft.com/office/drawing/2014/main" id="{B1707B9B-D2A6-4856-9523-3B5D8F80D5F4}"/>
                </a:ext>
              </a:extLst>
            </p:cNvPr>
            <p:cNvSpPr/>
            <p:nvPr/>
          </p:nvSpPr>
          <p:spPr>
            <a:xfrm>
              <a:off x="2901409" y="862431"/>
              <a:ext cx="455206" cy="471307"/>
            </a:xfrm>
            <a:custGeom>
              <a:avLst/>
              <a:gdLst>
                <a:gd name="connsiteX0" fmla="*/ 415455 w 455206"/>
                <a:gd name="connsiteY0" fmla="*/ 156005 h 471307"/>
                <a:gd name="connsiteX1" fmla="*/ 452952 w 455206"/>
                <a:gd name="connsiteY1" fmla="*/ 45406 h 471307"/>
                <a:gd name="connsiteX2" fmla="*/ 422529 w 455206"/>
                <a:gd name="connsiteY2" fmla="*/ -120 h 471307"/>
                <a:gd name="connsiteX3" fmla="*/ 430238 w 455206"/>
                <a:gd name="connsiteY3" fmla="*/ 19073 h 471307"/>
                <a:gd name="connsiteX4" fmla="*/ 392740 w 455206"/>
                <a:gd name="connsiteY4" fmla="*/ 129671 h 471307"/>
                <a:gd name="connsiteX5" fmla="*/ 349002 w 455206"/>
                <a:gd name="connsiteY5" fmla="*/ 225110 h 471307"/>
                <a:gd name="connsiteX6" fmla="*/ 314720 w 455206"/>
                <a:gd name="connsiteY6" fmla="*/ 292210 h 471307"/>
                <a:gd name="connsiteX7" fmla="*/ 235189 w 455206"/>
                <a:gd name="connsiteY7" fmla="*/ 254483 h 471307"/>
                <a:gd name="connsiteX8" fmla="*/ 173143 w 455206"/>
                <a:gd name="connsiteY8" fmla="*/ 343349 h 471307"/>
                <a:gd name="connsiteX9" fmla="*/ 49860 w 455206"/>
                <a:gd name="connsiteY9" fmla="*/ 442937 h 471307"/>
                <a:gd name="connsiteX10" fmla="*/ 15938 w 455206"/>
                <a:gd name="connsiteY10" fmla="*/ 442853 h 471307"/>
                <a:gd name="connsiteX11" fmla="*/ -45 w 455206"/>
                <a:gd name="connsiteY11" fmla="*/ 435005 h 471307"/>
                <a:gd name="connsiteX12" fmla="*/ 38652 w 455206"/>
                <a:gd name="connsiteY12" fmla="*/ 469187 h 471307"/>
                <a:gd name="connsiteX13" fmla="*/ 72574 w 455206"/>
                <a:gd name="connsiteY13" fmla="*/ 469271 h 471307"/>
                <a:gd name="connsiteX14" fmla="*/ 195859 w 455206"/>
                <a:gd name="connsiteY14" fmla="*/ 369683 h 471307"/>
                <a:gd name="connsiteX15" fmla="*/ 257904 w 455206"/>
                <a:gd name="connsiteY15" fmla="*/ 280817 h 471307"/>
                <a:gd name="connsiteX16" fmla="*/ 337434 w 455206"/>
                <a:gd name="connsiteY16" fmla="*/ 318544 h 471307"/>
                <a:gd name="connsiteX17" fmla="*/ 371717 w 455206"/>
                <a:gd name="connsiteY17" fmla="*/ 251443 h 471307"/>
                <a:gd name="connsiteX18" fmla="*/ 415455 w 455206"/>
                <a:gd name="connsiteY18" fmla="*/ 156005 h 47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5206" h="471307">
                  <a:moveTo>
                    <a:pt x="415455" y="156005"/>
                  </a:moveTo>
                  <a:cubicBezTo>
                    <a:pt x="436766" y="123497"/>
                    <a:pt x="462992" y="86495"/>
                    <a:pt x="452952" y="45406"/>
                  </a:cubicBezTo>
                  <a:cubicBezTo>
                    <a:pt x="448026" y="27329"/>
                    <a:pt x="437346" y="11348"/>
                    <a:pt x="422529" y="-120"/>
                  </a:cubicBezTo>
                  <a:cubicBezTo>
                    <a:pt x="425969" y="5893"/>
                    <a:pt x="428563" y="12351"/>
                    <a:pt x="430238" y="19073"/>
                  </a:cubicBezTo>
                  <a:cubicBezTo>
                    <a:pt x="440278" y="60161"/>
                    <a:pt x="414052" y="97164"/>
                    <a:pt x="392740" y="129671"/>
                  </a:cubicBezTo>
                  <a:cubicBezTo>
                    <a:pt x="373828" y="158519"/>
                    <a:pt x="350352" y="189147"/>
                    <a:pt x="349002" y="225110"/>
                  </a:cubicBezTo>
                  <a:cubicBezTo>
                    <a:pt x="347953" y="253061"/>
                    <a:pt x="367073" y="307371"/>
                    <a:pt x="314720" y="292210"/>
                  </a:cubicBezTo>
                  <a:cubicBezTo>
                    <a:pt x="283575" y="283192"/>
                    <a:pt x="274765" y="246230"/>
                    <a:pt x="235189" y="254483"/>
                  </a:cubicBezTo>
                  <a:cubicBezTo>
                    <a:pt x="195265" y="262810"/>
                    <a:pt x="186549" y="311412"/>
                    <a:pt x="173143" y="343349"/>
                  </a:cubicBezTo>
                  <a:cubicBezTo>
                    <a:pt x="150950" y="394817"/>
                    <a:pt x="104843" y="432062"/>
                    <a:pt x="49860" y="442937"/>
                  </a:cubicBezTo>
                  <a:cubicBezTo>
                    <a:pt x="38697" y="445521"/>
                    <a:pt x="27088" y="445492"/>
                    <a:pt x="15938" y="442853"/>
                  </a:cubicBezTo>
                  <a:cubicBezTo>
                    <a:pt x="10194" y="441187"/>
                    <a:pt x="4786" y="438531"/>
                    <a:pt x="-45" y="435005"/>
                  </a:cubicBezTo>
                  <a:cubicBezTo>
                    <a:pt x="7942" y="450980"/>
                    <a:pt x="21814" y="463233"/>
                    <a:pt x="38652" y="469187"/>
                  </a:cubicBezTo>
                  <a:cubicBezTo>
                    <a:pt x="49802" y="471826"/>
                    <a:pt x="61411" y="471855"/>
                    <a:pt x="72574" y="469271"/>
                  </a:cubicBezTo>
                  <a:cubicBezTo>
                    <a:pt x="127558" y="458396"/>
                    <a:pt x="173665" y="421151"/>
                    <a:pt x="195859" y="369683"/>
                  </a:cubicBezTo>
                  <a:cubicBezTo>
                    <a:pt x="209263" y="337746"/>
                    <a:pt x="217978" y="289144"/>
                    <a:pt x="257904" y="280817"/>
                  </a:cubicBezTo>
                  <a:cubicBezTo>
                    <a:pt x="297480" y="272563"/>
                    <a:pt x="306291" y="309526"/>
                    <a:pt x="337434" y="318544"/>
                  </a:cubicBezTo>
                  <a:cubicBezTo>
                    <a:pt x="389788" y="333704"/>
                    <a:pt x="370668" y="279395"/>
                    <a:pt x="371717" y="251443"/>
                  </a:cubicBezTo>
                  <a:cubicBezTo>
                    <a:pt x="373067" y="215481"/>
                    <a:pt x="396543" y="184853"/>
                    <a:pt x="415455" y="156005"/>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93" name="任意多边形: 形状 92">
              <a:extLst>
                <a:ext uri="{FF2B5EF4-FFF2-40B4-BE49-F238E27FC236}">
                  <a16:creationId xmlns:a16="http://schemas.microsoft.com/office/drawing/2014/main" id="{313ED198-67F4-4C62-B57D-753A405CEFED}"/>
                </a:ext>
              </a:extLst>
            </p:cNvPr>
            <p:cNvSpPr/>
            <p:nvPr/>
          </p:nvSpPr>
          <p:spPr>
            <a:xfrm>
              <a:off x="2857279" y="828932"/>
              <a:ext cx="488172" cy="381148"/>
            </a:xfrm>
            <a:custGeom>
              <a:avLst/>
              <a:gdLst>
                <a:gd name="connsiteX0" fmla="*/ 471173 w 488172"/>
                <a:gd name="connsiteY0" fmla="*/ 133934 h 381148"/>
                <a:gd name="connsiteX1" fmla="*/ 455147 w 488172"/>
                <a:gd name="connsiteY1" fmla="*/ 156808 h 381148"/>
                <a:gd name="connsiteX2" fmla="*/ 418140 w 488172"/>
                <a:gd name="connsiteY2" fmla="*/ 195125 h 381148"/>
                <a:gd name="connsiteX3" fmla="*/ 393155 w 488172"/>
                <a:gd name="connsiteY3" fmla="*/ 214720 h 381148"/>
                <a:gd name="connsiteX4" fmla="*/ 342672 w 488172"/>
                <a:gd name="connsiteY4" fmla="*/ 244879 h 381148"/>
                <a:gd name="connsiteX5" fmla="*/ 181098 w 488172"/>
                <a:gd name="connsiteY5" fmla="*/ 302792 h 381148"/>
                <a:gd name="connsiteX6" fmla="*/ 73068 w 488172"/>
                <a:gd name="connsiteY6" fmla="*/ 334189 h 381148"/>
                <a:gd name="connsiteX7" fmla="*/ 8744 w 488172"/>
                <a:gd name="connsiteY7" fmla="*/ 381029 h 381148"/>
                <a:gd name="connsiteX8" fmla="*/ 658 w 488172"/>
                <a:gd name="connsiteY8" fmla="*/ 334334 h 381148"/>
                <a:gd name="connsiteX9" fmla="*/ 658 w 488172"/>
                <a:gd name="connsiteY9" fmla="*/ 334261 h 381148"/>
                <a:gd name="connsiteX10" fmla="*/ 512 w 488172"/>
                <a:gd name="connsiteY10" fmla="*/ 301990 h 381148"/>
                <a:gd name="connsiteX11" fmla="*/ 87783 w 488172"/>
                <a:gd name="connsiteY11" fmla="*/ 136557 h 381148"/>
                <a:gd name="connsiteX12" fmla="*/ 246005 w 488172"/>
                <a:gd name="connsiteY12" fmla="*/ 29764 h 381148"/>
                <a:gd name="connsiteX13" fmla="*/ 304355 w 488172"/>
                <a:gd name="connsiteY13" fmla="*/ 3757 h 381148"/>
                <a:gd name="connsiteX14" fmla="*/ 365984 w 488172"/>
                <a:gd name="connsiteY14" fmla="*/ 1208 h 381148"/>
                <a:gd name="connsiteX15" fmla="*/ 444367 w 488172"/>
                <a:gd name="connsiteY15" fmla="*/ 19638 h 381148"/>
                <a:gd name="connsiteX16" fmla="*/ 471975 w 488172"/>
                <a:gd name="connsiteY16" fmla="*/ 39015 h 381148"/>
                <a:gd name="connsiteX17" fmla="*/ 485816 w 488172"/>
                <a:gd name="connsiteY17" fmla="*/ 68300 h 381148"/>
                <a:gd name="connsiteX18" fmla="*/ 471173 w 488172"/>
                <a:gd name="connsiteY18" fmla="*/ 133934 h 381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8172" h="381148">
                  <a:moveTo>
                    <a:pt x="471173" y="133934"/>
                  </a:moveTo>
                  <a:cubicBezTo>
                    <a:pt x="466282" y="141865"/>
                    <a:pt x="460931" y="149503"/>
                    <a:pt x="455147" y="156808"/>
                  </a:cubicBezTo>
                  <a:cubicBezTo>
                    <a:pt x="444102" y="170766"/>
                    <a:pt x="431706" y="183601"/>
                    <a:pt x="418140" y="195125"/>
                  </a:cubicBezTo>
                  <a:cubicBezTo>
                    <a:pt x="410154" y="202082"/>
                    <a:pt x="401815" y="208623"/>
                    <a:pt x="393155" y="214720"/>
                  </a:cubicBezTo>
                  <a:cubicBezTo>
                    <a:pt x="377103" y="226019"/>
                    <a:pt x="360229" y="236100"/>
                    <a:pt x="342672" y="244879"/>
                  </a:cubicBezTo>
                  <a:cubicBezTo>
                    <a:pt x="291534" y="270666"/>
                    <a:pt x="236171" y="286839"/>
                    <a:pt x="181098" y="302792"/>
                  </a:cubicBezTo>
                  <a:cubicBezTo>
                    <a:pt x="145113" y="313282"/>
                    <a:pt x="109103" y="323747"/>
                    <a:pt x="73068" y="334189"/>
                  </a:cubicBezTo>
                  <a:cubicBezTo>
                    <a:pt x="59810" y="344242"/>
                    <a:pt x="35552" y="362307"/>
                    <a:pt x="8744" y="381029"/>
                  </a:cubicBezTo>
                  <a:cubicBezTo>
                    <a:pt x="4680" y="365732"/>
                    <a:pt x="1973" y="350107"/>
                    <a:pt x="658" y="334334"/>
                  </a:cubicBezTo>
                  <a:lnTo>
                    <a:pt x="658" y="334261"/>
                  </a:lnTo>
                  <a:cubicBezTo>
                    <a:pt x="-228" y="323524"/>
                    <a:pt x="-277" y="312735"/>
                    <a:pt x="512" y="301990"/>
                  </a:cubicBezTo>
                  <a:cubicBezTo>
                    <a:pt x="5248" y="238396"/>
                    <a:pt x="41452" y="180410"/>
                    <a:pt x="87783" y="136557"/>
                  </a:cubicBezTo>
                  <a:cubicBezTo>
                    <a:pt x="134113" y="92703"/>
                    <a:pt x="190423" y="61015"/>
                    <a:pt x="246005" y="29764"/>
                  </a:cubicBezTo>
                  <a:cubicBezTo>
                    <a:pt x="264157" y="18435"/>
                    <a:pt x="283795" y="9682"/>
                    <a:pt x="304355" y="3757"/>
                  </a:cubicBezTo>
                  <a:cubicBezTo>
                    <a:pt x="324635" y="-334"/>
                    <a:pt x="345434" y="-1194"/>
                    <a:pt x="365984" y="1208"/>
                  </a:cubicBezTo>
                  <a:cubicBezTo>
                    <a:pt x="393038" y="2363"/>
                    <a:pt x="419632" y="8616"/>
                    <a:pt x="444367" y="19638"/>
                  </a:cubicBezTo>
                  <a:cubicBezTo>
                    <a:pt x="454507" y="24645"/>
                    <a:pt x="463819" y="31180"/>
                    <a:pt x="471975" y="39015"/>
                  </a:cubicBezTo>
                  <a:cubicBezTo>
                    <a:pt x="478071" y="48005"/>
                    <a:pt x="482740" y="57883"/>
                    <a:pt x="485816" y="68300"/>
                  </a:cubicBezTo>
                  <a:cubicBezTo>
                    <a:pt x="492662" y="90445"/>
                    <a:pt x="483264" y="114265"/>
                    <a:pt x="471173" y="13393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94" name="任意多边形: 形状 93">
              <a:extLst>
                <a:ext uri="{FF2B5EF4-FFF2-40B4-BE49-F238E27FC236}">
                  <a16:creationId xmlns:a16="http://schemas.microsoft.com/office/drawing/2014/main" id="{094999E0-36BB-459F-A09B-2011E9F434E3}"/>
                </a:ext>
              </a:extLst>
            </p:cNvPr>
            <p:cNvSpPr/>
            <p:nvPr/>
          </p:nvSpPr>
          <p:spPr>
            <a:xfrm>
              <a:off x="2742316" y="770599"/>
              <a:ext cx="603135" cy="496646"/>
            </a:xfrm>
            <a:custGeom>
              <a:avLst/>
              <a:gdLst>
                <a:gd name="connsiteX0" fmla="*/ 586136 w 603135"/>
                <a:gd name="connsiteY0" fmla="*/ 184982 h 496646"/>
                <a:gd name="connsiteX1" fmla="*/ 570110 w 603135"/>
                <a:gd name="connsiteY1" fmla="*/ 207856 h 496646"/>
                <a:gd name="connsiteX2" fmla="*/ 533104 w 603135"/>
                <a:gd name="connsiteY2" fmla="*/ 246173 h 496646"/>
                <a:gd name="connsiteX3" fmla="*/ 508118 w 603135"/>
                <a:gd name="connsiteY3" fmla="*/ 265769 h 496646"/>
                <a:gd name="connsiteX4" fmla="*/ 457636 w 603135"/>
                <a:gd name="connsiteY4" fmla="*/ 295927 h 496646"/>
                <a:gd name="connsiteX5" fmla="*/ 296062 w 603135"/>
                <a:gd name="connsiteY5" fmla="*/ 353840 h 496646"/>
                <a:gd name="connsiteX6" fmla="*/ 188031 w 603135"/>
                <a:gd name="connsiteY6" fmla="*/ 385237 h 496646"/>
                <a:gd name="connsiteX7" fmla="*/ 3001 w 603135"/>
                <a:gd name="connsiteY7" fmla="*/ 495526 h 496646"/>
                <a:gd name="connsiteX8" fmla="*/ 114935 w 603135"/>
                <a:gd name="connsiteY8" fmla="*/ 384829 h 496646"/>
                <a:gd name="connsiteX9" fmla="*/ 121231 w 603135"/>
                <a:gd name="connsiteY9" fmla="*/ 389608 h 496646"/>
                <a:gd name="connsiteX10" fmla="*/ 86192 w 603135"/>
                <a:gd name="connsiteY10" fmla="*/ 322516 h 496646"/>
                <a:gd name="connsiteX11" fmla="*/ 85099 w 603135"/>
                <a:gd name="connsiteY11" fmla="*/ 185565 h 496646"/>
                <a:gd name="connsiteX12" fmla="*/ 163628 w 603135"/>
                <a:gd name="connsiteY12" fmla="*/ 77461 h 496646"/>
                <a:gd name="connsiteX13" fmla="*/ 216879 w 603135"/>
                <a:gd name="connsiteY13" fmla="*/ 47448 h 496646"/>
                <a:gd name="connsiteX14" fmla="*/ 222051 w 603135"/>
                <a:gd name="connsiteY14" fmla="*/ 40455 h 496646"/>
                <a:gd name="connsiteX15" fmla="*/ 224091 w 603135"/>
                <a:gd name="connsiteY15" fmla="*/ 36740 h 496646"/>
                <a:gd name="connsiteX16" fmla="*/ 229846 w 603135"/>
                <a:gd name="connsiteY16" fmla="*/ 25595 h 496646"/>
                <a:gd name="connsiteX17" fmla="*/ 262335 w 603135"/>
                <a:gd name="connsiteY17" fmla="*/ 20933 h 496646"/>
                <a:gd name="connsiteX18" fmla="*/ 265977 w 603135"/>
                <a:gd name="connsiteY18" fmla="*/ 21297 h 496646"/>
                <a:gd name="connsiteX19" fmla="*/ 272095 w 603135"/>
                <a:gd name="connsiteY19" fmla="*/ 21588 h 496646"/>
                <a:gd name="connsiteX20" fmla="*/ 393094 w 603135"/>
                <a:gd name="connsiteY20" fmla="*/ -120 h 496646"/>
                <a:gd name="connsiteX21" fmla="*/ 516058 w 603135"/>
                <a:gd name="connsiteY21" fmla="*/ 43661 h 496646"/>
                <a:gd name="connsiteX22" fmla="*/ 538787 w 603135"/>
                <a:gd name="connsiteY22" fmla="*/ 53932 h 496646"/>
                <a:gd name="connsiteX23" fmla="*/ 600779 w 603135"/>
                <a:gd name="connsiteY23" fmla="*/ 119348 h 496646"/>
                <a:gd name="connsiteX24" fmla="*/ 586136 w 603135"/>
                <a:gd name="connsiteY24" fmla="*/ 184982 h 496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03135" h="496646">
                  <a:moveTo>
                    <a:pt x="586136" y="184982"/>
                  </a:moveTo>
                  <a:cubicBezTo>
                    <a:pt x="581246" y="192913"/>
                    <a:pt x="575895" y="200551"/>
                    <a:pt x="570110" y="207856"/>
                  </a:cubicBezTo>
                  <a:cubicBezTo>
                    <a:pt x="559065" y="221814"/>
                    <a:pt x="546669" y="234649"/>
                    <a:pt x="533104" y="246173"/>
                  </a:cubicBezTo>
                  <a:cubicBezTo>
                    <a:pt x="525118" y="253130"/>
                    <a:pt x="516778" y="259671"/>
                    <a:pt x="508118" y="265769"/>
                  </a:cubicBezTo>
                  <a:cubicBezTo>
                    <a:pt x="492067" y="277067"/>
                    <a:pt x="475192" y="287148"/>
                    <a:pt x="457636" y="295927"/>
                  </a:cubicBezTo>
                  <a:cubicBezTo>
                    <a:pt x="406497" y="321715"/>
                    <a:pt x="351134" y="337887"/>
                    <a:pt x="296062" y="353840"/>
                  </a:cubicBezTo>
                  <a:cubicBezTo>
                    <a:pt x="260076" y="364330"/>
                    <a:pt x="224066" y="374796"/>
                    <a:pt x="188031" y="385237"/>
                  </a:cubicBezTo>
                  <a:cubicBezTo>
                    <a:pt x="150369" y="413720"/>
                    <a:pt x="24199" y="507182"/>
                    <a:pt x="3001" y="495526"/>
                  </a:cubicBezTo>
                  <a:cubicBezTo>
                    <a:pt x="-21984" y="481758"/>
                    <a:pt x="114935" y="384829"/>
                    <a:pt x="114935" y="384829"/>
                  </a:cubicBezTo>
                  <a:lnTo>
                    <a:pt x="121231" y="389608"/>
                  </a:lnTo>
                  <a:cubicBezTo>
                    <a:pt x="101198" y="377005"/>
                    <a:pt x="90709" y="347794"/>
                    <a:pt x="86192" y="322516"/>
                  </a:cubicBezTo>
                  <a:cubicBezTo>
                    <a:pt x="78179" y="277279"/>
                    <a:pt x="74391" y="230293"/>
                    <a:pt x="85099" y="185565"/>
                  </a:cubicBezTo>
                  <a:cubicBezTo>
                    <a:pt x="95807" y="140910"/>
                    <a:pt x="122688" y="98368"/>
                    <a:pt x="163628" y="77461"/>
                  </a:cubicBezTo>
                  <a:cubicBezTo>
                    <a:pt x="181767" y="68136"/>
                    <a:pt x="203766" y="61799"/>
                    <a:pt x="216879" y="47448"/>
                  </a:cubicBezTo>
                  <a:cubicBezTo>
                    <a:pt x="218866" y="45324"/>
                    <a:pt x="220602" y="42978"/>
                    <a:pt x="222051" y="40455"/>
                  </a:cubicBezTo>
                  <a:cubicBezTo>
                    <a:pt x="222844" y="39282"/>
                    <a:pt x="223527" y="38039"/>
                    <a:pt x="224091" y="36740"/>
                  </a:cubicBezTo>
                  <a:cubicBezTo>
                    <a:pt x="225538" y="32800"/>
                    <a:pt x="227471" y="29056"/>
                    <a:pt x="229846" y="25595"/>
                  </a:cubicBezTo>
                  <a:cubicBezTo>
                    <a:pt x="237349" y="16926"/>
                    <a:pt x="250971" y="19549"/>
                    <a:pt x="262335" y="20933"/>
                  </a:cubicBezTo>
                  <a:cubicBezTo>
                    <a:pt x="263573" y="21078"/>
                    <a:pt x="264738" y="21224"/>
                    <a:pt x="265977" y="21297"/>
                  </a:cubicBezTo>
                  <a:cubicBezTo>
                    <a:pt x="268010" y="21503"/>
                    <a:pt x="270052" y="21600"/>
                    <a:pt x="272095" y="21588"/>
                  </a:cubicBezTo>
                  <a:cubicBezTo>
                    <a:pt x="312671" y="22462"/>
                    <a:pt x="352009" y="-120"/>
                    <a:pt x="393094" y="-120"/>
                  </a:cubicBezTo>
                  <a:cubicBezTo>
                    <a:pt x="438113" y="-193"/>
                    <a:pt x="476429" y="25886"/>
                    <a:pt x="516058" y="43661"/>
                  </a:cubicBezTo>
                  <a:cubicBezTo>
                    <a:pt x="524071" y="47303"/>
                    <a:pt x="531648" y="50581"/>
                    <a:pt x="538787" y="53932"/>
                  </a:cubicBezTo>
                  <a:cubicBezTo>
                    <a:pt x="567415" y="67263"/>
                    <a:pt x="588977" y="81468"/>
                    <a:pt x="600779" y="119348"/>
                  </a:cubicBezTo>
                  <a:cubicBezTo>
                    <a:pt x="607626" y="141493"/>
                    <a:pt x="598228" y="165314"/>
                    <a:pt x="586136" y="18498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95" name="任意多边形: 形状 94">
              <a:extLst>
                <a:ext uri="{FF2B5EF4-FFF2-40B4-BE49-F238E27FC236}">
                  <a16:creationId xmlns:a16="http://schemas.microsoft.com/office/drawing/2014/main" id="{09954362-2806-45B0-9277-18029C65FFAD}"/>
                </a:ext>
              </a:extLst>
            </p:cNvPr>
            <p:cNvSpPr/>
            <p:nvPr/>
          </p:nvSpPr>
          <p:spPr>
            <a:xfrm>
              <a:off x="2959239" y="792015"/>
              <a:ext cx="57769" cy="31222"/>
            </a:xfrm>
            <a:custGeom>
              <a:avLst/>
              <a:gdLst>
                <a:gd name="connsiteX0" fmla="*/ 55173 w 57769"/>
                <a:gd name="connsiteY0" fmla="*/ 172 h 31222"/>
                <a:gd name="connsiteX1" fmla="*/ 50875 w 57769"/>
                <a:gd name="connsiteY1" fmla="*/ 23920 h 31222"/>
                <a:gd name="connsiteX2" fmla="*/ 33829 w 57769"/>
                <a:gd name="connsiteY2" fmla="*/ 29966 h 31222"/>
                <a:gd name="connsiteX3" fmla="*/ 20571 w 57769"/>
                <a:gd name="connsiteY3" fmla="*/ 30986 h 31222"/>
                <a:gd name="connsiteX4" fmla="*/ 3015 w 57769"/>
                <a:gd name="connsiteY4" fmla="*/ 27999 h 31222"/>
                <a:gd name="connsiteX5" fmla="*/ -45 w 57769"/>
                <a:gd name="connsiteY5" fmla="*/ 26032 h 31222"/>
                <a:gd name="connsiteX6" fmla="*/ 5127 w 57769"/>
                <a:gd name="connsiteY6" fmla="*/ 19039 h 31222"/>
                <a:gd name="connsiteX7" fmla="*/ 11246 w 57769"/>
                <a:gd name="connsiteY7" fmla="*/ 19330 h 31222"/>
                <a:gd name="connsiteX8" fmla="*/ 33100 w 57769"/>
                <a:gd name="connsiteY8" fmla="*/ 15615 h 31222"/>
                <a:gd name="connsiteX9" fmla="*/ 41332 w 57769"/>
                <a:gd name="connsiteY9" fmla="*/ 11682 h 31222"/>
                <a:gd name="connsiteX10" fmla="*/ 49053 w 57769"/>
                <a:gd name="connsiteY10" fmla="*/ -120 h 31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69" h="31222">
                  <a:moveTo>
                    <a:pt x="55173" y="172"/>
                  </a:moveTo>
                  <a:cubicBezTo>
                    <a:pt x="59809" y="8062"/>
                    <a:pt x="57982" y="18155"/>
                    <a:pt x="50875" y="23920"/>
                  </a:cubicBezTo>
                  <a:cubicBezTo>
                    <a:pt x="45862" y="27473"/>
                    <a:pt x="39961" y="29567"/>
                    <a:pt x="33829" y="29966"/>
                  </a:cubicBezTo>
                  <a:cubicBezTo>
                    <a:pt x="29433" y="30562"/>
                    <a:pt x="25006" y="30902"/>
                    <a:pt x="20571" y="30986"/>
                  </a:cubicBezTo>
                  <a:cubicBezTo>
                    <a:pt x="14561" y="31470"/>
                    <a:pt x="8526" y="30443"/>
                    <a:pt x="3015" y="27999"/>
                  </a:cubicBezTo>
                  <a:cubicBezTo>
                    <a:pt x="1942" y="27429"/>
                    <a:pt x="919" y="26771"/>
                    <a:pt x="-45" y="26032"/>
                  </a:cubicBezTo>
                  <a:cubicBezTo>
                    <a:pt x="1943" y="23908"/>
                    <a:pt x="3678" y="21561"/>
                    <a:pt x="5127" y="19039"/>
                  </a:cubicBezTo>
                  <a:cubicBezTo>
                    <a:pt x="6147" y="19840"/>
                    <a:pt x="7167" y="19622"/>
                    <a:pt x="11246" y="19330"/>
                  </a:cubicBezTo>
                  <a:cubicBezTo>
                    <a:pt x="18653" y="18970"/>
                    <a:pt x="25990" y="17723"/>
                    <a:pt x="33100" y="15615"/>
                  </a:cubicBezTo>
                  <a:cubicBezTo>
                    <a:pt x="36066" y="14830"/>
                    <a:pt x="38858" y="13496"/>
                    <a:pt x="41332" y="11682"/>
                  </a:cubicBezTo>
                  <a:cubicBezTo>
                    <a:pt x="44977" y="8563"/>
                    <a:pt x="47656" y="4469"/>
                    <a:pt x="49053" y="-120"/>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96" name="任意多边形: 形状 95">
              <a:extLst>
                <a:ext uri="{FF2B5EF4-FFF2-40B4-BE49-F238E27FC236}">
                  <a16:creationId xmlns:a16="http://schemas.microsoft.com/office/drawing/2014/main" id="{D63E8538-177D-49DB-9055-13DC0A510E93}"/>
                </a:ext>
              </a:extLst>
            </p:cNvPr>
            <p:cNvSpPr/>
            <p:nvPr/>
          </p:nvSpPr>
          <p:spPr>
            <a:xfrm>
              <a:off x="2859995" y="1153962"/>
              <a:ext cx="68540" cy="9864"/>
            </a:xfrm>
            <a:custGeom>
              <a:avLst/>
              <a:gdLst>
                <a:gd name="connsiteX0" fmla="*/ -45 w 68540"/>
                <a:gd name="connsiteY0" fmla="*/ 393 h 9864"/>
                <a:gd name="connsiteX1" fmla="*/ 18643 w 68540"/>
                <a:gd name="connsiteY1" fmla="*/ 7350 h 9864"/>
                <a:gd name="connsiteX2" fmla="*/ 68495 w 68540"/>
                <a:gd name="connsiteY2" fmla="*/ -120 h 9864"/>
              </a:gdLst>
              <a:ahLst/>
              <a:cxnLst>
                <a:cxn ang="0">
                  <a:pos x="connsiteX0" y="connsiteY0"/>
                </a:cxn>
                <a:cxn ang="0">
                  <a:pos x="connsiteX1" y="connsiteY1"/>
                </a:cxn>
                <a:cxn ang="0">
                  <a:pos x="connsiteX2" y="connsiteY2"/>
                </a:cxn>
              </a:cxnLst>
              <a:rect l="l" t="t" r="r" b="b"/>
              <a:pathLst>
                <a:path w="68540" h="9864">
                  <a:moveTo>
                    <a:pt x="-45" y="393"/>
                  </a:moveTo>
                  <a:cubicBezTo>
                    <a:pt x="5654" y="3944"/>
                    <a:pt x="12009" y="6310"/>
                    <a:pt x="18643" y="7350"/>
                  </a:cubicBezTo>
                  <a:cubicBezTo>
                    <a:pt x="35553" y="12266"/>
                    <a:pt x="53768" y="9536"/>
                    <a:pt x="68495" y="-120"/>
                  </a:cubicBezTo>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105956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文本占位符 45">
            <a:extLst>
              <a:ext uri="{FF2B5EF4-FFF2-40B4-BE49-F238E27FC236}">
                <a16:creationId xmlns:a16="http://schemas.microsoft.com/office/drawing/2014/main" id="{8E91741A-DA23-4C14-9341-404F0E95337A}"/>
              </a:ext>
            </a:extLst>
          </p:cNvPr>
          <p:cNvSpPr>
            <a:spLocks noGrp="1"/>
          </p:cNvSpPr>
          <p:nvPr>
            <p:ph type="body" sz="quarter" idx="15"/>
          </p:nvPr>
        </p:nvSpPr>
        <p:spPr/>
        <p:txBody>
          <a:bodyPr/>
          <a:lstStyle/>
          <a:p>
            <a:r>
              <a:rPr lang="zh-CN" altLang="en-US" dirty="0">
                <a:hlinkClick r:id="rId2"/>
              </a:rPr>
              <a:t>点击查看更多适配器信息</a:t>
            </a:r>
          </a:p>
        </p:txBody>
      </p:sp>
      <p:sp>
        <p:nvSpPr>
          <p:cNvPr id="14" name="文本占位符 13">
            <a:extLst>
              <a:ext uri="{FF2B5EF4-FFF2-40B4-BE49-F238E27FC236}">
                <a16:creationId xmlns:a16="http://schemas.microsoft.com/office/drawing/2014/main" id="{96949C0A-A596-4EDE-84EC-2FF1E0D2F05C}"/>
              </a:ext>
            </a:extLst>
          </p:cNvPr>
          <p:cNvSpPr>
            <a:spLocks noGrp="1"/>
          </p:cNvSpPr>
          <p:nvPr>
            <p:ph type="body" sz="quarter" idx="16"/>
          </p:nvPr>
        </p:nvSpPr>
        <p:spPr>
          <a:xfrm>
            <a:off x="318409" y="1208478"/>
            <a:ext cx="11555183" cy="5025967"/>
          </a:xfrm>
        </p:spPr>
        <p:txBody>
          <a:bodyPr/>
          <a:lstStyle/>
          <a:p>
            <a:endParaRPr lang="zh-CN" altLang="en-US"/>
          </a:p>
        </p:txBody>
      </p:sp>
      <p:sp>
        <p:nvSpPr>
          <p:cNvPr id="58" name="文本占位符 57">
            <a:extLst>
              <a:ext uri="{FF2B5EF4-FFF2-40B4-BE49-F238E27FC236}">
                <a16:creationId xmlns:a16="http://schemas.microsoft.com/office/drawing/2014/main" id="{ADD077C0-BB93-45EC-8EB5-78309D7C76B3}"/>
              </a:ext>
            </a:extLst>
          </p:cNvPr>
          <p:cNvSpPr>
            <a:spLocks noGrp="1"/>
          </p:cNvSpPr>
          <p:nvPr>
            <p:ph type="body" sz="quarter" idx="13"/>
          </p:nvPr>
        </p:nvSpPr>
        <p:spPr/>
        <p:txBody>
          <a:bodyPr/>
          <a:lstStyle/>
          <a:p>
            <a:r>
              <a:rPr lang="en-US" altLang="zh-CN" dirty="0"/>
              <a:t>MAC</a:t>
            </a:r>
            <a:r>
              <a:rPr lang="zh-CN" altLang="en-US" dirty="0"/>
              <a:t>地址</a:t>
            </a:r>
          </a:p>
        </p:txBody>
      </p:sp>
      <p:pic>
        <p:nvPicPr>
          <p:cNvPr id="7" name="图形 6" descr="放大镜">
            <a:extLst>
              <a:ext uri="{FF2B5EF4-FFF2-40B4-BE49-F238E27FC236}">
                <a16:creationId xmlns:a16="http://schemas.microsoft.com/office/drawing/2014/main" id="{828DDB75-DBFC-4469-AAA9-BFB1FCD6D89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228166" y="1591236"/>
            <a:ext cx="914400" cy="914400"/>
          </a:xfrm>
          <a:prstGeom prst="rect">
            <a:avLst/>
          </a:prstGeom>
          <a:effectLst>
            <a:outerShdw blurRad="50800" dist="38100" dir="2700000" algn="tl" rotWithShape="0">
              <a:prstClr val="black">
                <a:alpha val="40000"/>
              </a:prstClr>
            </a:outerShdw>
          </a:effectLst>
        </p:spPr>
      </p:pic>
      <p:sp>
        <p:nvSpPr>
          <p:cNvPr id="8" name="文本框 7">
            <a:extLst>
              <a:ext uri="{FF2B5EF4-FFF2-40B4-BE49-F238E27FC236}">
                <a16:creationId xmlns:a16="http://schemas.microsoft.com/office/drawing/2014/main" id="{CA0C1FC8-66C7-463B-857E-23588547CDD2}"/>
              </a:ext>
            </a:extLst>
          </p:cNvPr>
          <p:cNvSpPr txBox="1"/>
          <p:nvPr/>
        </p:nvSpPr>
        <p:spPr>
          <a:xfrm>
            <a:off x="1845986" y="1848381"/>
            <a:ext cx="2295115" cy="400110"/>
          </a:xfrm>
          <a:prstGeom prst="rect">
            <a:avLst/>
          </a:prstGeom>
          <a:noFill/>
        </p:spPr>
        <p:txBody>
          <a:bodyPr wrap="none" lIns="91440" tIns="45720" rIns="91440" bIns="45720"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查询专属您的</a:t>
            </a:r>
            <a:r>
              <a:rPr lang="en-US" altLang="zh-CN" sz="2000" dirty="0">
                <a:solidFill>
                  <a:schemeClr val="tx1"/>
                </a:solidFill>
                <a:latin typeface="微软雅黑 Light" panose="020B0502040204020203" pitchFamily="34" charset="-122"/>
                <a:ea typeface="微软雅黑 Light" panose="020B0502040204020203" pitchFamily="34" charset="-122"/>
              </a:rPr>
              <a:t>MAC</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pic>
        <p:nvPicPr>
          <p:cNvPr id="3" name="图片 2">
            <a:extLst>
              <a:ext uri="{FF2B5EF4-FFF2-40B4-BE49-F238E27FC236}">
                <a16:creationId xmlns:a16="http://schemas.microsoft.com/office/drawing/2014/main" id="{5319C185-3BB2-4D4A-9F3C-6775179F04A5}"/>
              </a:ext>
            </a:extLst>
          </p:cNvPr>
          <p:cNvPicPr>
            <a:picLocks noChangeAspect="1"/>
          </p:cNvPicPr>
          <p:nvPr/>
        </p:nvPicPr>
        <p:blipFill>
          <a:blip r:embed="rId5"/>
          <a:stretch>
            <a:fillRect/>
          </a:stretch>
        </p:blipFill>
        <p:spPr>
          <a:xfrm>
            <a:off x="4388532" y="834445"/>
            <a:ext cx="7803468" cy="5400000"/>
          </a:xfrm>
          <a:prstGeom prst="rect">
            <a:avLst/>
          </a:prstGeom>
        </p:spPr>
      </p:pic>
    </p:spTree>
    <p:extLst>
      <p:ext uri="{BB962C8B-B14F-4D97-AF65-F5344CB8AC3E}">
        <p14:creationId xmlns:p14="http://schemas.microsoft.com/office/powerpoint/2010/main" val="18981707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占位符 7">
            <a:extLst>
              <a:ext uri="{FF2B5EF4-FFF2-40B4-BE49-F238E27FC236}">
                <a16:creationId xmlns:a16="http://schemas.microsoft.com/office/drawing/2014/main" id="{D15C3847-116E-40E6-B26F-409591E03754}"/>
              </a:ext>
            </a:extLst>
          </p:cNvPr>
          <p:cNvSpPr>
            <a:spLocks noGrp="1"/>
          </p:cNvSpPr>
          <p:nvPr>
            <p:ph type="body" sz="quarter" idx="15"/>
          </p:nvPr>
        </p:nvSpPr>
        <p:spPr/>
        <p:txBody>
          <a:bodyPr/>
          <a:lstStyle/>
          <a:p>
            <a:endParaRPr lang="zh-CN" altLang="en-US"/>
          </a:p>
        </p:txBody>
      </p:sp>
      <p:sp>
        <p:nvSpPr>
          <p:cNvPr id="56" name="文本占位符 55">
            <a:extLst>
              <a:ext uri="{FF2B5EF4-FFF2-40B4-BE49-F238E27FC236}">
                <a16:creationId xmlns:a16="http://schemas.microsoft.com/office/drawing/2014/main" id="{42DFFF02-DC08-448A-BBF3-32E38F764334}"/>
              </a:ext>
            </a:extLst>
          </p:cNvPr>
          <p:cNvSpPr>
            <a:spLocks noGrp="1"/>
          </p:cNvSpPr>
          <p:nvPr>
            <p:ph type="body" sz="quarter" idx="16"/>
          </p:nvPr>
        </p:nvSpPr>
        <p:spPr/>
        <p:txBody>
          <a:bodyPr/>
          <a:lstStyle/>
          <a:p>
            <a:r>
              <a:rPr lang="zh-CN" altLang="en-US" dirty="0"/>
              <a:t>除了传统的广播通信，还可以借助</a:t>
            </a:r>
            <a:r>
              <a:rPr lang="en-US" altLang="zh-CN" dirty="0"/>
              <a:t>MAC</a:t>
            </a:r>
            <a:r>
              <a:rPr lang="zh-CN" altLang="en-US" dirty="0"/>
              <a:t>实现点到点的通信，所以：</a:t>
            </a:r>
            <a:endParaRPr lang="en-US" altLang="zh-CN" dirty="0"/>
          </a:p>
          <a:p>
            <a:pPr lvl="1"/>
            <a:r>
              <a:rPr lang="zh-CN" altLang="zh-CN" dirty="0"/>
              <a:t>单播</a:t>
            </a:r>
            <a:r>
              <a:rPr lang="en-US" altLang="zh-CN" dirty="0"/>
              <a:t> </a:t>
            </a:r>
            <a:r>
              <a:rPr lang="zh-CN" altLang="zh-CN" dirty="0"/>
              <a:t>帧</a:t>
            </a:r>
            <a:r>
              <a:rPr lang="en-US" altLang="zh-CN" dirty="0"/>
              <a:t>unicast</a:t>
            </a:r>
            <a:r>
              <a:rPr lang="zh-CN" altLang="zh-CN" dirty="0"/>
              <a:t>：一对一</a:t>
            </a:r>
          </a:p>
          <a:p>
            <a:pPr lvl="1"/>
            <a:r>
              <a:rPr lang="zh-CN" altLang="zh-CN" dirty="0"/>
              <a:t>广播</a:t>
            </a:r>
            <a:r>
              <a:rPr lang="en-US" altLang="zh-CN" dirty="0"/>
              <a:t> </a:t>
            </a:r>
            <a:r>
              <a:rPr lang="zh-CN" altLang="zh-CN" dirty="0"/>
              <a:t>帧</a:t>
            </a:r>
            <a:r>
              <a:rPr lang="en-US" altLang="zh-CN" dirty="0"/>
              <a:t>broadcast</a:t>
            </a:r>
            <a:r>
              <a:rPr lang="zh-CN" altLang="zh-CN" dirty="0"/>
              <a:t>：一对全体</a:t>
            </a:r>
          </a:p>
          <a:p>
            <a:pPr lvl="1"/>
            <a:r>
              <a:rPr lang="zh-CN" altLang="zh-CN" dirty="0"/>
              <a:t>多播</a:t>
            </a:r>
            <a:r>
              <a:rPr lang="en-US" altLang="zh-CN" dirty="0"/>
              <a:t> </a:t>
            </a:r>
            <a:r>
              <a:rPr lang="zh-CN" altLang="zh-CN" dirty="0"/>
              <a:t>帧</a:t>
            </a:r>
            <a:r>
              <a:rPr lang="en-US" altLang="zh-CN" dirty="0"/>
              <a:t>multicast</a:t>
            </a:r>
            <a:r>
              <a:rPr lang="zh-CN" altLang="zh-CN" dirty="0"/>
              <a:t>：一对多</a:t>
            </a:r>
            <a:endParaRPr lang="en-US" altLang="zh-CN" dirty="0"/>
          </a:p>
          <a:p>
            <a:endParaRPr lang="zh-CN" altLang="en-US" dirty="0"/>
          </a:p>
        </p:txBody>
      </p:sp>
      <p:sp>
        <p:nvSpPr>
          <p:cNvPr id="58" name="文本占位符 57">
            <a:extLst>
              <a:ext uri="{FF2B5EF4-FFF2-40B4-BE49-F238E27FC236}">
                <a16:creationId xmlns:a16="http://schemas.microsoft.com/office/drawing/2014/main" id="{ADD077C0-BB93-45EC-8EB5-78309D7C76B3}"/>
              </a:ext>
            </a:extLst>
          </p:cNvPr>
          <p:cNvSpPr>
            <a:spLocks noGrp="1"/>
          </p:cNvSpPr>
          <p:nvPr>
            <p:ph type="body" sz="quarter" idx="13"/>
          </p:nvPr>
        </p:nvSpPr>
        <p:spPr/>
        <p:txBody>
          <a:bodyPr/>
          <a:lstStyle/>
          <a:p>
            <a:r>
              <a:rPr lang="en-US" altLang="zh-CN" dirty="0"/>
              <a:t>MAC</a:t>
            </a:r>
            <a:r>
              <a:rPr lang="zh-CN" altLang="en-US" dirty="0"/>
              <a:t>地址的分类</a:t>
            </a:r>
          </a:p>
        </p:txBody>
      </p:sp>
    </p:spTree>
    <p:extLst>
      <p:ext uri="{BB962C8B-B14F-4D97-AF65-F5344CB8AC3E}">
        <p14:creationId xmlns:p14="http://schemas.microsoft.com/office/powerpoint/2010/main" val="15738313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4F48DB80-8D1A-47D2-8E36-8AA5A143B9CA}"/>
              </a:ext>
            </a:extLst>
          </p:cNvPr>
          <p:cNvSpPr>
            <a:spLocks noGrp="1"/>
          </p:cNvSpPr>
          <p:nvPr>
            <p:ph type="body" sz="quarter" idx="15"/>
          </p:nvPr>
        </p:nvSpPr>
        <p:spPr/>
        <p:txBody>
          <a:bodyPr/>
          <a:lstStyle/>
          <a:p>
            <a:endParaRPr lang="zh-CN" altLang="en-US"/>
          </a:p>
        </p:txBody>
      </p:sp>
      <p:sp>
        <p:nvSpPr>
          <p:cNvPr id="9" name="文本占位符 8">
            <a:extLst>
              <a:ext uri="{FF2B5EF4-FFF2-40B4-BE49-F238E27FC236}">
                <a16:creationId xmlns:a16="http://schemas.microsoft.com/office/drawing/2014/main" id="{B52302F1-CA86-4F12-94C2-767DA34B6DDB}"/>
              </a:ext>
            </a:extLst>
          </p:cNvPr>
          <p:cNvSpPr>
            <a:spLocks noGrp="1"/>
          </p:cNvSpPr>
          <p:nvPr>
            <p:ph type="body" sz="quarter" idx="16"/>
          </p:nvPr>
        </p:nvSpPr>
        <p:spPr/>
        <p:txBody>
          <a:bodyPr/>
          <a:lstStyle/>
          <a:p>
            <a:r>
              <a:rPr lang="zh-CN" altLang="en-US" dirty="0"/>
              <a:t>标准</a:t>
            </a:r>
            <a:endParaRPr lang="en-US" altLang="zh-CN" dirty="0"/>
          </a:p>
          <a:p>
            <a:pPr lvl="1"/>
            <a:r>
              <a:rPr lang="zh-CN" altLang="en-US" dirty="0"/>
              <a:t>以太网</a:t>
            </a:r>
            <a:r>
              <a:rPr lang="en-US" altLang="zh-CN" dirty="0"/>
              <a:t>V2</a:t>
            </a:r>
            <a:r>
              <a:rPr lang="zh-CN" altLang="en-US" dirty="0"/>
              <a:t>标准，使用最广泛</a:t>
            </a:r>
            <a:endParaRPr lang="en-US" altLang="zh-CN" dirty="0"/>
          </a:p>
          <a:p>
            <a:pPr lvl="1"/>
            <a:r>
              <a:rPr lang="en-US" altLang="zh-CN" dirty="0"/>
              <a:t>IEEE 802.3</a:t>
            </a:r>
            <a:r>
              <a:rPr lang="zh-CN" altLang="en-US" dirty="0"/>
              <a:t>标准</a:t>
            </a:r>
            <a:endParaRPr lang="en-US" altLang="zh-CN" dirty="0"/>
          </a:p>
          <a:p>
            <a:r>
              <a:rPr lang="zh-CN" altLang="en-US" dirty="0"/>
              <a:t>长度</a:t>
            </a:r>
            <a:endParaRPr lang="en-US" altLang="zh-CN" dirty="0"/>
          </a:p>
          <a:p>
            <a:pPr lvl="1"/>
            <a:r>
              <a:rPr lang="zh-CN" altLang="en-US" dirty="0"/>
              <a:t>最小</a:t>
            </a:r>
            <a:r>
              <a:rPr lang="en-US" altLang="zh-CN" dirty="0"/>
              <a:t>64</a:t>
            </a:r>
            <a:r>
              <a:rPr lang="zh-CN" altLang="en-US" dirty="0"/>
              <a:t>字节</a:t>
            </a:r>
            <a:r>
              <a:rPr lang="en-US" altLang="zh-CN" dirty="0">
                <a:solidFill>
                  <a:srgbClr val="FF0000"/>
                </a:solidFill>
              </a:rPr>
              <a:t>(</a:t>
            </a:r>
            <a:r>
              <a:rPr lang="zh-CN" altLang="en-US" dirty="0">
                <a:solidFill>
                  <a:srgbClr val="FF0000"/>
                </a:solidFill>
              </a:rPr>
              <a:t>怎么来的？</a:t>
            </a:r>
            <a:r>
              <a:rPr lang="en-US" altLang="zh-CN" dirty="0">
                <a:solidFill>
                  <a:srgbClr val="FF0000"/>
                </a:solidFill>
              </a:rPr>
              <a:t>51.2us)</a:t>
            </a:r>
          </a:p>
          <a:p>
            <a:r>
              <a:rPr lang="zh-CN" altLang="en-US" dirty="0"/>
              <a:t>说明</a:t>
            </a:r>
            <a:endParaRPr lang="en-US" altLang="zh-CN" dirty="0"/>
          </a:p>
          <a:p>
            <a:pPr lvl="1"/>
            <a:r>
              <a:rPr lang="zh-CN" altLang="en-US" dirty="0"/>
              <a:t>实际的帧要比</a:t>
            </a:r>
            <a:r>
              <a:rPr lang="en-US" altLang="zh-CN" dirty="0"/>
              <a:t>MAC</a:t>
            </a:r>
            <a:r>
              <a:rPr lang="zh-CN" altLang="en-US" dirty="0"/>
              <a:t>帧多</a:t>
            </a:r>
            <a:r>
              <a:rPr lang="en-US" altLang="zh-CN" dirty="0"/>
              <a:t>8</a:t>
            </a:r>
            <a:r>
              <a:rPr lang="zh-CN" altLang="en-US" dirty="0"/>
              <a:t>个字节</a:t>
            </a:r>
            <a:endParaRPr lang="en-US" altLang="zh-CN" dirty="0"/>
          </a:p>
          <a:p>
            <a:pPr lvl="1"/>
            <a:r>
              <a:rPr lang="zh-CN" altLang="en-US" dirty="0"/>
              <a:t>因为帧之间有传输间隙，所以不需要帧结束的界定</a:t>
            </a:r>
          </a:p>
        </p:txBody>
      </p:sp>
      <p:sp>
        <p:nvSpPr>
          <p:cNvPr id="6" name="文本占位符 5">
            <a:extLst>
              <a:ext uri="{FF2B5EF4-FFF2-40B4-BE49-F238E27FC236}">
                <a16:creationId xmlns:a16="http://schemas.microsoft.com/office/drawing/2014/main" id="{C1BDBB8A-346E-4A0A-92C2-1F83FEE44BFE}"/>
              </a:ext>
            </a:extLst>
          </p:cNvPr>
          <p:cNvSpPr>
            <a:spLocks noGrp="1"/>
          </p:cNvSpPr>
          <p:nvPr>
            <p:ph type="body" sz="quarter" idx="13"/>
          </p:nvPr>
        </p:nvSpPr>
        <p:spPr/>
        <p:txBody>
          <a:bodyPr/>
          <a:lstStyle/>
          <a:p>
            <a:r>
              <a:rPr lang="en-US" altLang="zh-CN" dirty="0"/>
              <a:t>MAC</a:t>
            </a:r>
            <a:r>
              <a:rPr lang="zh-CN" altLang="en-US" dirty="0"/>
              <a:t>帧</a:t>
            </a:r>
          </a:p>
        </p:txBody>
      </p:sp>
      <p:graphicFrame>
        <p:nvGraphicFramePr>
          <p:cNvPr id="11" name="表格 3">
            <a:extLst>
              <a:ext uri="{FF2B5EF4-FFF2-40B4-BE49-F238E27FC236}">
                <a16:creationId xmlns:a16="http://schemas.microsoft.com/office/drawing/2014/main" id="{272D4CFF-5925-4991-A561-6D3F0D7AD914}"/>
              </a:ext>
            </a:extLst>
          </p:cNvPr>
          <p:cNvGraphicFramePr>
            <a:graphicFrameLocks noGrp="1"/>
          </p:cNvGraphicFramePr>
          <p:nvPr>
            <p:extLst>
              <p:ext uri="{D42A27DB-BD31-4B8C-83A1-F6EECF244321}">
                <p14:modId xmlns:p14="http://schemas.microsoft.com/office/powerpoint/2010/main" val="2885327516"/>
              </p:ext>
            </p:extLst>
          </p:nvPr>
        </p:nvGraphicFramePr>
        <p:xfrm>
          <a:off x="1611485" y="4396740"/>
          <a:ext cx="8969030" cy="1112520"/>
        </p:xfrm>
        <a:graphic>
          <a:graphicData uri="http://schemas.openxmlformats.org/drawingml/2006/table">
            <a:tbl>
              <a:tblPr firstRow="1" bandRow="1">
                <a:tableStyleId>{5C22544A-7EE6-4342-B048-85BDC9FD1C3A}</a:tableStyleId>
              </a:tblPr>
              <a:tblGrid>
                <a:gridCol w="1281290">
                  <a:extLst>
                    <a:ext uri="{9D8B030D-6E8A-4147-A177-3AD203B41FA5}">
                      <a16:colId xmlns:a16="http://schemas.microsoft.com/office/drawing/2014/main" val="66066758"/>
                    </a:ext>
                  </a:extLst>
                </a:gridCol>
                <a:gridCol w="1281290">
                  <a:extLst>
                    <a:ext uri="{9D8B030D-6E8A-4147-A177-3AD203B41FA5}">
                      <a16:colId xmlns:a16="http://schemas.microsoft.com/office/drawing/2014/main" val="681621932"/>
                    </a:ext>
                  </a:extLst>
                </a:gridCol>
                <a:gridCol w="1281290">
                  <a:extLst>
                    <a:ext uri="{9D8B030D-6E8A-4147-A177-3AD203B41FA5}">
                      <a16:colId xmlns:a16="http://schemas.microsoft.com/office/drawing/2014/main" val="1823227545"/>
                    </a:ext>
                  </a:extLst>
                </a:gridCol>
                <a:gridCol w="1281290">
                  <a:extLst>
                    <a:ext uri="{9D8B030D-6E8A-4147-A177-3AD203B41FA5}">
                      <a16:colId xmlns:a16="http://schemas.microsoft.com/office/drawing/2014/main" val="3534235243"/>
                    </a:ext>
                  </a:extLst>
                </a:gridCol>
                <a:gridCol w="1281290">
                  <a:extLst>
                    <a:ext uri="{9D8B030D-6E8A-4147-A177-3AD203B41FA5}">
                      <a16:colId xmlns:a16="http://schemas.microsoft.com/office/drawing/2014/main" val="75341418"/>
                    </a:ext>
                  </a:extLst>
                </a:gridCol>
                <a:gridCol w="1281290">
                  <a:extLst>
                    <a:ext uri="{9D8B030D-6E8A-4147-A177-3AD203B41FA5}">
                      <a16:colId xmlns:a16="http://schemas.microsoft.com/office/drawing/2014/main" val="3371756490"/>
                    </a:ext>
                  </a:extLst>
                </a:gridCol>
                <a:gridCol w="1281290">
                  <a:extLst>
                    <a:ext uri="{9D8B030D-6E8A-4147-A177-3AD203B41FA5}">
                      <a16:colId xmlns:a16="http://schemas.microsoft.com/office/drawing/2014/main" val="1849303493"/>
                    </a:ext>
                  </a:extLst>
                </a:gridCol>
              </a:tblGrid>
              <a:tr h="370840">
                <a:tc>
                  <a:txBody>
                    <a:bodyPr/>
                    <a:lstStyle/>
                    <a:p>
                      <a:pPr algn="ctr"/>
                      <a:r>
                        <a:rPr lang="en-US" altLang="zh-CN" sz="1400" b="0" baseline="0" dirty="0">
                          <a:solidFill>
                            <a:schemeClr val="tx1"/>
                          </a:solidFill>
                          <a:latin typeface="微软雅黑 Light" panose="020B0502040204020203" pitchFamily="34" charset="-122"/>
                          <a:ea typeface="微软雅黑 Light" panose="020B0502040204020203" pitchFamily="34" charset="-122"/>
                        </a:rPr>
                        <a:t>7</a:t>
                      </a:r>
                      <a:r>
                        <a:rPr lang="zh-CN" altLang="en-US" sz="14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mpd="sng">
                      <a:noFill/>
                    </a:lnL>
                    <a:lnR w="12700" cmpd="sng">
                      <a:noFill/>
                    </a:lnR>
                    <a:lnT w="38100" cmpd="sng">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baseline="0" dirty="0">
                          <a:solidFill>
                            <a:schemeClr val="tx1"/>
                          </a:solidFill>
                          <a:latin typeface="微软雅黑 Light" panose="020B0502040204020203" pitchFamily="34" charset="-122"/>
                          <a:ea typeface="微软雅黑 Light" panose="020B0502040204020203" pitchFamily="34" charset="-122"/>
                        </a:rPr>
                        <a:t>1</a:t>
                      </a:r>
                      <a:r>
                        <a:rPr lang="zh-CN" altLang="en-US" sz="14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mpd="sng">
                      <a:noFill/>
                    </a:lnL>
                    <a:lnR w="12700" cmpd="sng">
                      <a:noFill/>
                    </a:lnR>
                    <a:lnT w="38100" cmpd="sng">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baseline="0" dirty="0">
                          <a:solidFill>
                            <a:schemeClr val="tx1"/>
                          </a:solidFill>
                          <a:latin typeface="微软雅黑 Light" panose="020B0502040204020203" pitchFamily="34" charset="-122"/>
                          <a:ea typeface="微软雅黑 Light" panose="020B0502040204020203" pitchFamily="34" charset="-122"/>
                        </a:rPr>
                        <a:t>6</a:t>
                      </a:r>
                      <a:r>
                        <a:rPr lang="zh-CN" altLang="en-US" sz="14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mpd="sng">
                      <a:noFill/>
                    </a:lnL>
                    <a:lnR w="12700" cmpd="sng">
                      <a:noFill/>
                    </a:lnR>
                    <a:lnT w="38100" cmpd="sng">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baseline="0" dirty="0">
                          <a:solidFill>
                            <a:schemeClr val="tx1"/>
                          </a:solidFill>
                          <a:latin typeface="微软雅黑 Light" panose="020B0502040204020203" pitchFamily="34" charset="-122"/>
                          <a:ea typeface="微软雅黑 Light" panose="020B0502040204020203" pitchFamily="34" charset="-122"/>
                        </a:rPr>
                        <a:t>6</a:t>
                      </a:r>
                      <a:r>
                        <a:rPr lang="zh-CN" altLang="en-US" sz="14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mpd="sng">
                      <a:noFill/>
                    </a:lnL>
                    <a:lnR w="12700" cmpd="sng">
                      <a:noFill/>
                    </a:lnR>
                    <a:lnT w="38100" cmpd="sng">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baseline="0" dirty="0">
                          <a:solidFill>
                            <a:schemeClr val="tx1"/>
                          </a:solidFill>
                          <a:latin typeface="微软雅黑 Light" panose="020B0502040204020203" pitchFamily="34" charset="-122"/>
                          <a:ea typeface="微软雅黑 Light" panose="020B0502040204020203" pitchFamily="34" charset="-122"/>
                        </a:rPr>
                        <a:t>2</a:t>
                      </a:r>
                      <a:r>
                        <a:rPr lang="zh-CN" altLang="en-US" sz="14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mpd="sng">
                      <a:noFill/>
                    </a:lnL>
                    <a:lnR w="12700" cmpd="sng">
                      <a:noFill/>
                    </a:lnR>
                    <a:lnT w="38100" cmpd="sng">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baseline="0" dirty="0">
                          <a:solidFill>
                            <a:srgbClr val="FF0000"/>
                          </a:solidFill>
                          <a:latin typeface="微软雅黑 Light" panose="020B0502040204020203" pitchFamily="34" charset="-122"/>
                          <a:ea typeface="微软雅黑 Light" panose="020B0502040204020203" pitchFamily="34" charset="-122"/>
                        </a:rPr>
                        <a:t>46-1500</a:t>
                      </a:r>
                      <a:r>
                        <a:rPr lang="zh-CN" altLang="en-US" sz="1400" b="0" baseline="0" dirty="0">
                          <a:solidFill>
                            <a:srgbClr val="FF0000"/>
                          </a:solidFill>
                          <a:latin typeface="微软雅黑 Light" panose="020B0502040204020203" pitchFamily="34" charset="-122"/>
                          <a:ea typeface="微软雅黑 Light" panose="020B0502040204020203" pitchFamily="34" charset="-122"/>
                        </a:rPr>
                        <a:t>字节</a:t>
                      </a:r>
                    </a:p>
                  </a:txBody>
                  <a:tcPr anchor="ctr">
                    <a:lnL w="12700" cmpd="sng">
                      <a:noFill/>
                    </a:lnL>
                    <a:lnR w="12700" cmpd="sng">
                      <a:noFill/>
                    </a:lnR>
                    <a:lnT w="38100" cmpd="sng">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baseline="0" dirty="0">
                          <a:solidFill>
                            <a:schemeClr val="tx1"/>
                          </a:solidFill>
                          <a:latin typeface="微软雅黑 Light" panose="020B0502040204020203" pitchFamily="34" charset="-122"/>
                          <a:ea typeface="微软雅黑 Light" panose="020B0502040204020203" pitchFamily="34" charset="-122"/>
                        </a:rPr>
                        <a:t>4</a:t>
                      </a:r>
                      <a:r>
                        <a:rPr lang="zh-CN" altLang="en-US" sz="14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mpd="sng">
                      <a:noFill/>
                    </a:lnL>
                    <a:lnR w="12700" cmpd="sng">
                      <a:noFill/>
                    </a:lnR>
                    <a:lnT w="38100" cmpd="sng">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baseline="0" dirty="0">
                          <a:solidFill>
                            <a:schemeClr val="tx1"/>
                          </a:solidFill>
                          <a:latin typeface="微软雅黑 Light" panose="020B0502040204020203" pitchFamily="34" charset="-122"/>
                          <a:ea typeface="微软雅黑 Light" panose="020B0502040204020203" pitchFamily="34" charset="-122"/>
                        </a:rPr>
                        <a:t>1010…1010</a:t>
                      </a:r>
                      <a:endParaRPr lang="zh-CN" altLang="en-US" sz="1600" b="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tx1"/>
                          </a:solidFill>
                          <a:latin typeface="微软雅黑 Light" panose="020B0502040204020203" pitchFamily="34" charset="-122"/>
                          <a:ea typeface="微软雅黑 Light" panose="020B0502040204020203" pitchFamily="34" charset="-122"/>
                        </a:rPr>
                        <a:t>10101011</a:t>
                      </a: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zh-CN" altLang="en-US" sz="1600" baseline="0" dirty="0">
                          <a:solidFill>
                            <a:schemeClr val="bg1"/>
                          </a:solidFill>
                          <a:latin typeface="微软雅黑 Light" panose="020B0502040204020203" pitchFamily="34" charset="-122"/>
                          <a:ea typeface="微软雅黑 Light" panose="020B0502040204020203" pitchFamily="34" charset="-122"/>
                        </a:rPr>
                        <a:t>目的地址</a:t>
                      </a:r>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zh-CN" altLang="en-US" sz="1600" baseline="0" dirty="0">
                          <a:solidFill>
                            <a:schemeClr val="bg1"/>
                          </a:solidFill>
                          <a:latin typeface="微软雅黑 Light" panose="020B0502040204020203" pitchFamily="34" charset="-122"/>
                          <a:ea typeface="微软雅黑 Light" panose="020B0502040204020203" pitchFamily="34" charset="-122"/>
                        </a:rPr>
                        <a:t>源地址</a:t>
                      </a:r>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a:txBody>
                    <a:bodyPr/>
                    <a:lstStyle/>
                    <a:p>
                      <a:pPr algn="ctr"/>
                      <a:r>
                        <a:rPr lang="zh-CN" altLang="en-US" sz="1600" baseline="0" dirty="0">
                          <a:solidFill>
                            <a:schemeClr val="tx1"/>
                          </a:solidFill>
                          <a:latin typeface="微软雅黑 Light" panose="020B0502040204020203" pitchFamily="34" charset="-122"/>
                          <a:ea typeface="微软雅黑 Light" panose="020B0502040204020203" pitchFamily="34" charset="-122"/>
                        </a:rPr>
                        <a:t>类型</a:t>
                      </a:r>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chemeClr val="tx1"/>
                          </a:solidFill>
                          <a:latin typeface="微软雅黑 Light" panose="020B0502040204020203" pitchFamily="34" charset="-122"/>
                          <a:ea typeface="微软雅黑 Light" panose="020B0502040204020203" pitchFamily="34" charset="-122"/>
                        </a:rPr>
                        <a:t>IP</a:t>
                      </a:r>
                      <a:r>
                        <a:rPr lang="zh-CN" altLang="en-US" sz="1600" baseline="0" dirty="0">
                          <a:solidFill>
                            <a:schemeClr val="tx1"/>
                          </a:solidFill>
                          <a:latin typeface="微软雅黑 Light" panose="020B0502040204020203" pitchFamily="34" charset="-122"/>
                          <a:ea typeface="微软雅黑 Light" panose="020B0502040204020203" pitchFamily="34" charset="-122"/>
                        </a:rPr>
                        <a:t>数据报</a:t>
                      </a:r>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chemeClr val="tx1"/>
                          </a:solidFill>
                          <a:latin typeface="微软雅黑 Light" panose="020B0502040204020203" pitchFamily="34" charset="-122"/>
                          <a:ea typeface="微软雅黑 Light" panose="020B0502040204020203" pitchFamily="34" charset="-122"/>
                        </a:rPr>
                        <a:t>FCS</a:t>
                      </a: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baseline="0" dirty="0">
                          <a:solidFill>
                            <a:schemeClr val="tx1"/>
                          </a:solidFill>
                          <a:latin typeface="微软雅黑 Light" panose="020B0502040204020203" pitchFamily="34" charset="-122"/>
                          <a:ea typeface="微软雅黑 Light" panose="020B0502040204020203" pitchFamily="34" charset="-122"/>
                        </a:rPr>
                        <a:t>帧同步码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baseline="0" dirty="0">
                          <a:solidFill>
                            <a:schemeClr val="tx1"/>
                          </a:solidFill>
                          <a:latin typeface="微软雅黑 Light" panose="020B0502040204020203" pitchFamily="34" charset="-122"/>
                          <a:ea typeface="微软雅黑 Light" panose="020B0502040204020203" pitchFamily="34" charset="-122"/>
                        </a:rPr>
                        <a:t>帧界定符</a:t>
                      </a:r>
                      <a:endParaRPr lang="zh-CN" altLang="en-US" sz="1600" baseline="0" dirty="0">
                        <a:solidFill>
                          <a:schemeClr val="bg1"/>
                        </a:solidFill>
                        <a:latin typeface="微软雅黑 Light" panose="020B0502040204020203" pitchFamily="34" charset="-122"/>
                        <a:ea typeface="微软雅黑 Light" panose="020B0502040204020203" pitchFamily="34"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aseline="0" dirty="0">
                        <a:solidFill>
                          <a:schemeClr val="bg1"/>
                        </a:solidFill>
                        <a:latin typeface="微软雅黑 Light" panose="020B0502040204020203" pitchFamily="34" charset="-122"/>
                        <a:ea typeface="微软雅黑 Light" panose="020B0502040204020203" pitchFamily="34"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aseline="0" dirty="0">
                        <a:solidFill>
                          <a:schemeClr val="bg1"/>
                        </a:solidFill>
                        <a:latin typeface="微软雅黑 Light" panose="020B0502040204020203" pitchFamily="34" charset="-122"/>
                        <a:ea typeface="微软雅黑 Light" panose="020B0502040204020203" pitchFamily="34"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4573938"/>
                  </a:ext>
                </a:extLst>
              </a:tr>
            </a:tbl>
          </a:graphicData>
        </a:graphic>
      </p:graphicFrame>
    </p:spTree>
    <p:extLst>
      <p:ext uri="{BB962C8B-B14F-4D97-AF65-F5344CB8AC3E}">
        <p14:creationId xmlns:p14="http://schemas.microsoft.com/office/powerpoint/2010/main" val="6655072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a:blip r:embed="rId2"/>
            <a:stretch>
              <a:fillRect/>
            </a:stretch>
          </a:blipFill>
          <a:ln>
            <a:noFill/>
          </a:ln>
          <a:effectLst/>
        </p:spPr>
        <p:txBody>
          <a:bodyPr wrap="square" anchor="ctr">
            <a:noAutofit/>
          </a:bodyPr>
          <a:lstStyle/>
          <a:p>
            <a:endParaRPr lang="en-US" dirty="0">
              <a:latin typeface="微软雅黑 Light" panose="020B0502040204020203" pitchFamily="34" charset="-122"/>
            </a:endParaRPr>
          </a:p>
        </p:txBody>
      </p:sp>
      <p:sp>
        <p:nvSpPr>
          <p:cNvPr id="7" name="TextBox 1214">
            <a:extLst>
              <a:ext uri="{FF2B5EF4-FFF2-40B4-BE49-F238E27FC236}">
                <a16:creationId xmlns:a16="http://schemas.microsoft.com/office/drawing/2014/main" id="{288788B3-79F6-4747-A76B-06C74A66C66D}"/>
              </a:ext>
            </a:extLst>
          </p:cNvPr>
          <p:cNvSpPr txBox="1"/>
          <p:nvPr/>
        </p:nvSpPr>
        <p:spPr>
          <a:xfrm>
            <a:off x="3533122" y="2629625"/>
            <a:ext cx="2031325" cy="830997"/>
          </a:xfrm>
          <a:prstGeom prst="rect">
            <a:avLst/>
          </a:prstGeom>
          <a:noFill/>
        </p:spPr>
        <p:txBody>
          <a:bodyPr wrap="none" rtlCol="0" anchor="ctr" anchorCtr="0">
            <a:spAutoFit/>
          </a:bodyPr>
          <a:lstStyle/>
          <a:p>
            <a:pPr algn="r"/>
            <a:r>
              <a:rPr lang="zh-CN" altLang="en-US" sz="4800" dirty="0">
                <a:latin typeface="微软雅黑" panose="020B0503020204020204" pitchFamily="34" charset="-122"/>
                <a:ea typeface="微软雅黑" panose="020B0503020204020204" pitchFamily="34" charset="-122"/>
                <a:cs typeface="Montserrat Semi" charset="0"/>
              </a:rPr>
              <a:t>集线器</a:t>
            </a:r>
            <a:endParaRPr lang="en-US" sz="4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BE7B3A57-F336-4E14-9A57-34076BFB4713}"/>
              </a:ext>
            </a:extLst>
          </p:cNvPr>
          <p:cNvSpPr txBox="1"/>
          <p:nvPr/>
        </p:nvSpPr>
        <p:spPr>
          <a:xfrm>
            <a:off x="1789055" y="3460622"/>
            <a:ext cx="3775393" cy="1888209"/>
          </a:xfrm>
          <a:prstGeom prst="rect">
            <a:avLst/>
          </a:prstGeom>
          <a:noFill/>
        </p:spPr>
        <p:txBody>
          <a:bodyPr wrap="none" lIns="91440" tIns="45720" rIns="91440" bIns="45720" rtlCol="0">
            <a:spAutoFit/>
          </a:bodyPr>
          <a:lstStyle/>
          <a:p>
            <a:pPr algn="r">
              <a:lnSpc>
                <a:spcPct val="150000"/>
              </a:lnSpc>
            </a:pPr>
            <a:r>
              <a:rPr lang="zh-CN" altLang="en-US" sz="2000" dirty="0">
                <a:solidFill>
                  <a:schemeClr val="tx1"/>
                </a:solidFill>
                <a:latin typeface="微软雅黑 Light" panose="020B0502040204020203" pitchFamily="34" charset="-122"/>
                <a:ea typeface="微软雅黑 Light" panose="020B0502040204020203" pitchFamily="34" charset="-122"/>
              </a:rPr>
              <a:t>全端口转发</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r">
              <a:lnSpc>
                <a:spcPct val="150000"/>
              </a:lnSpc>
            </a:pPr>
            <a:r>
              <a:rPr lang="zh-CN" altLang="en-US" sz="2000" dirty="0">
                <a:solidFill>
                  <a:schemeClr val="tx1"/>
                </a:solidFill>
                <a:latin typeface="微软雅黑 Light" panose="020B0502040204020203" pitchFamily="34" charset="-122"/>
                <a:ea typeface="微软雅黑 Light" panose="020B0502040204020203" pitchFamily="34" charset="-122"/>
              </a:rPr>
              <a:t>互联主机属于同一个冲突域</a:t>
            </a:r>
          </a:p>
          <a:p>
            <a:pPr algn="r">
              <a:lnSpc>
                <a:spcPct val="150000"/>
              </a:lnSpc>
            </a:pPr>
            <a:r>
              <a:rPr lang="zh-CN" altLang="en-US" sz="2000" dirty="0">
                <a:solidFill>
                  <a:schemeClr val="tx1"/>
                </a:solidFill>
                <a:latin typeface="微软雅黑 Light" panose="020B0502040204020203" pitchFamily="34" charset="-122"/>
                <a:ea typeface="微软雅黑 Light" panose="020B0502040204020203" pitchFamily="34" charset="-122"/>
              </a:rPr>
              <a:t>互联主机适配器速率必须一致</a:t>
            </a:r>
          </a:p>
          <a:p>
            <a:pPr algn="r">
              <a:lnSpc>
                <a:spcPct val="150000"/>
              </a:lnSpc>
            </a:pPr>
            <a:r>
              <a:rPr lang="zh-CN" altLang="en-US" sz="2000" dirty="0">
                <a:solidFill>
                  <a:schemeClr val="tx1"/>
                </a:solidFill>
                <a:latin typeface="微软雅黑 Light" panose="020B0502040204020203" pitchFamily="34" charset="-122"/>
                <a:ea typeface="微软雅黑 Light" panose="020B0502040204020203" pitchFamily="34" charset="-122"/>
              </a:rPr>
              <a:t>拓展网络也会相应的扩展冲突域</a:t>
            </a:r>
          </a:p>
        </p:txBody>
      </p:sp>
      <p:sp>
        <p:nvSpPr>
          <p:cNvPr id="8" name="TextBox 1215">
            <a:extLst>
              <a:ext uri="{FF2B5EF4-FFF2-40B4-BE49-F238E27FC236}">
                <a16:creationId xmlns:a16="http://schemas.microsoft.com/office/drawing/2014/main" id="{3ABE03A6-E090-4FDE-8EBD-8F4A0B9DB644}"/>
              </a:ext>
            </a:extLst>
          </p:cNvPr>
          <p:cNvSpPr txBox="1"/>
          <p:nvPr/>
        </p:nvSpPr>
        <p:spPr>
          <a:xfrm>
            <a:off x="4201573" y="1879184"/>
            <a:ext cx="1362874" cy="830997"/>
          </a:xfrm>
          <a:prstGeom prst="rect">
            <a:avLst/>
          </a:prstGeom>
          <a:noFill/>
        </p:spPr>
        <p:txBody>
          <a:bodyPr wrap="none" rtlCol="0" anchor="ctr" anchorCtr="0">
            <a:spAutoFit/>
          </a:bodyPr>
          <a:lstStyle/>
          <a:p>
            <a:pPr algn="r"/>
            <a:r>
              <a:rPr lang="en-US" altLang="zh-CN" sz="4800" dirty="0">
                <a:latin typeface="微软雅黑 Light" panose="020B0502040204020203" pitchFamily="34" charset="-122"/>
                <a:ea typeface="Microsoft YaHei Light" panose="020B0502040204020203" pitchFamily="34" charset="-122"/>
                <a:cs typeface="Courier New" panose="02070309020205020404" pitchFamily="49" charset="0"/>
              </a:rPr>
              <a:t>Hub</a:t>
            </a:r>
            <a:endParaRPr lang="en-US" sz="4800" dirty="0">
              <a:latin typeface="微软雅黑 Light" panose="020B0502040204020203" pitchFamily="34" charset="-122"/>
              <a:ea typeface="Microsoft YaHei Light" panose="020B0502040204020203" pitchFamily="34" charset="-122"/>
              <a:cs typeface="Courier New" panose="02070309020205020404" pitchFamily="49" charset="0"/>
            </a:endParaRPr>
          </a:p>
        </p:txBody>
      </p:sp>
      <p:sp>
        <p:nvSpPr>
          <p:cNvPr id="3" name="文本框 2">
            <a:extLst>
              <a:ext uri="{FF2B5EF4-FFF2-40B4-BE49-F238E27FC236}">
                <a16:creationId xmlns:a16="http://schemas.microsoft.com/office/drawing/2014/main" id="{324E6E7F-B6A3-424B-87C4-AF9E3C4A58F7}"/>
              </a:ext>
            </a:extLst>
          </p:cNvPr>
          <p:cNvSpPr txBox="1"/>
          <p:nvPr/>
        </p:nvSpPr>
        <p:spPr>
          <a:xfrm>
            <a:off x="1052092" y="3060511"/>
            <a:ext cx="1787669" cy="400110"/>
          </a:xfrm>
          <a:prstGeom prst="rect">
            <a:avLst/>
          </a:prstGeom>
          <a:noFill/>
        </p:spPr>
        <p:txBody>
          <a:bodyPr wrap="none" lIns="91440" tIns="45720" rIns="91440" bIns="45720"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拓展以太网之</a:t>
            </a:r>
          </a:p>
        </p:txBody>
      </p:sp>
    </p:spTree>
    <p:extLst>
      <p:ext uri="{BB962C8B-B14F-4D97-AF65-F5344CB8AC3E}">
        <p14:creationId xmlns:p14="http://schemas.microsoft.com/office/powerpoint/2010/main" val="30866544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a:blip r:embed="rId2"/>
            <a:stretch>
              <a:fillRect/>
            </a:stretch>
          </a:blipFill>
          <a:ln>
            <a:noFill/>
          </a:ln>
          <a:effectLst/>
        </p:spPr>
        <p:txBody>
          <a:bodyPr wrap="square" anchor="ctr">
            <a:noAutofit/>
          </a:bodyPr>
          <a:lstStyle/>
          <a:p>
            <a:endParaRPr lang="en-US" dirty="0">
              <a:latin typeface="微软雅黑 Light" panose="020B0502040204020203" pitchFamily="34" charset="-122"/>
            </a:endParaRPr>
          </a:p>
        </p:txBody>
      </p:sp>
      <p:sp>
        <p:nvSpPr>
          <p:cNvPr id="7" name="TextBox 1214">
            <a:extLst>
              <a:ext uri="{FF2B5EF4-FFF2-40B4-BE49-F238E27FC236}">
                <a16:creationId xmlns:a16="http://schemas.microsoft.com/office/drawing/2014/main" id="{288788B3-79F6-4747-A76B-06C74A66C66D}"/>
              </a:ext>
            </a:extLst>
          </p:cNvPr>
          <p:cNvSpPr txBox="1"/>
          <p:nvPr/>
        </p:nvSpPr>
        <p:spPr>
          <a:xfrm>
            <a:off x="3533121" y="2629625"/>
            <a:ext cx="2031326" cy="830997"/>
          </a:xfrm>
          <a:prstGeom prst="rect">
            <a:avLst/>
          </a:prstGeom>
          <a:noFill/>
        </p:spPr>
        <p:txBody>
          <a:bodyPr wrap="none" rtlCol="0" anchor="ctr" anchorCtr="0">
            <a:spAutoFit/>
          </a:bodyPr>
          <a:lstStyle/>
          <a:p>
            <a:pPr algn="r"/>
            <a:r>
              <a:rPr lang="zh-CN" altLang="en-US" sz="4800" dirty="0">
                <a:latin typeface="微软雅黑" panose="020B0503020204020204" pitchFamily="34" charset="-122"/>
                <a:ea typeface="微软雅黑" panose="020B0503020204020204" pitchFamily="34" charset="-122"/>
                <a:cs typeface="Montserrat Semi" charset="0"/>
              </a:rPr>
              <a:t>交换机</a:t>
            </a:r>
            <a:endParaRPr lang="en-US" sz="4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BE7B3A57-F336-4E14-9A57-34076BFB4713}"/>
              </a:ext>
            </a:extLst>
          </p:cNvPr>
          <p:cNvSpPr txBox="1"/>
          <p:nvPr/>
        </p:nvSpPr>
        <p:spPr>
          <a:xfrm>
            <a:off x="3584418" y="3460622"/>
            <a:ext cx="1980029" cy="1888209"/>
          </a:xfrm>
          <a:prstGeom prst="rect">
            <a:avLst/>
          </a:prstGeom>
          <a:noFill/>
        </p:spPr>
        <p:txBody>
          <a:bodyPr wrap="none" lIns="91440" tIns="45720" rIns="91440" bIns="45720" rtlCol="0">
            <a:spAutoFit/>
          </a:bodyPr>
          <a:lstStyle/>
          <a:p>
            <a:pPr algn="r">
              <a:lnSpc>
                <a:spcPct val="150000"/>
              </a:lnSpc>
            </a:pPr>
            <a:r>
              <a:rPr lang="zh-CN" altLang="en-US" sz="2000" dirty="0">
                <a:solidFill>
                  <a:schemeClr val="tx1"/>
                </a:solidFill>
                <a:latin typeface="微软雅黑 Light" panose="020B0502040204020203" pitchFamily="34" charset="-122"/>
                <a:ea typeface="微软雅黑 Light" panose="020B0502040204020203" pitchFamily="34" charset="-122"/>
              </a:rPr>
              <a:t>隔离冲突域</a:t>
            </a:r>
          </a:p>
          <a:p>
            <a:pPr algn="r">
              <a:lnSpc>
                <a:spcPct val="150000"/>
              </a:lnSpc>
            </a:pPr>
            <a:r>
              <a:rPr lang="zh-CN" altLang="en-US" sz="2000" dirty="0">
                <a:solidFill>
                  <a:schemeClr val="tx1"/>
                </a:solidFill>
                <a:latin typeface="微软雅黑 Light" panose="020B0502040204020203" pitchFamily="34" charset="-122"/>
                <a:ea typeface="微软雅黑 Light" panose="020B0502040204020203" pitchFamily="34" charset="-122"/>
              </a:rPr>
              <a:t>不能隔离广播域</a:t>
            </a:r>
          </a:p>
          <a:p>
            <a:pPr algn="r">
              <a:lnSpc>
                <a:spcPct val="150000"/>
              </a:lnSpc>
            </a:pPr>
            <a:r>
              <a:rPr lang="zh-CN" altLang="en-US" sz="2000" dirty="0">
                <a:solidFill>
                  <a:schemeClr val="tx1"/>
                </a:solidFill>
                <a:latin typeface="微软雅黑 Light" panose="020B0502040204020203" pitchFamily="34" charset="-122"/>
                <a:ea typeface="微软雅黑 Light" panose="020B0502040204020203" pitchFamily="34" charset="-122"/>
              </a:rPr>
              <a:t>提高信道利用率</a:t>
            </a:r>
          </a:p>
          <a:p>
            <a:pPr algn="r">
              <a:lnSpc>
                <a:spcPct val="150000"/>
              </a:lnSpc>
            </a:pPr>
            <a:r>
              <a:rPr lang="zh-CN" altLang="en-US" sz="2000" dirty="0">
                <a:solidFill>
                  <a:schemeClr val="tx1"/>
                </a:solidFill>
                <a:latin typeface="微软雅黑 Light" panose="020B0502040204020203" pitchFamily="34" charset="-122"/>
                <a:ea typeface="微软雅黑 Light" panose="020B0502040204020203" pitchFamily="34" charset="-122"/>
              </a:rPr>
              <a:t>全双工通信</a:t>
            </a:r>
          </a:p>
        </p:txBody>
      </p:sp>
      <p:sp>
        <p:nvSpPr>
          <p:cNvPr id="8" name="TextBox 1215">
            <a:extLst>
              <a:ext uri="{FF2B5EF4-FFF2-40B4-BE49-F238E27FC236}">
                <a16:creationId xmlns:a16="http://schemas.microsoft.com/office/drawing/2014/main" id="{609FC7A3-1205-49C8-9514-3749ED2A6920}"/>
              </a:ext>
            </a:extLst>
          </p:cNvPr>
          <p:cNvSpPr txBox="1"/>
          <p:nvPr/>
        </p:nvSpPr>
        <p:spPr>
          <a:xfrm>
            <a:off x="3614874" y="1879184"/>
            <a:ext cx="1949573" cy="830997"/>
          </a:xfrm>
          <a:prstGeom prst="rect">
            <a:avLst/>
          </a:prstGeom>
          <a:noFill/>
        </p:spPr>
        <p:txBody>
          <a:bodyPr wrap="none" rtlCol="0" anchor="ctr" anchorCtr="0">
            <a:spAutoFit/>
          </a:bodyPr>
          <a:lstStyle/>
          <a:p>
            <a:pPr algn="r"/>
            <a:r>
              <a:rPr lang="en-US" altLang="zh-CN" sz="4800" dirty="0">
                <a:latin typeface="微软雅黑 Light" panose="020B0502040204020203" pitchFamily="34" charset="-122"/>
                <a:ea typeface="Microsoft YaHei Light" panose="020B0502040204020203" pitchFamily="34" charset="-122"/>
                <a:cs typeface="Courier New" panose="02070309020205020404" pitchFamily="49" charset="0"/>
              </a:rPr>
              <a:t>Switch</a:t>
            </a:r>
            <a:endParaRPr lang="en-US" sz="4800" dirty="0">
              <a:latin typeface="微软雅黑 Light" panose="020B0502040204020203" pitchFamily="34" charset="-122"/>
              <a:ea typeface="Microsoft YaHei Light" panose="020B0502040204020203" pitchFamily="34" charset="-122"/>
              <a:cs typeface="Courier New" panose="02070309020205020404" pitchFamily="49" charset="0"/>
            </a:endParaRPr>
          </a:p>
        </p:txBody>
      </p:sp>
      <p:sp>
        <p:nvSpPr>
          <p:cNvPr id="10" name="文本框 9">
            <a:extLst>
              <a:ext uri="{FF2B5EF4-FFF2-40B4-BE49-F238E27FC236}">
                <a16:creationId xmlns:a16="http://schemas.microsoft.com/office/drawing/2014/main" id="{D580C6F0-AFFD-437D-AD46-EACB9989E461}"/>
              </a:ext>
            </a:extLst>
          </p:cNvPr>
          <p:cNvSpPr txBox="1"/>
          <p:nvPr/>
        </p:nvSpPr>
        <p:spPr>
          <a:xfrm>
            <a:off x="1052092" y="3060511"/>
            <a:ext cx="1787669" cy="400110"/>
          </a:xfrm>
          <a:prstGeom prst="rect">
            <a:avLst/>
          </a:prstGeom>
          <a:noFill/>
        </p:spPr>
        <p:txBody>
          <a:bodyPr wrap="none" lIns="91440" tIns="45720" rIns="91440" bIns="45720"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拓展以太网之</a:t>
            </a:r>
          </a:p>
        </p:txBody>
      </p:sp>
    </p:spTree>
    <p:extLst>
      <p:ext uri="{BB962C8B-B14F-4D97-AF65-F5344CB8AC3E}">
        <p14:creationId xmlns:p14="http://schemas.microsoft.com/office/powerpoint/2010/main" val="3288262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文本占位符 21">
            <a:extLst>
              <a:ext uri="{FF2B5EF4-FFF2-40B4-BE49-F238E27FC236}">
                <a16:creationId xmlns:a16="http://schemas.microsoft.com/office/drawing/2014/main" id="{42FA8625-68A4-485D-999F-3FC3F5C7C9D8}"/>
              </a:ext>
            </a:extLst>
          </p:cNvPr>
          <p:cNvSpPr>
            <a:spLocks noGrp="1"/>
          </p:cNvSpPr>
          <p:nvPr>
            <p:ph type="body" sz="quarter" idx="10"/>
          </p:nvPr>
        </p:nvSpPr>
        <p:spPr/>
        <p:txBody>
          <a:bodyPr/>
          <a:lstStyle/>
          <a:p>
            <a:r>
              <a:rPr lang="zh-CN" altLang="en-US" dirty="0"/>
              <a:t>存储转发 </a:t>
            </a:r>
            <a:r>
              <a:rPr lang="en-US" altLang="zh-CN" dirty="0"/>
              <a:t>store and forward</a:t>
            </a:r>
          </a:p>
          <a:p>
            <a:pPr lvl="1"/>
            <a:r>
              <a:rPr lang="zh-CN" altLang="en-US" dirty="0"/>
              <a:t>接收</a:t>
            </a:r>
            <a:r>
              <a:rPr lang="en-US" altLang="zh-CN" dirty="0"/>
              <a:t>/</a:t>
            </a:r>
            <a:r>
              <a:rPr lang="zh-CN" altLang="en-US" dirty="0"/>
              <a:t>缓存完整的数据帧，校验（</a:t>
            </a:r>
            <a:r>
              <a:rPr lang="en-US" altLang="zh-CN" dirty="0"/>
              <a:t>CRC</a:t>
            </a:r>
            <a:r>
              <a:rPr lang="zh-CN" altLang="en-US" dirty="0"/>
              <a:t>）、过滤碎片，最后转发。转发是由专门的</a:t>
            </a:r>
            <a:r>
              <a:rPr lang="en-US" altLang="zh-CN" dirty="0"/>
              <a:t>ASIC</a:t>
            </a:r>
            <a:r>
              <a:rPr lang="zh-CN" altLang="en-US" dirty="0"/>
              <a:t>交换芯片实现。</a:t>
            </a:r>
            <a:endParaRPr lang="en-US" altLang="zh-CN" dirty="0"/>
          </a:p>
          <a:p>
            <a:pPr lvl="1"/>
            <a:r>
              <a:rPr lang="zh-CN" altLang="en-US" dirty="0"/>
              <a:t>优点：提供差错校验和速率不一致的非对称交换；</a:t>
            </a:r>
            <a:endParaRPr lang="en-US" altLang="zh-CN" dirty="0"/>
          </a:p>
          <a:p>
            <a:pPr lvl="1"/>
            <a:r>
              <a:rPr lang="zh-CN" altLang="en-US" dirty="0"/>
              <a:t>缺点：时延长。</a:t>
            </a:r>
          </a:p>
          <a:p>
            <a:r>
              <a:rPr lang="zh-CN" altLang="en-US" dirty="0"/>
              <a:t>直通式 </a:t>
            </a:r>
            <a:r>
              <a:rPr lang="en-US" altLang="zh-CN" dirty="0"/>
              <a:t>cut-through</a:t>
            </a:r>
          </a:p>
          <a:p>
            <a:pPr lvl="1"/>
            <a:r>
              <a:rPr lang="zh-CN" altLang="en-US" dirty="0"/>
              <a:t>不做缓存。不做校验，收到即转发，可能有坏帧；和存储转发的特点刚好相反。</a:t>
            </a:r>
          </a:p>
          <a:p>
            <a:r>
              <a:rPr lang="zh-CN" altLang="en-US" dirty="0"/>
              <a:t>碎片过滤式 </a:t>
            </a:r>
            <a:r>
              <a:rPr lang="en-US" altLang="zh-CN" dirty="0"/>
              <a:t>fragment free</a:t>
            </a:r>
          </a:p>
          <a:p>
            <a:pPr lvl="1"/>
            <a:r>
              <a:rPr lang="zh-CN" altLang="en-US" dirty="0"/>
              <a:t>融合了以上</a:t>
            </a:r>
            <a:r>
              <a:rPr lang="en-US" altLang="zh-CN" dirty="0"/>
              <a:t>2</a:t>
            </a:r>
            <a:r>
              <a:rPr lang="zh-CN" altLang="en-US" dirty="0"/>
              <a:t>种优势。转发前先检验数据帧的长度是否够</a:t>
            </a:r>
            <a:r>
              <a:rPr lang="en-US" altLang="zh-CN" dirty="0"/>
              <a:t>64</a:t>
            </a:r>
            <a:r>
              <a:rPr lang="zh-CN" altLang="en-US" dirty="0"/>
              <a:t>个字节；如果大于或等于就转发；如果不够，就作为碎片丢弃；（以太网帧 </a:t>
            </a:r>
            <a:r>
              <a:rPr lang="en-US" altLang="zh-CN" dirty="0"/>
              <a:t>&gt;= 64</a:t>
            </a:r>
            <a:r>
              <a:rPr lang="zh-CN" altLang="en-US" dirty="0"/>
              <a:t>字节）</a:t>
            </a:r>
          </a:p>
          <a:p>
            <a:r>
              <a:rPr lang="zh-CN" altLang="en-US" dirty="0"/>
              <a:t>目前硬件的转发速度够快，基本可以忽略时延的影响。路由通常由软件实现</a:t>
            </a:r>
          </a:p>
          <a:p>
            <a:endParaRPr lang="zh-CN" altLang="en-US" dirty="0"/>
          </a:p>
        </p:txBody>
      </p:sp>
      <p:grpSp>
        <p:nvGrpSpPr>
          <p:cNvPr id="13" name="组合 12">
            <a:extLst>
              <a:ext uri="{FF2B5EF4-FFF2-40B4-BE49-F238E27FC236}">
                <a16:creationId xmlns:a16="http://schemas.microsoft.com/office/drawing/2014/main" id="{31528342-2E38-4B6D-9CE8-D2CF4D2FC2F7}"/>
              </a:ext>
            </a:extLst>
          </p:cNvPr>
          <p:cNvGrpSpPr/>
          <p:nvPr/>
        </p:nvGrpSpPr>
        <p:grpSpPr>
          <a:xfrm>
            <a:off x="336000" y="5760000"/>
            <a:ext cx="11520000" cy="461665"/>
            <a:chOff x="336000" y="5486400"/>
            <a:chExt cx="11520000" cy="461665"/>
          </a:xfrm>
        </p:grpSpPr>
        <p:cxnSp>
          <p:nvCxnSpPr>
            <p:cNvPr id="14" name="直接连接符 13">
              <a:extLst>
                <a:ext uri="{FF2B5EF4-FFF2-40B4-BE49-F238E27FC236}">
                  <a16:creationId xmlns:a16="http://schemas.microsoft.com/office/drawing/2014/main" id="{6489111D-2AA1-4FCB-846F-55737A65244B}"/>
                </a:ext>
              </a:extLst>
            </p:cNvPr>
            <p:cNvCxnSpPr>
              <a:cxnSpLocks/>
            </p:cNvCxnSpPr>
            <p:nvPr/>
          </p:nvCxnSpPr>
          <p:spPr>
            <a:xfrm>
              <a:off x="336000" y="5717232"/>
              <a:ext cx="1152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useBgFill="1">
          <p:nvSpPr>
            <p:cNvPr id="15" name="椭圆 14">
              <a:extLst>
                <a:ext uri="{FF2B5EF4-FFF2-40B4-BE49-F238E27FC236}">
                  <a16:creationId xmlns:a16="http://schemas.microsoft.com/office/drawing/2014/main" id="{1D178E43-9962-4B48-93BF-59B515ECC98A}"/>
                </a:ext>
              </a:extLst>
            </p:cNvPr>
            <p:cNvSpPr/>
            <p:nvPr/>
          </p:nvSpPr>
          <p:spPr>
            <a:xfrm>
              <a:off x="6971327"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16" name="文本框 15">
              <a:extLst>
                <a:ext uri="{FF2B5EF4-FFF2-40B4-BE49-F238E27FC236}">
                  <a16:creationId xmlns:a16="http://schemas.microsoft.com/office/drawing/2014/main" id="{C909A044-12ED-4669-B929-8ED3AD7721C9}"/>
                </a:ext>
              </a:extLst>
            </p:cNvPr>
            <p:cNvSpPr txBox="1"/>
            <p:nvPr/>
          </p:nvSpPr>
          <p:spPr>
            <a:xfrm>
              <a:off x="5234226" y="5486400"/>
              <a:ext cx="1723549" cy="461665"/>
            </a:xfrm>
            <a:prstGeom prst="rect">
              <a:avLst/>
            </a:prstGeom>
          </p:spPr>
          <p:txBody>
            <a:bodyPr wrap="none" lIns="91440" tIns="45720" rIns="91440" bIns="45720" rtlCol="0">
              <a:spAutoFit/>
            </a:bodyPr>
            <a:lstStyle/>
            <a:p>
              <a:pPr algn="ctr"/>
              <a:r>
                <a:rPr lang="zh-CN" altLang="en-US" sz="2400" dirty="0">
                  <a:latin typeface="微软雅黑" panose="020B0503020204020204" pitchFamily="34" charset="-122"/>
                  <a:ea typeface="微软雅黑" panose="020B0503020204020204" pitchFamily="34" charset="-122"/>
                </a:rPr>
                <a:t>按交换方式</a:t>
              </a:r>
              <a:endParaRPr lang="zh-CN" altLang="en-US" sz="2400" dirty="0">
                <a:solidFill>
                  <a:schemeClr val="tx1"/>
                </a:solidFill>
                <a:latin typeface="微软雅黑" panose="020B0503020204020204" pitchFamily="34" charset="-122"/>
                <a:ea typeface="微软雅黑" panose="020B0503020204020204" pitchFamily="34" charset="-122"/>
              </a:endParaRPr>
            </a:p>
          </p:txBody>
        </p:sp>
        <p:sp useBgFill="1">
          <p:nvSpPr>
            <p:cNvPr id="17" name="椭圆 16">
              <a:extLst>
                <a:ext uri="{FF2B5EF4-FFF2-40B4-BE49-F238E27FC236}">
                  <a16:creationId xmlns:a16="http://schemas.microsoft.com/office/drawing/2014/main" id="{35B5ECF1-1AE4-4133-8CE6-D897E77BC92C}"/>
                </a:ext>
              </a:extLst>
            </p:cNvPr>
            <p:cNvSpPr/>
            <p:nvPr/>
          </p:nvSpPr>
          <p:spPr>
            <a:xfrm>
              <a:off x="5076674"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3975523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组合 12">
            <a:extLst>
              <a:ext uri="{FF2B5EF4-FFF2-40B4-BE49-F238E27FC236}">
                <a16:creationId xmlns:a16="http://schemas.microsoft.com/office/drawing/2014/main" id="{31528342-2E38-4B6D-9CE8-D2CF4D2FC2F7}"/>
              </a:ext>
            </a:extLst>
          </p:cNvPr>
          <p:cNvGrpSpPr/>
          <p:nvPr/>
        </p:nvGrpSpPr>
        <p:grpSpPr>
          <a:xfrm>
            <a:off x="336000" y="5760000"/>
            <a:ext cx="11520000" cy="461665"/>
            <a:chOff x="336000" y="5486400"/>
            <a:chExt cx="11520000" cy="461665"/>
          </a:xfrm>
        </p:grpSpPr>
        <p:cxnSp>
          <p:nvCxnSpPr>
            <p:cNvPr id="14" name="直接连接符 13">
              <a:extLst>
                <a:ext uri="{FF2B5EF4-FFF2-40B4-BE49-F238E27FC236}">
                  <a16:creationId xmlns:a16="http://schemas.microsoft.com/office/drawing/2014/main" id="{6489111D-2AA1-4FCB-846F-55737A65244B}"/>
                </a:ext>
              </a:extLst>
            </p:cNvPr>
            <p:cNvCxnSpPr>
              <a:cxnSpLocks/>
            </p:cNvCxnSpPr>
            <p:nvPr/>
          </p:nvCxnSpPr>
          <p:spPr>
            <a:xfrm>
              <a:off x="336000" y="5717232"/>
              <a:ext cx="1152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useBgFill="1">
          <p:nvSpPr>
            <p:cNvPr id="15" name="椭圆 14">
              <a:extLst>
                <a:ext uri="{FF2B5EF4-FFF2-40B4-BE49-F238E27FC236}">
                  <a16:creationId xmlns:a16="http://schemas.microsoft.com/office/drawing/2014/main" id="{1D178E43-9962-4B48-93BF-59B515ECC98A}"/>
                </a:ext>
              </a:extLst>
            </p:cNvPr>
            <p:cNvSpPr/>
            <p:nvPr/>
          </p:nvSpPr>
          <p:spPr>
            <a:xfrm>
              <a:off x="6971327"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16" name="文本框 15">
              <a:extLst>
                <a:ext uri="{FF2B5EF4-FFF2-40B4-BE49-F238E27FC236}">
                  <a16:creationId xmlns:a16="http://schemas.microsoft.com/office/drawing/2014/main" id="{C909A044-12ED-4669-B929-8ED3AD7721C9}"/>
                </a:ext>
              </a:extLst>
            </p:cNvPr>
            <p:cNvSpPr txBox="1"/>
            <p:nvPr/>
          </p:nvSpPr>
          <p:spPr>
            <a:xfrm>
              <a:off x="5234226" y="5486400"/>
              <a:ext cx="1745158" cy="461665"/>
            </a:xfrm>
            <a:prstGeom prst="rect">
              <a:avLst/>
            </a:prstGeom>
          </p:spPr>
          <p:txBody>
            <a:bodyPr wrap="none" lIns="91440" tIns="45720" rIns="91440" bIns="45720" rtlCol="0">
              <a:spAutoFit/>
            </a:bodyPr>
            <a:lstStyle/>
            <a:p>
              <a:pPr algn="ctr"/>
              <a:r>
                <a:rPr lang="zh-CN" altLang="en-US" sz="2400" dirty="0">
                  <a:latin typeface="微软雅黑" panose="020B0503020204020204" pitchFamily="34" charset="-122"/>
                  <a:ea typeface="微软雅黑" panose="020B0503020204020204" pitchFamily="34" charset="-122"/>
                </a:rPr>
                <a:t>按交换协议</a:t>
              </a:r>
              <a:endParaRPr lang="zh-CN" altLang="en-US" sz="2400" dirty="0">
                <a:solidFill>
                  <a:schemeClr val="tx1"/>
                </a:solidFill>
                <a:latin typeface="微软雅黑" panose="020B0503020204020204" pitchFamily="34" charset="-122"/>
                <a:ea typeface="微软雅黑" panose="020B0503020204020204" pitchFamily="34" charset="-122"/>
              </a:endParaRPr>
            </a:p>
          </p:txBody>
        </p:sp>
        <p:sp useBgFill="1">
          <p:nvSpPr>
            <p:cNvPr id="17" name="椭圆 16">
              <a:extLst>
                <a:ext uri="{FF2B5EF4-FFF2-40B4-BE49-F238E27FC236}">
                  <a16:creationId xmlns:a16="http://schemas.microsoft.com/office/drawing/2014/main" id="{35B5ECF1-1AE4-4133-8CE6-D897E77BC92C}"/>
                </a:ext>
              </a:extLst>
            </p:cNvPr>
            <p:cNvSpPr/>
            <p:nvPr/>
          </p:nvSpPr>
          <p:spPr>
            <a:xfrm>
              <a:off x="5076674"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grpSp>
      <p:sp>
        <p:nvSpPr>
          <p:cNvPr id="12" name="文本占位符 11">
            <a:extLst>
              <a:ext uri="{FF2B5EF4-FFF2-40B4-BE49-F238E27FC236}">
                <a16:creationId xmlns:a16="http://schemas.microsoft.com/office/drawing/2014/main" id="{3FAAE86D-0F5F-4074-91D2-3CBDE484D01B}"/>
              </a:ext>
            </a:extLst>
          </p:cNvPr>
          <p:cNvSpPr>
            <a:spLocks noGrp="1"/>
          </p:cNvSpPr>
          <p:nvPr>
            <p:ph type="body" sz="quarter" idx="10"/>
          </p:nvPr>
        </p:nvSpPr>
        <p:spPr/>
        <p:txBody>
          <a:bodyPr/>
          <a:lstStyle/>
          <a:p>
            <a:r>
              <a:rPr lang="zh-CN" altLang="en-US" dirty="0"/>
              <a:t>二层交换机</a:t>
            </a:r>
            <a:endParaRPr lang="en-US" altLang="zh-CN" dirty="0"/>
          </a:p>
          <a:p>
            <a:pPr lvl="1"/>
            <a:r>
              <a:rPr lang="zh-CN" altLang="en-US" dirty="0"/>
              <a:t>链路层交换；如无特别说明，默认都是指二层交换机</a:t>
            </a:r>
          </a:p>
          <a:p>
            <a:r>
              <a:rPr lang="zh-CN" altLang="en-US" dirty="0"/>
              <a:t>三层交换机</a:t>
            </a:r>
            <a:endParaRPr lang="en-US" altLang="zh-CN" dirty="0"/>
          </a:p>
          <a:p>
            <a:pPr lvl="1"/>
            <a:r>
              <a:rPr lang="zh-CN" altLang="en-US" dirty="0"/>
              <a:t>集成了路由功能；路由器默认都是三层</a:t>
            </a:r>
          </a:p>
          <a:p>
            <a:r>
              <a:rPr lang="zh-CN" altLang="en-US" dirty="0"/>
              <a:t>多层交换机</a:t>
            </a:r>
          </a:p>
          <a:p>
            <a:endParaRPr lang="zh-CN" altLang="en-US" dirty="0"/>
          </a:p>
        </p:txBody>
      </p:sp>
    </p:spTree>
    <p:extLst>
      <p:ext uri="{BB962C8B-B14F-4D97-AF65-F5344CB8AC3E}">
        <p14:creationId xmlns:p14="http://schemas.microsoft.com/office/powerpoint/2010/main" val="4239415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组合 12">
            <a:extLst>
              <a:ext uri="{FF2B5EF4-FFF2-40B4-BE49-F238E27FC236}">
                <a16:creationId xmlns:a16="http://schemas.microsoft.com/office/drawing/2014/main" id="{31528342-2E38-4B6D-9CE8-D2CF4D2FC2F7}"/>
              </a:ext>
            </a:extLst>
          </p:cNvPr>
          <p:cNvGrpSpPr/>
          <p:nvPr/>
        </p:nvGrpSpPr>
        <p:grpSpPr>
          <a:xfrm>
            <a:off x="336000" y="5760000"/>
            <a:ext cx="11520000" cy="461665"/>
            <a:chOff x="336000" y="5486400"/>
            <a:chExt cx="11520000" cy="461665"/>
          </a:xfrm>
        </p:grpSpPr>
        <p:cxnSp>
          <p:nvCxnSpPr>
            <p:cNvPr id="14" name="直接连接符 13">
              <a:extLst>
                <a:ext uri="{FF2B5EF4-FFF2-40B4-BE49-F238E27FC236}">
                  <a16:creationId xmlns:a16="http://schemas.microsoft.com/office/drawing/2014/main" id="{6489111D-2AA1-4FCB-846F-55737A65244B}"/>
                </a:ext>
              </a:extLst>
            </p:cNvPr>
            <p:cNvCxnSpPr>
              <a:cxnSpLocks/>
            </p:cNvCxnSpPr>
            <p:nvPr/>
          </p:nvCxnSpPr>
          <p:spPr>
            <a:xfrm>
              <a:off x="336000" y="5717232"/>
              <a:ext cx="1152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useBgFill="1">
          <p:nvSpPr>
            <p:cNvPr id="15" name="椭圆 14">
              <a:extLst>
                <a:ext uri="{FF2B5EF4-FFF2-40B4-BE49-F238E27FC236}">
                  <a16:creationId xmlns:a16="http://schemas.microsoft.com/office/drawing/2014/main" id="{1D178E43-9962-4B48-93BF-59B515ECC98A}"/>
                </a:ext>
              </a:extLst>
            </p:cNvPr>
            <p:cNvSpPr/>
            <p:nvPr/>
          </p:nvSpPr>
          <p:spPr>
            <a:xfrm>
              <a:off x="6971327"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16" name="文本框 15">
              <a:extLst>
                <a:ext uri="{FF2B5EF4-FFF2-40B4-BE49-F238E27FC236}">
                  <a16:creationId xmlns:a16="http://schemas.microsoft.com/office/drawing/2014/main" id="{C909A044-12ED-4669-B929-8ED3AD7721C9}"/>
                </a:ext>
              </a:extLst>
            </p:cNvPr>
            <p:cNvSpPr txBox="1"/>
            <p:nvPr/>
          </p:nvSpPr>
          <p:spPr>
            <a:xfrm>
              <a:off x="5234226" y="5486400"/>
              <a:ext cx="1723549" cy="461665"/>
            </a:xfrm>
            <a:prstGeom prst="rect">
              <a:avLst/>
            </a:prstGeom>
          </p:spPr>
          <p:txBody>
            <a:bodyPr wrap="none" lIns="91440" tIns="45720" rIns="91440" bIns="45720" rtlCol="0">
              <a:spAutoFit/>
            </a:bodyPr>
            <a:lstStyle/>
            <a:p>
              <a:pPr algn="ctr"/>
              <a:r>
                <a:rPr lang="zh-CN" altLang="en-US" sz="2400" dirty="0">
                  <a:latin typeface="微软雅黑" panose="020B0503020204020204" pitchFamily="34" charset="-122"/>
                  <a:ea typeface="微软雅黑" panose="020B0503020204020204" pitchFamily="34" charset="-122"/>
                </a:rPr>
                <a:t>按交换结构</a:t>
              </a:r>
              <a:endParaRPr lang="zh-CN" altLang="en-US" sz="2400" dirty="0">
                <a:solidFill>
                  <a:schemeClr val="tx1"/>
                </a:solidFill>
                <a:latin typeface="微软雅黑" panose="020B0503020204020204" pitchFamily="34" charset="-122"/>
                <a:ea typeface="微软雅黑" panose="020B0503020204020204" pitchFamily="34" charset="-122"/>
              </a:endParaRPr>
            </a:p>
          </p:txBody>
        </p:sp>
        <p:sp useBgFill="1">
          <p:nvSpPr>
            <p:cNvPr id="17" name="椭圆 16">
              <a:extLst>
                <a:ext uri="{FF2B5EF4-FFF2-40B4-BE49-F238E27FC236}">
                  <a16:creationId xmlns:a16="http://schemas.microsoft.com/office/drawing/2014/main" id="{35B5ECF1-1AE4-4133-8CE6-D897E77BC92C}"/>
                </a:ext>
              </a:extLst>
            </p:cNvPr>
            <p:cNvSpPr/>
            <p:nvPr/>
          </p:nvSpPr>
          <p:spPr>
            <a:xfrm>
              <a:off x="5076674"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grpSp>
      <p:sp>
        <p:nvSpPr>
          <p:cNvPr id="10" name="文本占位符 9">
            <a:extLst>
              <a:ext uri="{FF2B5EF4-FFF2-40B4-BE49-F238E27FC236}">
                <a16:creationId xmlns:a16="http://schemas.microsoft.com/office/drawing/2014/main" id="{300F6D31-8AF2-4946-B071-CE8245A8B60A}"/>
              </a:ext>
            </a:extLst>
          </p:cNvPr>
          <p:cNvSpPr>
            <a:spLocks noGrp="1"/>
          </p:cNvSpPr>
          <p:nvPr>
            <p:ph type="body" sz="quarter" idx="10"/>
          </p:nvPr>
        </p:nvSpPr>
        <p:spPr/>
        <p:txBody>
          <a:bodyPr/>
          <a:lstStyle/>
          <a:p>
            <a:r>
              <a:rPr lang="zh-CN" altLang="en-US" dirty="0"/>
              <a:t>固定端口交换机</a:t>
            </a:r>
            <a:endParaRPr lang="en-US" altLang="zh-CN" dirty="0"/>
          </a:p>
          <a:p>
            <a:pPr lvl="1"/>
            <a:r>
              <a:rPr lang="zh-CN" altLang="en-US" dirty="0"/>
              <a:t>接入交换机一般都是固定端口的交换机。通常有</a:t>
            </a:r>
            <a:r>
              <a:rPr lang="en-US" altLang="zh-CN" dirty="0"/>
              <a:t>24</a:t>
            </a:r>
            <a:r>
              <a:rPr lang="zh-CN" altLang="en-US" dirty="0"/>
              <a:t>口、</a:t>
            </a:r>
            <a:r>
              <a:rPr lang="en-US" altLang="zh-CN" dirty="0"/>
              <a:t>48</a:t>
            </a:r>
            <a:r>
              <a:rPr lang="zh-CN" altLang="en-US" dirty="0"/>
              <a:t>口。注意：</a:t>
            </a:r>
            <a:r>
              <a:rPr lang="en-US" altLang="zh-CN" dirty="0"/>
              <a:t>24</a:t>
            </a:r>
            <a:r>
              <a:rPr lang="zh-CN" altLang="en-US" dirty="0"/>
              <a:t>口指的是有</a:t>
            </a:r>
            <a:r>
              <a:rPr lang="en-US" altLang="zh-CN" dirty="0"/>
              <a:t>24</a:t>
            </a:r>
            <a:r>
              <a:rPr lang="zh-CN" altLang="en-US" dirty="0"/>
              <a:t>个电（接电脑或终端或用户）的下行端口，还有</a:t>
            </a:r>
            <a:r>
              <a:rPr lang="en-US" altLang="zh-CN" dirty="0"/>
              <a:t>4</a:t>
            </a:r>
            <a:r>
              <a:rPr lang="zh-CN" altLang="en-US" dirty="0"/>
              <a:t>个光的上行端口；而</a:t>
            </a:r>
            <a:r>
              <a:rPr lang="en-US" altLang="zh-CN" dirty="0"/>
              <a:t>48</a:t>
            </a:r>
            <a:r>
              <a:rPr lang="zh-CN" altLang="en-US" dirty="0"/>
              <a:t>口指的是有</a:t>
            </a:r>
            <a:r>
              <a:rPr lang="en-US" altLang="zh-CN" dirty="0"/>
              <a:t>48</a:t>
            </a:r>
            <a:r>
              <a:rPr lang="zh-CN" altLang="en-US" dirty="0"/>
              <a:t>个电（接电脑或终端或用户）的下行端口，还有</a:t>
            </a:r>
            <a:r>
              <a:rPr lang="en-US" altLang="zh-CN" dirty="0"/>
              <a:t>4</a:t>
            </a:r>
            <a:r>
              <a:rPr lang="zh-CN" altLang="en-US" dirty="0"/>
              <a:t>个光的上行端口</a:t>
            </a:r>
            <a:endParaRPr lang="en-US" altLang="zh-CN" dirty="0"/>
          </a:p>
          <a:p>
            <a:r>
              <a:rPr lang="zh-CN" altLang="en-US" dirty="0"/>
              <a:t>可扩展端口交换机</a:t>
            </a:r>
          </a:p>
          <a:p>
            <a:endParaRPr lang="zh-CN" altLang="en-US" dirty="0"/>
          </a:p>
        </p:txBody>
      </p:sp>
    </p:spTree>
    <p:extLst>
      <p:ext uri="{BB962C8B-B14F-4D97-AF65-F5344CB8AC3E}">
        <p14:creationId xmlns:p14="http://schemas.microsoft.com/office/powerpoint/2010/main" val="34466173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C1BDBB8A-346E-4A0A-92C2-1F83FEE44BFE}"/>
              </a:ext>
            </a:extLst>
          </p:cNvPr>
          <p:cNvSpPr>
            <a:spLocks noGrp="1"/>
          </p:cNvSpPr>
          <p:nvPr>
            <p:ph type="body" sz="quarter" idx="10"/>
          </p:nvPr>
        </p:nvSpPr>
        <p:spPr/>
        <p:txBody>
          <a:bodyPr/>
          <a:lstStyle/>
          <a:p>
            <a:r>
              <a:rPr lang="zh-CN" altLang="en-US" dirty="0"/>
              <a:t>核心交换机</a:t>
            </a:r>
          </a:p>
          <a:p>
            <a:r>
              <a:rPr lang="zh-CN" altLang="en-US" dirty="0"/>
              <a:t>汇聚交换机</a:t>
            </a:r>
            <a:endParaRPr lang="en-US" altLang="zh-CN" dirty="0"/>
          </a:p>
          <a:p>
            <a:pPr lvl="1"/>
            <a:r>
              <a:rPr lang="zh-CN" altLang="en-US" dirty="0"/>
              <a:t>楼栋</a:t>
            </a:r>
            <a:r>
              <a:rPr lang="en-US" altLang="zh-CN" dirty="0"/>
              <a:t>/</a:t>
            </a:r>
            <a:r>
              <a:rPr lang="zh-CN" altLang="en-US" dirty="0"/>
              <a:t>部门汇聚，一栋楼放</a:t>
            </a:r>
            <a:r>
              <a:rPr lang="en-US" altLang="zh-CN" dirty="0"/>
              <a:t>1-2</a:t>
            </a:r>
            <a:r>
              <a:rPr lang="zh-CN" altLang="en-US" dirty="0"/>
              <a:t>台</a:t>
            </a:r>
          </a:p>
          <a:p>
            <a:r>
              <a:rPr lang="zh-CN" altLang="en-US" dirty="0"/>
              <a:t>接入交换机</a:t>
            </a:r>
            <a:endParaRPr lang="en-US" altLang="zh-CN" dirty="0"/>
          </a:p>
          <a:p>
            <a:pPr lvl="1"/>
            <a:r>
              <a:rPr lang="zh-CN" altLang="en-US" dirty="0"/>
              <a:t>接用户，每个楼层放</a:t>
            </a:r>
            <a:r>
              <a:rPr lang="en-US" altLang="zh-CN" dirty="0"/>
              <a:t>3-5</a:t>
            </a:r>
            <a:r>
              <a:rPr lang="zh-CN" altLang="en-US" dirty="0"/>
              <a:t>台</a:t>
            </a:r>
          </a:p>
          <a:p>
            <a:endParaRPr lang="zh-CN" altLang="en-US" dirty="0"/>
          </a:p>
        </p:txBody>
      </p:sp>
      <p:grpSp>
        <p:nvGrpSpPr>
          <p:cNvPr id="13" name="组合 12">
            <a:extLst>
              <a:ext uri="{FF2B5EF4-FFF2-40B4-BE49-F238E27FC236}">
                <a16:creationId xmlns:a16="http://schemas.microsoft.com/office/drawing/2014/main" id="{31528342-2E38-4B6D-9CE8-D2CF4D2FC2F7}"/>
              </a:ext>
            </a:extLst>
          </p:cNvPr>
          <p:cNvGrpSpPr/>
          <p:nvPr/>
        </p:nvGrpSpPr>
        <p:grpSpPr>
          <a:xfrm>
            <a:off x="336000" y="5760000"/>
            <a:ext cx="11520000" cy="461665"/>
            <a:chOff x="336000" y="5486400"/>
            <a:chExt cx="11520000" cy="461665"/>
          </a:xfrm>
        </p:grpSpPr>
        <p:cxnSp>
          <p:nvCxnSpPr>
            <p:cNvPr id="14" name="直接连接符 13">
              <a:extLst>
                <a:ext uri="{FF2B5EF4-FFF2-40B4-BE49-F238E27FC236}">
                  <a16:creationId xmlns:a16="http://schemas.microsoft.com/office/drawing/2014/main" id="{6489111D-2AA1-4FCB-846F-55737A65244B}"/>
                </a:ext>
              </a:extLst>
            </p:cNvPr>
            <p:cNvCxnSpPr>
              <a:cxnSpLocks/>
            </p:cNvCxnSpPr>
            <p:nvPr/>
          </p:nvCxnSpPr>
          <p:spPr>
            <a:xfrm>
              <a:off x="336000" y="5717232"/>
              <a:ext cx="1152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useBgFill="1">
          <p:nvSpPr>
            <p:cNvPr id="15" name="椭圆 14">
              <a:extLst>
                <a:ext uri="{FF2B5EF4-FFF2-40B4-BE49-F238E27FC236}">
                  <a16:creationId xmlns:a16="http://schemas.microsoft.com/office/drawing/2014/main" id="{1D178E43-9962-4B48-93BF-59B515ECC98A}"/>
                </a:ext>
              </a:extLst>
            </p:cNvPr>
            <p:cNvSpPr/>
            <p:nvPr/>
          </p:nvSpPr>
          <p:spPr>
            <a:xfrm>
              <a:off x="6971327"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16" name="文本框 15">
              <a:extLst>
                <a:ext uri="{FF2B5EF4-FFF2-40B4-BE49-F238E27FC236}">
                  <a16:creationId xmlns:a16="http://schemas.microsoft.com/office/drawing/2014/main" id="{C909A044-12ED-4669-B929-8ED3AD7721C9}"/>
                </a:ext>
              </a:extLst>
            </p:cNvPr>
            <p:cNvSpPr txBox="1"/>
            <p:nvPr/>
          </p:nvSpPr>
          <p:spPr>
            <a:xfrm>
              <a:off x="5234226" y="5486400"/>
              <a:ext cx="1723549" cy="461665"/>
            </a:xfrm>
            <a:prstGeom prst="rect">
              <a:avLst/>
            </a:prstGeom>
          </p:spPr>
          <p:txBody>
            <a:bodyPr wrap="none" lIns="91440" tIns="45720" rIns="91440" bIns="45720" rtlCol="0">
              <a:spAutoFit/>
            </a:bodyPr>
            <a:lstStyle/>
            <a:p>
              <a:pPr algn="ctr"/>
              <a:r>
                <a:rPr lang="zh-CN" altLang="en-US" sz="2400" dirty="0">
                  <a:latin typeface="微软雅黑" panose="020B0503020204020204" pitchFamily="34" charset="-122"/>
                  <a:ea typeface="微软雅黑" panose="020B0503020204020204" pitchFamily="34" charset="-122"/>
                </a:rPr>
                <a:t>按部署层次</a:t>
              </a:r>
              <a:endParaRPr lang="zh-CN" altLang="en-US" sz="2400" dirty="0">
                <a:solidFill>
                  <a:schemeClr val="tx1"/>
                </a:solidFill>
                <a:latin typeface="微软雅黑" panose="020B0503020204020204" pitchFamily="34" charset="-122"/>
                <a:ea typeface="微软雅黑" panose="020B0503020204020204" pitchFamily="34" charset="-122"/>
              </a:endParaRPr>
            </a:p>
          </p:txBody>
        </p:sp>
        <p:sp useBgFill="1">
          <p:nvSpPr>
            <p:cNvPr id="17" name="椭圆 16">
              <a:extLst>
                <a:ext uri="{FF2B5EF4-FFF2-40B4-BE49-F238E27FC236}">
                  <a16:creationId xmlns:a16="http://schemas.microsoft.com/office/drawing/2014/main" id="{35B5ECF1-1AE4-4133-8CE6-D897E77BC92C}"/>
                </a:ext>
              </a:extLst>
            </p:cNvPr>
            <p:cNvSpPr/>
            <p:nvPr/>
          </p:nvSpPr>
          <p:spPr>
            <a:xfrm>
              <a:off x="5076674"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grpSp>
      <p:pic>
        <p:nvPicPr>
          <p:cNvPr id="10" name="图片 9">
            <a:extLst>
              <a:ext uri="{FF2B5EF4-FFF2-40B4-BE49-F238E27FC236}">
                <a16:creationId xmlns:a16="http://schemas.microsoft.com/office/drawing/2014/main" id="{ED660800-A9EE-4BE8-9588-5F8F9D76F1A5}"/>
              </a:ext>
            </a:extLst>
          </p:cNvPr>
          <p:cNvPicPr>
            <a:picLocks noChangeAspect="1"/>
          </p:cNvPicPr>
          <p:nvPr/>
        </p:nvPicPr>
        <p:blipFill>
          <a:blip r:embed="rId2"/>
          <a:stretch>
            <a:fillRect/>
          </a:stretch>
        </p:blipFill>
        <p:spPr>
          <a:xfrm>
            <a:off x="5504484" y="1161908"/>
            <a:ext cx="6345283" cy="4324492"/>
          </a:xfrm>
          <a:prstGeom prst="rect">
            <a:avLst/>
          </a:prstGeom>
        </p:spPr>
      </p:pic>
    </p:spTree>
    <p:extLst>
      <p:ext uri="{BB962C8B-B14F-4D97-AF65-F5344CB8AC3E}">
        <p14:creationId xmlns:p14="http://schemas.microsoft.com/office/powerpoint/2010/main" val="14168261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文本占位符 21">
            <a:extLst>
              <a:ext uri="{FF2B5EF4-FFF2-40B4-BE49-F238E27FC236}">
                <a16:creationId xmlns:a16="http://schemas.microsoft.com/office/drawing/2014/main" id="{42FA8625-68A4-485D-999F-3FC3F5C7C9D8}"/>
              </a:ext>
            </a:extLst>
          </p:cNvPr>
          <p:cNvSpPr>
            <a:spLocks noGrp="1"/>
          </p:cNvSpPr>
          <p:nvPr>
            <p:ph type="body" sz="quarter" idx="10"/>
          </p:nvPr>
        </p:nvSpPr>
        <p:spPr/>
        <p:txBody>
          <a:bodyPr/>
          <a:lstStyle/>
          <a:p>
            <a:r>
              <a:rPr lang="zh-CN" altLang="en-US" dirty="0"/>
              <a:t>端口类型</a:t>
            </a:r>
          </a:p>
          <a:p>
            <a:pPr lvl="1"/>
            <a:r>
              <a:rPr lang="zh-CN" altLang="en-US" dirty="0"/>
              <a:t>电口（</a:t>
            </a:r>
            <a:r>
              <a:rPr lang="en-US" altLang="zh-CN" dirty="0"/>
              <a:t>RJ45</a:t>
            </a:r>
            <a:r>
              <a:rPr lang="zh-CN" altLang="en-US" dirty="0"/>
              <a:t>）</a:t>
            </a:r>
          </a:p>
          <a:p>
            <a:pPr lvl="1"/>
            <a:r>
              <a:rPr lang="zh-CN" altLang="en-US" dirty="0"/>
              <a:t>光口（</a:t>
            </a:r>
            <a:r>
              <a:rPr lang="en-US" altLang="zh-CN" dirty="0"/>
              <a:t>SC/GBIC/SFP</a:t>
            </a:r>
            <a:r>
              <a:rPr lang="zh-CN" altLang="en-US" dirty="0"/>
              <a:t>（千兆口）</a:t>
            </a:r>
            <a:r>
              <a:rPr lang="en-US" altLang="zh-CN" dirty="0"/>
              <a:t>/SFP+</a:t>
            </a:r>
            <a:r>
              <a:rPr lang="zh-CN" altLang="en-US" dirty="0"/>
              <a:t>（万兆口）</a:t>
            </a:r>
            <a:r>
              <a:rPr lang="en-US" altLang="zh-CN" dirty="0"/>
              <a:t>/SFP28</a:t>
            </a:r>
            <a:r>
              <a:rPr lang="zh-CN" altLang="en-US" dirty="0"/>
              <a:t>）</a:t>
            </a:r>
            <a:endParaRPr lang="en-US" altLang="zh-CN" dirty="0"/>
          </a:p>
          <a:p>
            <a:r>
              <a:rPr lang="zh-CN" altLang="en-US" dirty="0"/>
              <a:t>传输模式</a:t>
            </a:r>
            <a:endParaRPr lang="en-US" altLang="zh-CN" dirty="0"/>
          </a:p>
          <a:p>
            <a:pPr lvl="1"/>
            <a:r>
              <a:rPr lang="zh-CN" altLang="en-US" dirty="0"/>
              <a:t>半双工、全双工</a:t>
            </a:r>
            <a:endParaRPr lang="en-US" altLang="zh-CN" dirty="0"/>
          </a:p>
          <a:p>
            <a:r>
              <a:rPr lang="zh-CN" altLang="en-US" dirty="0"/>
              <a:t>交换容量</a:t>
            </a:r>
            <a:endParaRPr lang="en-US" altLang="zh-CN" dirty="0"/>
          </a:p>
          <a:p>
            <a:pPr lvl="1"/>
            <a:r>
              <a:rPr lang="zh-CN" altLang="en-US" dirty="0"/>
              <a:t>端口数*端口速率*</a:t>
            </a:r>
            <a:r>
              <a:rPr lang="en-US" altLang="zh-CN" dirty="0"/>
              <a:t>2</a:t>
            </a:r>
            <a:r>
              <a:rPr lang="zh-CN" altLang="en-US" dirty="0"/>
              <a:t>。如：</a:t>
            </a:r>
            <a:r>
              <a:rPr lang="en-US" altLang="zh-CN" dirty="0"/>
              <a:t>48</a:t>
            </a:r>
            <a:r>
              <a:rPr lang="zh-CN" altLang="en-US" dirty="0"/>
              <a:t>个千兆电</a:t>
            </a:r>
            <a:r>
              <a:rPr lang="en-US" altLang="zh-CN" dirty="0"/>
              <a:t>+4</a:t>
            </a:r>
            <a:r>
              <a:rPr lang="zh-CN" altLang="en-US" dirty="0"/>
              <a:t>个千兆光的交换机容量是：</a:t>
            </a:r>
            <a:r>
              <a:rPr lang="en-US" altLang="zh-CN" dirty="0"/>
              <a:t>( 48*1G+4*1G )</a:t>
            </a:r>
            <a:r>
              <a:rPr lang="zh-CN" altLang="en-US" dirty="0"/>
              <a:t>*</a:t>
            </a:r>
            <a:r>
              <a:rPr lang="en-US" altLang="zh-CN" dirty="0"/>
              <a:t>2=104Gbps</a:t>
            </a:r>
          </a:p>
          <a:p>
            <a:r>
              <a:rPr lang="en-US" altLang="zh-CN" dirty="0"/>
              <a:t>MAC</a:t>
            </a:r>
            <a:r>
              <a:rPr lang="zh-CN" altLang="en-US" dirty="0"/>
              <a:t>地址数</a:t>
            </a:r>
            <a:endParaRPr lang="en-US" altLang="zh-CN" dirty="0"/>
          </a:p>
          <a:p>
            <a:pPr lvl="1"/>
            <a:r>
              <a:rPr lang="zh-CN" altLang="en-US" dirty="0"/>
              <a:t>交换机</a:t>
            </a:r>
            <a:r>
              <a:rPr lang="en-US" altLang="zh-CN" dirty="0"/>
              <a:t>MAC</a:t>
            </a:r>
            <a:r>
              <a:rPr lang="zh-CN" altLang="en-US" dirty="0"/>
              <a:t>地址表中可以存储最大的</a:t>
            </a:r>
            <a:r>
              <a:rPr lang="en-US" altLang="zh-CN" dirty="0"/>
              <a:t>MAC</a:t>
            </a:r>
            <a:r>
              <a:rPr lang="zh-CN" altLang="en-US" dirty="0"/>
              <a:t>地址的数量</a:t>
            </a:r>
          </a:p>
          <a:p>
            <a:r>
              <a:rPr lang="en-US" altLang="zh-CN" dirty="0"/>
              <a:t>Vlan</a:t>
            </a:r>
            <a:r>
              <a:rPr lang="zh-CN" altLang="en-US" dirty="0"/>
              <a:t>表项</a:t>
            </a:r>
            <a:endParaRPr lang="en-US" altLang="zh-CN" dirty="0"/>
          </a:p>
          <a:p>
            <a:pPr lvl="1"/>
            <a:r>
              <a:rPr lang="zh-CN" altLang="en-US" dirty="0"/>
              <a:t>交换机最大支持的</a:t>
            </a:r>
            <a:r>
              <a:rPr lang="en-US" altLang="zh-CN" dirty="0"/>
              <a:t>vlan</a:t>
            </a:r>
            <a:r>
              <a:rPr lang="zh-CN" altLang="en-US" dirty="0"/>
              <a:t>的数量，一般都是</a:t>
            </a:r>
            <a:r>
              <a:rPr lang="en-US" altLang="zh-CN" dirty="0"/>
              <a:t>4094</a:t>
            </a:r>
            <a:r>
              <a:rPr lang="zh-CN" altLang="en-US" dirty="0"/>
              <a:t>个，俗称</a:t>
            </a:r>
            <a:r>
              <a:rPr lang="en-US" altLang="zh-CN" dirty="0"/>
              <a:t>4K</a:t>
            </a:r>
          </a:p>
          <a:p>
            <a:r>
              <a:rPr lang="zh-CN" altLang="en-US" dirty="0"/>
              <a:t>包转发率</a:t>
            </a:r>
            <a:endParaRPr lang="en-US" altLang="zh-CN" dirty="0"/>
          </a:p>
          <a:p>
            <a:pPr lvl="1"/>
            <a:r>
              <a:rPr lang="zh-CN" altLang="en-US" dirty="0"/>
              <a:t>单位时间内发送</a:t>
            </a:r>
            <a:r>
              <a:rPr lang="en-US" altLang="zh-CN" dirty="0"/>
              <a:t>64</a:t>
            </a:r>
            <a:r>
              <a:rPr lang="zh-CN" altLang="en-US" dirty="0"/>
              <a:t>字节数据包的个数 </a:t>
            </a:r>
            <a:r>
              <a:rPr lang="en-US" altLang="zh-CN" dirty="0"/>
              <a:t>1000Mbps/8/(64+8+12)=1.488Mbps</a:t>
            </a:r>
            <a:endParaRPr lang="zh-CN" altLang="en-US" dirty="0"/>
          </a:p>
        </p:txBody>
      </p:sp>
      <p:grpSp>
        <p:nvGrpSpPr>
          <p:cNvPr id="13" name="组合 12">
            <a:extLst>
              <a:ext uri="{FF2B5EF4-FFF2-40B4-BE49-F238E27FC236}">
                <a16:creationId xmlns:a16="http://schemas.microsoft.com/office/drawing/2014/main" id="{31528342-2E38-4B6D-9CE8-D2CF4D2FC2F7}"/>
              </a:ext>
            </a:extLst>
          </p:cNvPr>
          <p:cNvGrpSpPr/>
          <p:nvPr/>
        </p:nvGrpSpPr>
        <p:grpSpPr>
          <a:xfrm>
            <a:off x="336000" y="5760000"/>
            <a:ext cx="11520000" cy="461665"/>
            <a:chOff x="336000" y="5486400"/>
            <a:chExt cx="11520000" cy="461665"/>
          </a:xfrm>
        </p:grpSpPr>
        <p:cxnSp>
          <p:nvCxnSpPr>
            <p:cNvPr id="14" name="直接连接符 13">
              <a:extLst>
                <a:ext uri="{FF2B5EF4-FFF2-40B4-BE49-F238E27FC236}">
                  <a16:creationId xmlns:a16="http://schemas.microsoft.com/office/drawing/2014/main" id="{6489111D-2AA1-4FCB-846F-55737A65244B}"/>
                </a:ext>
              </a:extLst>
            </p:cNvPr>
            <p:cNvCxnSpPr>
              <a:cxnSpLocks/>
            </p:cNvCxnSpPr>
            <p:nvPr/>
          </p:nvCxnSpPr>
          <p:spPr>
            <a:xfrm>
              <a:off x="336000" y="5717232"/>
              <a:ext cx="1152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useBgFill="1">
          <p:nvSpPr>
            <p:cNvPr id="15" name="椭圆 14">
              <a:extLst>
                <a:ext uri="{FF2B5EF4-FFF2-40B4-BE49-F238E27FC236}">
                  <a16:creationId xmlns:a16="http://schemas.microsoft.com/office/drawing/2014/main" id="{1D178E43-9962-4B48-93BF-59B515ECC98A}"/>
                </a:ext>
              </a:extLst>
            </p:cNvPr>
            <p:cNvSpPr/>
            <p:nvPr/>
          </p:nvSpPr>
          <p:spPr>
            <a:xfrm>
              <a:off x="6971327"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16" name="文本框 15">
              <a:extLst>
                <a:ext uri="{FF2B5EF4-FFF2-40B4-BE49-F238E27FC236}">
                  <a16:creationId xmlns:a16="http://schemas.microsoft.com/office/drawing/2014/main" id="{C909A044-12ED-4669-B929-8ED3AD7721C9}"/>
                </a:ext>
              </a:extLst>
            </p:cNvPr>
            <p:cNvSpPr txBox="1"/>
            <p:nvPr/>
          </p:nvSpPr>
          <p:spPr>
            <a:xfrm>
              <a:off x="5388115" y="5486400"/>
              <a:ext cx="1415772" cy="461665"/>
            </a:xfrm>
            <a:prstGeom prst="rect">
              <a:avLst/>
            </a:prstGeom>
          </p:spPr>
          <p:txBody>
            <a:bodyPr wrap="none" lIns="91440" tIns="45720" rIns="91440" bIns="45720" rtlCol="0">
              <a:spAutoFit/>
            </a:bodyPr>
            <a:lstStyle/>
            <a:p>
              <a:pPr algn="ctr"/>
              <a:r>
                <a:rPr lang="zh-CN" altLang="en-US" sz="2400" dirty="0">
                  <a:solidFill>
                    <a:schemeClr val="tx1"/>
                  </a:solidFill>
                  <a:latin typeface="微软雅黑" panose="020B0503020204020204" pitchFamily="34" charset="-122"/>
                  <a:ea typeface="微软雅黑" panose="020B0503020204020204" pitchFamily="34" charset="-122"/>
                </a:rPr>
                <a:t>规格参数</a:t>
              </a:r>
            </a:p>
          </p:txBody>
        </p:sp>
        <p:sp useBgFill="1">
          <p:nvSpPr>
            <p:cNvPr id="17" name="椭圆 16">
              <a:extLst>
                <a:ext uri="{FF2B5EF4-FFF2-40B4-BE49-F238E27FC236}">
                  <a16:creationId xmlns:a16="http://schemas.microsoft.com/office/drawing/2014/main" id="{35B5ECF1-1AE4-4133-8CE6-D897E77BC92C}"/>
                </a:ext>
              </a:extLst>
            </p:cNvPr>
            <p:cNvSpPr/>
            <p:nvPr/>
          </p:nvSpPr>
          <p:spPr>
            <a:xfrm>
              <a:off x="5076674"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6398434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472AC46B-E1D1-4F29-9BA8-5AA287030671}"/>
              </a:ext>
            </a:extLst>
          </p:cNvPr>
          <p:cNvSpPr>
            <a:spLocks noGrp="1"/>
          </p:cNvSpPr>
          <p:nvPr>
            <p:ph type="body" sz="quarter" idx="10"/>
          </p:nvPr>
        </p:nvSpPr>
        <p:spPr/>
        <p:txBody>
          <a:bodyPr/>
          <a:lstStyle/>
          <a:p>
            <a:r>
              <a:rPr lang="en-US" altLang="zh-CN" dirty="0"/>
              <a:t>3.03</a:t>
            </a:r>
          </a:p>
          <a:p>
            <a:r>
              <a:rPr lang="en-US" altLang="zh-CN" dirty="0"/>
              <a:t>3.04</a:t>
            </a:r>
          </a:p>
          <a:p>
            <a:r>
              <a:rPr lang="en-US" altLang="zh-CN" dirty="0"/>
              <a:t>3.07</a:t>
            </a:r>
          </a:p>
          <a:p>
            <a:r>
              <a:rPr lang="en-US" altLang="zh-CN" dirty="0"/>
              <a:t>3.18</a:t>
            </a:r>
          </a:p>
          <a:p>
            <a:r>
              <a:rPr lang="en-US" altLang="zh-CN" dirty="0"/>
              <a:t>3.20</a:t>
            </a:r>
          </a:p>
          <a:p>
            <a:r>
              <a:rPr lang="en-US" altLang="zh-CN" dirty="0"/>
              <a:t>3.21</a:t>
            </a:r>
          </a:p>
          <a:p>
            <a:r>
              <a:rPr lang="en-US" altLang="zh-CN" dirty="0"/>
              <a:t>3.30</a:t>
            </a:r>
          </a:p>
          <a:p>
            <a:r>
              <a:rPr lang="en-US" altLang="zh-CN" dirty="0"/>
              <a:t>3.33</a:t>
            </a:r>
          </a:p>
        </p:txBody>
      </p:sp>
    </p:spTree>
    <p:extLst>
      <p:ext uri="{BB962C8B-B14F-4D97-AF65-F5344CB8AC3E}">
        <p14:creationId xmlns:p14="http://schemas.microsoft.com/office/powerpoint/2010/main" val="1593576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2700">
          <a:solidFill>
            <a:schemeClr val="bg1">
              <a:lumMod val="50000"/>
            </a:schemeClr>
          </a:solidFill>
          <a:tailEnd type="none"/>
        </a:ln>
      </a:spPr>
      <a:bodyPr/>
      <a:lstStyle/>
      <a:style>
        <a:lnRef idx="1">
          <a:schemeClr val="dk1"/>
        </a:lnRef>
        <a:fillRef idx="0">
          <a:schemeClr val="dk1"/>
        </a:fillRef>
        <a:effectRef idx="0">
          <a:schemeClr val="dk1"/>
        </a:effectRef>
        <a:fontRef idx="minor">
          <a:schemeClr val="tx1"/>
        </a:fontRef>
      </a:style>
    </a:lnDef>
    <a:txDef>
      <a:spPr>
        <a:noFill/>
      </a:spPr>
      <a:bodyPr wrap="none" lIns="91440" tIns="45720" rIns="91440" bIns="45720" rtlCol="0">
        <a:spAutoFit/>
      </a:bodyPr>
      <a:lstStyle>
        <a:defPPr algn="l">
          <a:defRPr sz="2000" dirty="0" smtClean="0">
            <a:solidFill>
              <a:schemeClr val="tx1"/>
            </a:solidFill>
            <a:latin typeface="IBM Plex Sans Light" panose="020B0403050203000203" pitchFamily="34" charset="0"/>
            <a:ea typeface="微软雅黑 Light" panose="020B0502040204020203"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14574</TotalTime>
  <Words>2860</Words>
  <Application>Microsoft Office PowerPoint</Application>
  <PresentationFormat>宽屏</PresentationFormat>
  <Paragraphs>578</Paragraphs>
  <Slides>44</Slides>
  <Notes>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44</vt:i4>
      </vt:variant>
    </vt:vector>
  </HeadingPairs>
  <TitlesOfParts>
    <vt:vector size="51" baseType="lpstr">
      <vt:lpstr>微软雅黑</vt:lpstr>
      <vt:lpstr>微软雅黑 Light</vt:lpstr>
      <vt:lpstr>禹卫书法行书简体
</vt:lpstr>
      <vt:lpstr>Arial</vt:lpstr>
      <vt:lpstr>Cambria Math</vt:lpstr>
      <vt:lpstr>Courier New</vt:lpstr>
      <vt:lpstr>Office 主题​​</vt:lpstr>
      <vt:lpstr>链路层</vt:lpstr>
      <vt:lpstr>PowerPoint 演示文稿</vt:lpstr>
      <vt:lpstr>数据的封帧</vt:lpstr>
      <vt:lpstr>工作流</vt:lpstr>
      <vt:lpstr>封装成帧</vt:lpstr>
      <vt:lpstr>透明传输</vt:lpstr>
      <vt:lpstr>透明传输之字符填充</vt:lpstr>
      <vt:lpstr>差错控制</vt:lpstr>
      <vt:lpstr>差错控制之冗余码</vt:lpstr>
      <vt:lpstr>差错控制之冗余码</vt:lpstr>
      <vt:lpstr>差错控制</vt:lpstr>
      <vt:lpstr>PowerPoint 演示文稿</vt:lpstr>
      <vt:lpstr>PowerPoint 演示文稿</vt:lpstr>
      <vt:lpstr>PPP的特点</vt:lpstr>
      <vt:lpstr>PPP的协议组成要素</vt:lpstr>
      <vt:lpstr>PPP的帧格式</vt:lpstr>
      <vt:lpstr>PPP之字节填充</vt:lpstr>
      <vt:lpstr>PPP之0bit填充</vt:lpstr>
      <vt:lpstr>PPP协议解读</vt:lpstr>
      <vt:lpstr>PPP协议解读</vt:lpstr>
      <vt:lpstr>PPP协议解读</vt:lpstr>
      <vt:lpstr>PowerPoint 演示文稿</vt:lpstr>
      <vt:lpstr>广播信道</vt:lpstr>
      <vt:lpstr>局域网拓扑结构</vt:lpstr>
      <vt:lpstr>广播信道</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cnplaman</dc:creator>
  <cp:lastModifiedBy>cn plaman</cp:lastModifiedBy>
  <cp:revision>3394</cp:revision>
  <dcterms:created xsi:type="dcterms:W3CDTF">2020-11-07T11:40:45Z</dcterms:created>
  <dcterms:modified xsi:type="dcterms:W3CDTF">2025-10-24T02:07:51Z</dcterms:modified>
</cp:coreProperties>
</file>